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7" r:id="rId2"/>
  </p:sldMasterIdLst>
  <p:notesMasterIdLst>
    <p:notesMasterId r:id="rId41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</p:sldIdLst>
  <p:sldSz cx="12192000" cy="6858000"/>
  <p:notesSz cx="6858000" cy="9144000"/>
  <p:embeddedFontLst>
    <p:embeddedFont>
      <p:font typeface="Calibri" panose="020F0502020204030204" pitchFamily="34" charset="0"/>
      <p:regular r:id="rId42"/>
      <p:bold r:id="rId43"/>
      <p:italic r:id="rId44"/>
      <p:boldItalic r:id="rId45"/>
    </p:embeddedFont>
    <p:embeddedFont>
      <p:font typeface="Corbel" panose="020B0503020204020204" pitchFamily="34" charset="0"/>
      <p:regular r:id="rId46"/>
      <p:bold r:id="rId47"/>
      <p:italic r:id="rId48"/>
      <p:boldItalic r:id="rId49"/>
    </p:embeddedFont>
    <p:embeddedFont>
      <p:font typeface="Tahoma" panose="020B0604030504040204" pitchFamily="34" charset="0"/>
      <p:regular r:id="rId50"/>
      <p:bold r:id="rId51"/>
    </p:embeddedFont>
    <p:embeddedFont>
      <p:font typeface="Verdana" panose="020B0604030504040204" pitchFamily="34" charset="0"/>
      <p:regular r:id="rId52"/>
      <p:bold r:id="rId53"/>
      <p:italic r:id="rId54"/>
      <p:boldItalic r:id="rId5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6" roundtripDataSignature="AMtx7mheKLLk/mL5JP+OMzQKOiICHtYCM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3FEC051-1532-4065-B010-47EA12C16827}">
  <a:tblStyle styleId="{F3FEC051-1532-4065-B010-47EA12C16827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8648E05F-23D9-4B35-AB2F-A2067F094D8F}" styleName="Table_1">
    <a:wholeTbl>
      <a:tcTxStyle b="off" i="off">
        <a:font>
          <a:latin typeface="Corbel"/>
          <a:ea typeface="Corbel"/>
          <a:cs typeface="Corbe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7F1FB"/>
          </a:solidFill>
        </a:fill>
      </a:tcStyle>
    </a:wholeTbl>
    <a:band1H>
      <a:tcTxStyle b="off" i="off"/>
      <a:tcStyle>
        <a:tcBdr/>
        <a:fill>
          <a:solidFill>
            <a:srgbClr val="CCE2F8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CCE2F8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Corbel"/>
          <a:ea typeface="Corbel"/>
          <a:cs typeface="Corbe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orbel"/>
          <a:ea typeface="Corbel"/>
          <a:cs typeface="Corbe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orbel"/>
          <a:ea typeface="Corbel"/>
          <a:cs typeface="Corbe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Corbel"/>
          <a:ea typeface="Corbel"/>
          <a:cs typeface="Corbe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font" Target="fonts/font1.fntdata"/><Relationship Id="rId47" Type="http://schemas.openxmlformats.org/officeDocument/2006/relationships/font" Target="fonts/font6.fntdata"/><Relationship Id="rId50" Type="http://schemas.openxmlformats.org/officeDocument/2006/relationships/font" Target="fonts/font9.fntdata"/><Relationship Id="rId55" Type="http://schemas.openxmlformats.org/officeDocument/2006/relationships/font" Target="fonts/font14.fntdata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font" Target="fonts/font4.fntdata"/><Relationship Id="rId53" Type="http://schemas.openxmlformats.org/officeDocument/2006/relationships/font" Target="fonts/font12.fntdata"/><Relationship Id="rId58" Type="http://schemas.openxmlformats.org/officeDocument/2006/relationships/viewProps" Target="viewProps.xml"/><Relationship Id="rId5" Type="http://schemas.openxmlformats.org/officeDocument/2006/relationships/slide" Target="slides/slide3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font" Target="fonts/font2.fntdata"/><Relationship Id="rId48" Type="http://schemas.openxmlformats.org/officeDocument/2006/relationships/font" Target="fonts/font7.fntdata"/><Relationship Id="rId56" Type="http://customschemas.google.com/relationships/presentationmetadata" Target="metadata"/><Relationship Id="rId8" Type="http://schemas.openxmlformats.org/officeDocument/2006/relationships/slide" Target="slides/slide6.xml"/><Relationship Id="rId51" Type="http://schemas.openxmlformats.org/officeDocument/2006/relationships/font" Target="fonts/font10.fntdata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font" Target="fonts/font5.fntdata"/><Relationship Id="rId59" Type="http://schemas.openxmlformats.org/officeDocument/2006/relationships/theme" Target="theme/theme1.xml"/><Relationship Id="rId20" Type="http://schemas.openxmlformats.org/officeDocument/2006/relationships/slide" Target="slides/slide18.xml"/><Relationship Id="rId41" Type="http://schemas.openxmlformats.org/officeDocument/2006/relationships/notesMaster" Target="notesMasters/notesMaster1.xml"/><Relationship Id="rId54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font" Target="fonts/font8.fntdata"/><Relationship Id="rId57" Type="http://schemas.openxmlformats.org/officeDocument/2006/relationships/presProps" Target="presProps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font" Target="fonts/font3.fntdata"/><Relationship Id="rId52" Type="http://schemas.openxmlformats.org/officeDocument/2006/relationships/font" Target="fonts/font11.fntdata"/><Relationship Id="rId6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5" name="Google Shape;2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6" name="Google Shape;286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93" name="Google Shape;2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0" name="Google Shape;30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6" name="Google Shape;30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5" name="Google Shape;31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22" name="Google Shape;32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44" name="Google Shape;34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51" name="Google Shape;35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66" name="Google Shape;36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76" name="Google Shape;37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86" name="Google Shape;38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00" name="Google Shape;40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12" name="Google Shape;41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19" name="Google Shape;41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28" name="Google Shape;428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35" name="Google Shape;43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44" name="Google Shape;444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63" name="Google Shape;463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85" name="Google Shape;485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06" name="Google Shape;506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14" name="Google Shape;514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22" name="Google Shape;522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28" name="Google Shape;528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35" name="Google Shape;535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46" name="Google Shape;546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62" name="Google Shape;562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4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80" name="Google Shape;580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4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/>
              <a:t>It allows applications to communicate with each other within the same host without requiring physical network hardware or connectivity. 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/>
              <a:t>The loopback address is often used for troubleshooting network issues, testing server applications, or ensuring that network software is functioning as expected locally.</a:t>
            </a:r>
            <a:endParaRPr/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b="1"/>
              <a:t>Characteristics</a:t>
            </a:r>
            <a:r>
              <a:rPr lang="en-US"/>
              <a:t>: Packets sent to a loopback address never leave the host device; they are routed internally, ensuring no external network traffic is involved.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94" name="Google Shape;594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05" name="Google Shape;605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g2f48bd25098_0_14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11" name="Google Shape;611;g2f48bd25098_0_1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g2f48bd25098_0_28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21" name="Google Shape;621;g2f48bd25098_0_2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5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30" name="Google Shape;630;p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g2f48bd2509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51" name="Google Shape;651;g2f48bd25098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This is just for the students</a:t>
            </a:r>
            <a:endParaRPr/>
          </a:p>
        </p:txBody>
      </p:sp>
      <p:sp>
        <p:nvSpPr>
          <p:cNvPr id="652" name="Google Shape;652;g2f48bd25098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33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g2f48bd25098_0_4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59" name="Google Shape;659;g2f48bd25098_0_4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g2f48bd25098_0_4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0" name="Google Shape;670;g2f48bd25098_0_44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71" name="Google Shape;671;g2f48bd25098_0_44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35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g2f48bd25098_0_77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95" name="Google Shape;695;g2f48bd25098_0_7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5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06" name="Google Shape;706;p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5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20" name="Google Shape;720;p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oogle Shape;23;p31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4" name="Google Shape;24;p31"/>
            <p:cNvSpPr/>
            <p:nvPr/>
          </p:nvSpPr>
          <p:spPr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l" t="t" r="r" b="b"/>
              <a:pathLst>
                <a:path w="670" h="1753" extrusionOk="0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5" name="Google Shape;25;p31"/>
            <p:cNvSpPr/>
            <p:nvPr/>
          </p:nvSpPr>
          <p:spPr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l" t="t" r="r" b="b"/>
              <a:pathLst>
                <a:path w="652" h="1684" extrusionOk="0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26" name="Google Shape;26;p31"/>
            <p:cNvSpPr/>
            <p:nvPr/>
          </p:nvSpPr>
          <p:spPr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l" t="t" r="r" b="b"/>
              <a:pathLst>
                <a:path w="1697" h="2693" extrusionOk="0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27" name="Google Shape;27;p31"/>
            <p:cNvSpPr/>
            <p:nvPr/>
          </p:nvSpPr>
          <p:spPr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l" t="t" r="r" b="b"/>
              <a:pathLst>
                <a:path w="2099" h="2624" extrusionOk="0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rgbClr val="0B5982"/>
            </a:solidFill>
            <a:ln>
              <a:noFill/>
            </a:ln>
          </p:spPr>
        </p:sp>
        <p:sp>
          <p:nvSpPr>
            <p:cNvPr id="28" name="Google Shape;28;p31"/>
            <p:cNvSpPr/>
            <p:nvPr/>
          </p:nvSpPr>
          <p:spPr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l" t="t" r="r" b="b"/>
              <a:pathLst>
                <a:path w="2883" h="2627" extrusionOk="0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86C3"/>
            </a:solidFill>
            <a:ln>
              <a:noFill/>
            </a:ln>
          </p:spPr>
        </p:sp>
        <p:sp>
          <p:nvSpPr>
            <p:cNvPr id="29" name="Google Shape;29;p31"/>
            <p:cNvSpPr/>
            <p:nvPr/>
          </p:nvSpPr>
          <p:spPr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l" t="t" r="r" b="b"/>
              <a:pathLst>
                <a:path w="2258" h="2696" extrusionOk="0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</p:grpSp>
      <p:sp>
        <p:nvSpPr>
          <p:cNvPr id="30" name="Google Shape;30;p31"/>
          <p:cNvSpPr txBox="1"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31"/>
          <p:cNvSpPr txBox="1"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r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3045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31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31"/>
          <p:cNvSpPr txBox="1">
            <a:spLocks noGrp="1"/>
          </p:cNvSpPr>
          <p:nvPr>
            <p:ph type="ftr" idx="11"/>
          </p:nvPr>
        </p:nvSpPr>
        <p:spPr>
          <a:xfrm>
            <a:off x="5332412" y="5883275"/>
            <a:ext cx="432404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31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2"/>
          <p:cNvSpPr txBox="1"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32"/>
          <p:cNvSpPr txBox="1"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9433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marL="914400" lvl="1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marL="1371600" lvl="2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marL="1828800" lvl="3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marL="2286000" lvl="4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marL="2743200" lvl="5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marL="3200400" lvl="6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marL="3657600" lvl="7" indent="-39433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marL="4114800" lvl="8" indent="-394334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32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32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32"/>
          <p:cNvSpPr txBox="1">
            <a:spLocks noGrp="1"/>
          </p:cNvSpPr>
          <p:nvPr>
            <p:ph type="sldNum" idx="12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ext, and Content" type="txAndObj">
  <p:cSld name="TEXT_AND_OBJEC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2f48bd25098_0_623"/>
          <p:cNvSpPr txBox="1">
            <a:spLocks noGrp="1"/>
          </p:cNvSpPr>
          <p:nvPr>
            <p:ph type="title"/>
          </p:nvPr>
        </p:nvSpPr>
        <p:spPr>
          <a:xfrm>
            <a:off x="203200" y="152400"/>
            <a:ext cx="117855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g2f48bd25098_0_623"/>
          <p:cNvSpPr txBox="1">
            <a:spLocks noGrp="1"/>
          </p:cNvSpPr>
          <p:nvPr>
            <p:ph type="body" idx="1"/>
          </p:nvPr>
        </p:nvSpPr>
        <p:spPr>
          <a:xfrm>
            <a:off x="203200" y="1371600"/>
            <a:ext cx="5791200" cy="51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9433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marL="914400" lvl="1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marL="1371600" lvl="2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marL="1828800" lvl="3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marL="2286000" lvl="4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marL="2743200" lvl="5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marL="3200400" lvl="6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marL="3657600" lvl="7" indent="-39433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marL="4114800" lvl="8" indent="-394334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g2f48bd25098_0_623"/>
          <p:cNvSpPr txBox="1">
            <a:spLocks noGrp="1"/>
          </p:cNvSpPr>
          <p:nvPr>
            <p:ph type="body" idx="2"/>
          </p:nvPr>
        </p:nvSpPr>
        <p:spPr>
          <a:xfrm>
            <a:off x="6197600" y="1371600"/>
            <a:ext cx="5791200" cy="51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9433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marL="914400" lvl="1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marL="1371600" lvl="2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marL="1828800" lvl="3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marL="2286000" lvl="4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marL="2743200" lvl="5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marL="3200400" lvl="6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marL="3657600" lvl="7" indent="-39433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marL="4114800" lvl="8" indent="-394334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3"/>
          <p:cNvSpPr txBox="1"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sz="4000" b="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33"/>
          <p:cNvSpPr txBox="1"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p33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33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33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4"/>
          <p:cNvSpPr txBox="1"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34"/>
          <p:cNvSpPr txBox="1">
            <a:spLocks noGrp="1"/>
          </p:cNvSpPr>
          <p:nvPr>
            <p:ph type="body" idx="1"/>
          </p:nvPr>
        </p:nvSpPr>
        <p:spPr>
          <a:xfrm>
            <a:off x="1484312" y="2666999"/>
            <a:ext cx="4895055" cy="3124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9433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marL="914400" lvl="1" indent="-37591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marL="1371600" lvl="2" indent="-35750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marL="1828800" lvl="3" indent="-33908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marL="2286000" lvl="4" indent="-33908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marL="2743200" lvl="5" indent="-33908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marL="3200400" lvl="6" indent="-33908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marL="3657600" lvl="7" indent="-33909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marL="4114800" lvl="8" indent="-33909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>
            <a:endParaRPr/>
          </a:p>
        </p:txBody>
      </p:sp>
      <p:sp>
        <p:nvSpPr>
          <p:cNvPr id="54" name="Google Shape;54;p34"/>
          <p:cNvSpPr txBox="1">
            <a:spLocks noGrp="1"/>
          </p:cNvSpPr>
          <p:nvPr>
            <p:ph type="body" idx="2"/>
          </p:nvPr>
        </p:nvSpPr>
        <p:spPr>
          <a:xfrm>
            <a:off x="6607967" y="2667000"/>
            <a:ext cx="4895056" cy="312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9433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marL="914400" lvl="1" indent="-37591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marL="1371600" lvl="2" indent="-35750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marL="1828800" lvl="3" indent="-33908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marL="2286000" lvl="4" indent="-33908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marL="2743200" lvl="5" indent="-33908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marL="3200400" lvl="6" indent="-33908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marL="3657600" lvl="7" indent="-33909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marL="4114800" lvl="8" indent="-33909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>
            <a:endParaRPr/>
          </a:p>
        </p:txBody>
      </p:sp>
      <p:sp>
        <p:nvSpPr>
          <p:cNvPr id="55" name="Google Shape;55;p34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34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34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5"/>
          <p:cNvSpPr txBox="1"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35"/>
          <p:cNvSpPr txBox="1"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4060"/>
              <a:buNone/>
              <a:defRPr sz="2800" b="0">
                <a:solidFill>
                  <a:srgbClr val="1186C3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320"/>
              <a:buNone/>
              <a:defRPr sz="1600" b="1"/>
            </a:lvl9pPr>
          </a:lstStyle>
          <a:p>
            <a:endParaRPr/>
          </a:p>
        </p:txBody>
      </p:sp>
      <p:sp>
        <p:nvSpPr>
          <p:cNvPr id="61" name="Google Shape;61;p35"/>
          <p:cNvSpPr txBox="1">
            <a:spLocks noGrp="1"/>
          </p:cNvSpPr>
          <p:nvPr>
            <p:ph type="body" idx="2"/>
          </p:nvPr>
        </p:nvSpPr>
        <p:spPr>
          <a:xfrm>
            <a:off x="1484311" y="3335337"/>
            <a:ext cx="4895056" cy="2455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9433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marL="914400" lvl="1" indent="-37591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marL="1371600" lvl="2" indent="-35750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marL="1828800" lvl="3" indent="-33908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marL="2286000" lvl="4" indent="-33908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marL="2743200" lvl="5" indent="-33908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marL="3200400" lvl="6" indent="-33908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marL="3657600" lvl="7" indent="-33909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marL="4114800" lvl="8" indent="-33909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>
            <a:endParaRPr/>
          </a:p>
        </p:txBody>
      </p:sp>
      <p:sp>
        <p:nvSpPr>
          <p:cNvPr id="62" name="Google Shape;62;p35"/>
          <p:cNvSpPr txBox="1">
            <a:spLocks noGrp="1"/>
          </p:cNvSpPr>
          <p:nvPr>
            <p:ph type="body" idx="3"/>
          </p:nvPr>
        </p:nvSpPr>
        <p:spPr>
          <a:xfrm>
            <a:off x="6880487" y="2667000"/>
            <a:ext cx="4622537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4060"/>
              <a:buNone/>
              <a:defRPr sz="2800" b="0">
                <a:solidFill>
                  <a:srgbClr val="1186C3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320"/>
              <a:buNone/>
              <a:defRPr sz="1600" b="1"/>
            </a:lvl9pPr>
          </a:lstStyle>
          <a:p>
            <a:endParaRPr/>
          </a:p>
        </p:txBody>
      </p:sp>
      <p:sp>
        <p:nvSpPr>
          <p:cNvPr id="63" name="Google Shape;63;p35"/>
          <p:cNvSpPr txBox="1">
            <a:spLocks noGrp="1"/>
          </p:cNvSpPr>
          <p:nvPr>
            <p:ph type="body" idx="4"/>
          </p:nvPr>
        </p:nvSpPr>
        <p:spPr>
          <a:xfrm>
            <a:off x="6607967" y="3335337"/>
            <a:ext cx="4895056" cy="2455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9433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marL="914400" lvl="1" indent="-37591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marL="1371600" lvl="2" indent="-35750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marL="1828800" lvl="3" indent="-33908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marL="2286000" lvl="4" indent="-33908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marL="2743200" lvl="5" indent="-33908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marL="3200400" lvl="6" indent="-33908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marL="3657600" lvl="7" indent="-33909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marL="4114800" lvl="8" indent="-33909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>
            <a:endParaRPr/>
          </a:p>
        </p:txBody>
      </p:sp>
      <p:sp>
        <p:nvSpPr>
          <p:cNvPr id="64" name="Google Shape;64;p35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35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5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6"/>
          <p:cNvSpPr txBox="1"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36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6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36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7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37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37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8"/>
          <p:cNvSpPr txBox="1"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rbel"/>
              <a:buNone/>
              <a:defRPr sz="2400"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8"/>
          <p:cNvSpPr txBox="1">
            <a:spLocks noGrp="1"/>
          </p:cNvSpPr>
          <p:nvPr>
            <p:ph type="body" idx="1"/>
          </p:nvPr>
        </p:nvSpPr>
        <p:spPr>
          <a:xfrm>
            <a:off x="5262033" y="685799"/>
            <a:ext cx="6240990" cy="5105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4127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Char char="•"/>
              <a:defRPr sz="2000"/>
            </a:lvl1pPr>
            <a:lvl2pPr marL="914400" lvl="1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 sz="1800"/>
            </a:lvl2pPr>
            <a:lvl3pPr marL="1371600" lvl="2" indent="-37591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3pPr>
            <a:lvl4pPr marL="1828800" lvl="3" indent="-35750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4pPr>
            <a:lvl5pPr marL="2286000" lvl="4" indent="-35750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5pPr>
            <a:lvl6pPr marL="2743200" lvl="5" indent="-35750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6pPr>
            <a:lvl7pPr marL="3200400" lvl="6" indent="-35750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7pPr>
            <a:lvl8pPr marL="3657600" lvl="7" indent="-35750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8pPr>
            <a:lvl9pPr marL="4114800" lvl="8" indent="-357504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Char char="•"/>
              <a:defRPr sz="1400"/>
            </a:lvl9pPr>
          </a:lstStyle>
          <a:p>
            <a:endParaRPr/>
          </a:p>
        </p:txBody>
      </p:sp>
      <p:sp>
        <p:nvSpPr>
          <p:cNvPr id="79" name="Google Shape;79;p38"/>
          <p:cNvSpPr txBox="1">
            <a:spLocks noGrp="1"/>
          </p:cNvSpPr>
          <p:nvPr>
            <p:ph type="body" idx="2"/>
          </p:nvPr>
        </p:nvSpPr>
        <p:spPr>
          <a:xfrm>
            <a:off x="1484312" y="2971800"/>
            <a:ext cx="3549121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2320"/>
              <a:buNone/>
              <a:defRPr sz="160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>
            <a:endParaRPr/>
          </a:p>
        </p:txBody>
      </p:sp>
      <p:sp>
        <p:nvSpPr>
          <p:cNvPr id="80" name="Google Shape;80;p38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38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38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39"/>
          <p:cNvSpPr txBox="1"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rbel"/>
              <a:buNone/>
              <a:defRPr sz="2800"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39"/>
          <p:cNvSpPr>
            <a:spLocks noGrp="1"/>
          </p:cNvSpPr>
          <p:nvPr>
            <p:ph type="pic" idx="2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noFill/>
          <a:ln w="381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39"/>
          <p:cNvSpPr txBox="1">
            <a:spLocks noGrp="1"/>
          </p:cNvSpPr>
          <p:nvPr>
            <p:ph type="body" idx="1"/>
          </p:nvPr>
        </p:nvSpPr>
        <p:spPr>
          <a:xfrm>
            <a:off x="1482724" y="3124199"/>
            <a:ext cx="5426158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  <a:defRPr sz="180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>
            <a:endParaRPr/>
          </a:p>
        </p:txBody>
      </p:sp>
      <p:sp>
        <p:nvSpPr>
          <p:cNvPr id="87" name="Google Shape;87;p39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39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39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anoramic Picture with Caption">
  <p:cSld name="Panoramic Picture with Caption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40"/>
          <p:cNvSpPr txBox="1"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rbel"/>
              <a:buNone/>
              <a:defRPr sz="2400"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40"/>
          <p:cNvSpPr>
            <a:spLocks noGrp="1"/>
          </p:cNvSpPr>
          <p:nvPr>
            <p:ph type="pic" idx="2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noFill/>
          <a:ln w="381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p40"/>
          <p:cNvSpPr txBox="1">
            <a:spLocks noGrp="1"/>
          </p:cNvSpPr>
          <p:nvPr>
            <p:ph type="body" idx="1"/>
          </p:nvPr>
        </p:nvSpPr>
        <p:spPr>
          <a:xfrm>
            <a:off x="1484311" y="5299603"/>
            <a:ext cx="10018711" cy="493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203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>
            <a:endParaRPr/>
          </a:p>
        </p:txBody>
      </p:sp>
      <p:sp>
        <p:nvSpPr>
          <p:cNvPr id="94" name="Google Shape;94;p40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40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40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aption">
  <p:cSld name="Title and Caption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1"/>
          <p:cNvSpPr txBox="1"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sz="3200" b="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41"/>
          <p:cNvSpPr txBox="1"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0" name="Google Shape;100;p41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41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41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with Caption">
  <p:cSld name="Quote with Caption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2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lang="en-US" sz="8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“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42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lang="en-US" sz="8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”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42"/>
          <p:cNvSpPr txBox="1"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sz="3200" b="0" cap="none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42"/>
          <p:cNvSpPr txBox="1">
            <a:spLocks noGrp="1"/>
          </p:cNvSpPr>
          <p:nvPr>
            <p:ph type="body" idx="1"/>
          </p:nvPr>
        </p:nvSpPr>
        <p:spPr>
          <a:xfrm>
            <a:off x="2436811" y="3428999"/>
            <a:ext cx="8532815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Font typeface="Corbel"/>
              <a:buNone/>
              <a:defRPr sz="180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Font typeface="Corbel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Font typeface="Corbel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Font typeface="Corbel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Font typeface="Corbel"/>
              <a:buNone/>
              <a:defRPr/>
            </a:lvl5pPr>
            <a:lvl6pPr marL="2743200" lvl="5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marL="3200400" lvl="6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marL="3657600" lvl="7" indent="-39433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marL="4114800" lvl="8" indent="-394334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>
            <a:endParaRPr/>
          </a:p>
        </p:txBody>
      </p:sp>
      <p:sp>
        <p:nvSpPr>
          <p:cNvPr id="108" name="Google Shape;108;p42"/>
          <p:cNvSpPr txBox="1">
            <a:spLocks noGrp="1"/>
          </p:cNvSpPr>
          <p:nvPr>
            <p:ph type="body" idx="2"/>
          </p:nvPr>
        </p:nvSpPr>
        <p:spPr>
          <a:xfrm>
            <a:off x="1484311" y="4343400"/>
            <a:ext cx="10018711" cy="14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9" name="Google Shape;109;p42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42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42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ame Card">
  <p:cSld name="Name Card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3"/>
          <p:cNvSpPr txBox="1"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sz="3200" b="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43"/>
          <p:cNvSpPr txBox="1"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15" name="Google Shape;115;p43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43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43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Name Card">
  <p:cSld name="Quote Name Card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4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lang="en-US" sz="8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“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4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lang="en-US" sz="8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”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44"/>
          <p:cNvSpPr txBox="1"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sz="3200" b="0" cap="none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44"/>
          <p:cNvSpPr txBox="1">
            <a:spLocks noGrp="1"/>
          </p:cNvSpPr>
          <p:nvPr>
            <p:ph type="body" idx="1"/>
          </p:nvPr>
        </p:nvSpPr>
        <p:spPr>
          <a:xfrm>
            <a:off x="1484313" y="3886200"/>
            <a:ext cx="10018710" cy="8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3480"/>
              <a:buNone/>
              <a:defRPr sz="2400" b="0" cap="none">
                <a:solidFill>
                  <a:schemeClr val="dk1"/>
                </a:solidFill>
              </a:defRPr>
            </a:lvl1pPr>
            <a:lvl2pPr marL="914400" lvl="1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marL="1371600" lvl="2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marL="1828800" lvl="3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marL="2286000" lvl="4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marL="2743200" lvl="5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marL="3200400" lvl="6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marL="3657600" lvl="7" indent="-39433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marL="4114800" lvl="8" indent="-394334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>
            <a:endParaRPr/>
          </a:p>
        </p:txBody>
      </p:sp>
      <p:sp>
        <p:nvSpPr>
          <p:cNvPr id="123" name="Google Shape;123;p44"/>
          <p:cNvSpPr txBox="1">
            <a:spLocks noGrp="1"/>
          </p:cNvSpPr>
          <p:nvPr>
            <p:ph type="body" idx="2"/>
          </p:nvPr>
        </p:nvSpPr>
        <p:spPr>
          <a:xfrm>
            <a:off x="1484312" y="4775200"/>
            <a:ext cx="10018710" cy="10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  <a:defRPr sz="18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24" name="Google Shape;124;p44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44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44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ue or False">
  <p:cSld name="True or False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5"/>
          <p:cNvSpPr txBox="1"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45"/>
          <p:cNvSpPr txBox="1">
            <a:spLocks noGrp="1"/>
          </p:cNvSpPr>
          <p:nvPr>
            <p:ph type="body" idx="1"/>
          </p:nvPr>
        </p:nvSpPr>
        <p:spPr>
          <a:xfrm>
            <a:off x="1484312" y="3505200"/>
            <a:ext cx="10018713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4060"/>
              <a:buNone/>
              <a:defRPr sz="2800" b="0" cap="none">
                <a:solidFill>
                  <a:schemeClr val="dk1"/>
                </a:solidFill>
              </a:defRPr>
            </a:lvl1pPr>
            <a:lvl2pPr marL="914400" lvl="1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marL="1371600" lvl="2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marL="1828800" lvl="3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marL="2286000" lvl="4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marL="2743200" lvl="5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marL="3200400" lvl="6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marL="3657600" lvl="7" indent="-39433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marL="4114800" lvl="8" indent="-394334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>
            <a:endParaRPr/>
          </a:p>
        </p:txBody>
      </p:sp>
      <p:sp>
        <p:nvSpPr>
          <p:cNvPr id="130" name="Google Shape;130;p45"/>
          <p:cNvSpPr txBox="1">
            <a:spLocks noGrp="1"/>
          </p:cNvSpPr>
          <p:nvPr>
            <p:ph type="body" idx="2"/>
          </p:nvPr>
        </p:nvSpPr>
        <p:spPr>
          <a:xfrm>
            <a:off x="1484311" y="4343400"/>
            <a:ext cx="10018713" cy="14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  <a:defRPr sz="18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31" name="Google Shape;131;p45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45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45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6"/>
          <p:cNvSpPr txBox="1"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46"/>
          <p:cNvSpPr txBox="1">
            <a:spLocks noGrp="1"/>
          </p:cNvSpPr>
          <p:nvPr>
            <p:ph type="body" idx="1"/>
          </p:nvPr>
        </p:nvSpPr>
        <p:spPr>
          <a:xfrm rot="5400000">
            <a:off x="4931566" y="-780257"/>
            <a:ext cx="3124201" cy="10018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9433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marL="914400" lvl="1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marL="1371600" lvl="2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marL="1828800" lvl="3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marL="2286000" lvl="4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marL="2743200" lvl="5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marL="3200400" lvl="6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marL="3657600" lvl="7" indent="-39433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marL="4114800" lvl="8" indent="-394334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>
            <a:endParaRPr/>
          </a:p>
        </p:txBody>
      </p:sp>
      <p:sp>
        <p:nvSpPr>
          <p:cNvPr id="137" name="Google Shape;137;p46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46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46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47"/>
          <p:cNvSpPr txBox="1">
            <a:spLocks noGrp="1"/>
          </p:cNvSpPr>
          <p:nvPr>
            <p:ph type="title"/>
          </p:nvPr>
        </p:nvSpPr>
        <p:spPr>
          <a:xfrm rot="5400000">
            <a:off x="8065140" y="2353316"/>
            <a:ext cx="5105400" cy="17703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47"/>
          <p:cNvSpPr txBox="1">
            <a:spLocks noGrp="1"/>
          </p:cNvSpPr>
          <p:nvPr>
            <p:ph type="body" idx="1"/>
          </p:nvPr>
        </p:nvSpPr>
        <p:spPr>
          <a:xfrm rot="5400000">
            <a:off x="2941483" y="-771371"/>
            <a:ext cx="5105400" cy="8019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9433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marL="914400" lvl="1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marL="1371600" lvl="2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marL="1828800" lvl="3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marL="2286000" lvl="4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marL="2743200" lvl="5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marL="3200400" lvl="6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marL="3657600" lvl="7" indent="-39433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marL="4114800" lvl="8" indent="-394334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>
            <a:endParaRPr/>
          </a:p>
        </p:txBody>
      </p:sp>
      <p:sp>
        <p:nvSpPr>
          <p:cNvPr id="143" name="Google Shape;143;p47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4" name="Google Shape;144;p47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47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ext, and Content" type="txAndObj">
  <p:cSld name="TEXT_AND_OBJECT"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2f48bd25098_0_836"/>
          <p:cNvSpPr txBox="1">
            <a:spLocks noGrp="1"/>
          </p:cNvSpPr>
          <p:nvPr>
            <p:ph type="title"/>
          </p:nvPr>
        </p:nvSpPr>
        <p:spPr>
          <a:xfrm>
            <a:off x="203200" y="152400"/>
            <a:ext cx="117855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161;g2f48bd25098_0_836"/>
          <p:cNvSpPr txBox="1">
            <a:spLocks noGrp="1"/>
          </p:cNvSpPr>
          <p:nvPr>
            <p:ph type="body" idx="1"/>
          </p:nvPr>
        </p:nvSpPr>
        <p:spPr>
          <a:xfrm>
            <a:off x="203200" y="1371600"/>
            <a:ext cx="5791200" cy="51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9433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marL="914400" lvl="1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marL="1371600" lvl="2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marL="1828800" lvl="3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marL="2286000" lvl="4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marL="2743200" lvl="5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marL="3200400" lvl="6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marL="3657600" lvl="7" indent="-39433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marL="4114800" lvl="8" indent="-394334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>
            <a:endParaRPr/>
          </a:p>
        </p:txBody>
      </p:sp>
      <p:sp>
        <p:nvSpPr>
          <p:cNvPr id="162" name="Google Shape;162;g2f48bd25098_0_836"/>
          <p:cNvSpPr txBox="1">
            <a:spLocks noGrp="1"/>
          </p:cNvSpPr>
          <p:nvPr>
            <p:ph type="body" idx="2"/>
          </p:nvPr>
        </p:nvSpPr>
        <p:spPr>
          <a:xfrm>
            <a:off x="6197600" y="1371600"/>
            <a:ext cx="5791200" cy="51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9433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marL="914400" lvl="1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marL="1371600" lvl="2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marL="1828800" lvl="3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marL="2286000" lvl="4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marL="2743200" lvl="5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marL="3200400" lvl="6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marL="3657600" lvl="7" indent="-39433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marL="4114800" lvl="8" indent="-394334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2f48bd25098_0_818"/>
          <p:cNvSpPr txBox="1">
            <a:spLocks noGrp="1"/>
          </p:cNvSpPr>
          <p:nvPr>
            <p:ph type="title"/>
          </p:nvPr>
        </p:nvSpPr>
        <p:spPr>
          <a:xfrm>
            <a:off x="1484311" y="685800"/>
            <a:ext cx="10018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5" name="Google Shape;165;g2f48bd25098_0_818"/>
          <p:cNvSpPr txBox="1">
            <a:spLocks noGrp="1"/>
          </p:cNvSpPr>
          <p:nvPr>
            <p:ph type="body" idx="1"/>
          </p:nvPr>
        </p:nvSpPr>
        <p:spPr>
          <a:xfrm>
            <a:off x="1484310" y="2666999"/>
            <a:ext cx="10018800" cy="312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9433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marL="914400" lvl="1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marL="1371600" lvl="2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marL="1828800" lvl="3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marL="2286000" lvl="4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marL="2743200" lvl="5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marL="3200400" lvl="6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marL="3657600" lvl="7" indent="-39433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marL="4114800" lvl="8" indent="-394334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>
            <a:endParaRPr/>
          </a:p>
        </p:txBody>
      </p:sp>
      <p:sp>
        <p:nvSpPr>
          <p:cNvPr id="166" name="Google Shape;166;g2f48bd25098_0_818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7" name="Google Shape;167;g2f48bd25098_0_818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8" name="Google Shape;168;g2f48bd25098_0_818"/>
          <p:cNvSpPr txBox="1">
            <a:spLocks noGrp="1"/>
          </p:cNvSpPr>
          <p:nvPr>
            <p:ph type="sldNum" idx="12"/>
          </p:nvPr>
        </p:nvSpPr>
        <p:spPr>
          <a:xfrm>
            <a:off x="10951856" y="5867131"/>
            <a:ext cx="551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0" name="Google Shape;170;g2f48bd25098_0_805"/>
          <p:cNvGrpSpPr/>
          <p:nvPr/>
        </p:nvGrpSpPr>
        <p:grpSpPr>
          <a:xfrm>
            <a:off x="546100" y="-4763"/>
            <a:ext cx="5014913" cy="6862763"/>
            <a:chOff x="2928938" y="-4763"/>
            <a:chExt cx="5014913" cy="6862763"/>
          </a:xfrm>
        </p:grpSpPr>
        <p:sp>
          <p:nvSpPr>
            <p:cNvPr id="171" name="Google Shape;171;g2f48bd25098_0_805"/>
            <p:cNvSpPr/>
            <p:nvPr/>
          </p:nvSpPr>
          <p:spPr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l" t="t" r="r" b="b"/>
              <a:pathLst>
                <a:path w="670" h="1753" extrusionOk="0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72" name="Google Shape;172;g2f48bd25098_0_805"/>
            <p:cNvSpPr/>
            <p:nvPr/>
          </p:nvSpPr>
          <p:spPr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l" t="t" r="r" b="b"/>
              <a:pathLst>
                <a:path w="652" h="1684" extrusionOk="0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173" name="Google Shape;173;g2f48bd25098_0_805"/>
            <p:cNvSpPr/>
            <p:nvPr/>
          </p:nvSpPr>
          <p:spPr>
            <a:xfrm>
              <a:off x="2928938" y="2582862"/>
              <a:ext cx="2693988" cy="4275138"/>
            </a:xfrm>
            <a:custGeom>
              <a:avLst/>
              <a:gdLst/>
              <a:ahLst/>
              <a:cxnLst/>
              <a:rect l="l" t="t" r="r" b="b"/>
              <a:pathLst>
                <a:path w="1697" h="2693" extrusionOk="0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174" name="Google Shape;174;g2f48bd25098_0_805"/>
            <p:cNvSpPr/>
            <p:nvPr/>
          </p:nvSpPr>
          <p:spPr>
            <a:xfrm>
              <a:off x="3371850" y="2692400"/>
              <a:ext cx="3332163" cy="4165600"/>
            </a:xfrm>
            <a:custGeom>
              <a:avLst/>
              <a:gdLst/>
              <a:ahLst/>
              <a:cxnLst/>
              <a:rect l="l" t="t" r="r" b="b"/>
              <a:pathLst>
                <a:path w="2099" h="2624" extrusionOk="0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rgbClr val="0B5982"/>
            </a:solidFill>
            <a:ln>
              <a:noFill/>
            </a:ln>
          </p:spPr>
        </p:sp>
        <p:sp>
          <p:nvSpPr>
            <p:cNvPr id="175" name="Google Shape;175;g2f48bd25098_0_805"/>
            <p:cNvSpPr/>
            <p:nvPr/>
          </p:nvSpPr>
          <p:spPr>
            <a:xfrm>
              <a:off x="3367088" y="2687637"/>
              <a:ext cx="4576763" cy="4170363"/>
            </a:xfrm>
            <a:custGeom>
              <a:avLst/>
              <a:gdLst/>
              <a:ahLst/>
              <a:cxnLst/>
              <a:rect l="l" t="t" r="r" b="b"/>
              <a:pathLst>
                <a:path w="2883" h="2627" extrusionOk="0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86C3"/>
            </a:solidFill>
            <a:ln>
              <a:noFill/>
            </a:ln>
          </p:spPr>
        </p:sp>
        <p:sp>
          <p:nvSpPr>
            <p:cNvPr id="176" name="Google Shape;176;g2f48bd25098_0_805"/>
            <p:cNvSpPr/>
            <p:nvPr/>
          </p:nvSpPr>
          <p:spPr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l" t="t" r="r" b="b"/>
              <a:pathLst>
                <a:path w="2258" h="2696" extrusionOk="0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</p:grpSp>
      <p:sp>
        <p:nvSpPr>
          <p:cNvPr id="177" name="Google Shape;177;g2f48bd25098_0_805"/>
          <p:cNvSpPr txBox="1">
            <a:spLocks noGrp="1"/>
          </p:cNvSpPr>
          <p:nvPr>
            <p:ph type="ctrTitle"/>
          </p:nvPr>
        </p:nvSpPr>
        <p:spPr>
          <a:xfrm>
            <a:off x="2928401" y="1380068"/>
            <a:ext cx="8574600" cy="261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8" name="Google Shape;178;g2f48bd25098_0_805"/>
          <p:cNvSpPr txBox="1">
            <a:spLocks noGrp="1"/>
          </p:cNvSpPr>
          <p:nvPr>
            <p:ph type="subTitle" idx="1"/>
          </p:nvPr>
        </p:nvSpPr>
        <p:spPr>
          <a:xfrm>
            <a:off x="4515377" y="3996267"/>
            <a:ext cx="6987600" cy="13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r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3045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79" name="Google Shape;179;g2f48bd25098_0_805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0" name="Google Shape;180;g2f48bd25098_0_805"/>
          <p:cNvSpPr txBox="1">
            <a:spLocks noGrp="1"/>
          </p:cNvSpPr>
          <p:nvPr>
            <p:ph type="ftr" idx="11"/>
          </p:nvPr>
        </p:nvSpPr>
        <p:spPr>
          <a:xfrm>
            <a:off x="5332412" y="5883275"/>
            <a:ext cx="4323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1" name="Google Shape;181;g2f48bd25098_0_805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2f48bd25098_0_824"/>
          <p:cNvSpPr txBox="1">
            <a:spLocks noGrp="1"/>
          </p:cNvSpPr>
          <p:nvPr>
            <p:ph type="title"/>
          </p:nvPr>
        </p:nvSpPr>
        <p:spPr>
          <a:xfrm>
            <a:off x="1484311" y="685800"/>
            <a:ext cx="10018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4" name="Google Shape;184;g2f48bd25098_0_824"/>
          <p:cNvSpPr txBox="1">
            <a:spLocks noGrp="1"/>
          </p:cNvSpPr>
          <p:nvPr>
            <p:ph type="body" idx="1"/>
          </p:nvPr>
        </p:nvSpPr>
        <p:spPr>
          <a:xfrm>
            <a:off x="1484312" y="2666999"/>
            <a:ext cx="4895100" cy="312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9433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marL="914400" lvl="1" indent="-37591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marL="1371600" lvl="2" indent="-35750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marL="1828800" lvl="3" indent="-33908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marL="2286000" lvl="4" indent="-33908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marL="2743200" lvl="5" indent="-33908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marL="3200400" lvl="6" indent="-33908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marL="3657600" lvl="7" indent="-33909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marL="4114800" lvl="8" indent="-33909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>
            <a:endParaRPr/>
          </a:p>
        </p:txBody>
      </p:sp>
      <p:sp>
        <p:nvSpPr>
          <p:cNvPr id="185" name="Google Shape;185;g2f48bd25098_0_824"/>
          <p:cNvSpPr txBox="1">
            <a:spLocks noGrp="1"/>
          </p:cNvSpPr>
          <p:nvPr>
            <p:ph type="body" idx="2"/>
          </p:nvPr>
        </p:nvSpPr>
        <p:spPr>
          <a:xfrm>
            <a:off x="6607967" y="2667000"/>
            <a:ext cx="4895100" cy="312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9433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marL="914400" lvl="1" indent="-37591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marL="1371600" lvl="2" indent="-35750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marL="1828800" lvl="3" indent="-33908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marL="2286000" lvl="4" indent="-33908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marL="2743200" lvl="5" indent="-33908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marL="3200400" lvl="6" indent="-33908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marL="3657600" lvl="7" indent="-33909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marL="4114800" lvl="8" indent="-33909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>
            <a:endParaRPr/>
          </a:p>
        </p:txBody>
      </p:sp>
      <p:sp>
        <p:nvSpPr>
          <p:cNvPr id="186" name="Google Shape;186;g2f48bd25098_0_824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7" name="Google Shape;187;g2f48bd25098_0_824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8" name="Google Shape;188;g2f48bd25098_0_824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2f48bd25098_0_831"/>
          <p:cNvSpPr txBox="1">
            <a:spLocks noGrp="1"/>
          </p:cNvSpPr>
          <p:nvPr>
            <p:ph type="title"/>
          </p:nvPr>
        </p:nvSpPr>
        <p:spPr>
          <a:xfrm>
            <a:off x="1484311" y="685800"/>
            <a:ext cx="10018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1" name="Google Shape;191;g2f48bd25098_0_831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2" name="Google Shape;192;g2f48bd25098_0_831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3" name="Google Shape;193;g2f48bd25098_0_831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2f48bd25098_0_840"/>
          <p:cNvSpPr txBox="1">
            <a:spLocks noGrp="1"/>
          </p:cNvSpPr>
          <p:nvPr>
            <p:ph type="title"/>
          </p:nvPr>
        </p:nvSpPr>
        <p:spPr>
          <a:xfrm>
            <a:off x="2572279" y="2666999"/>
            <a:ext cx="8930700" cy="211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sz="4000" b="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6" name="Google Shape;196;g2f48bd25098_0_840"/>
          <p:cNvSpPr txBox="1">
            <a:spLocks noGrp="1"/>
          </p:cNvSpPr>
          <p:nvPr>
            <p:ph type="body" idx="1"/>
          </p:nvPr>
        </p:nvSpPr>
        <p:spPr>
          <a:xfrm>
            <a:off x="2572278" y="4777381"/>
            <a:ext cx="8930700" cy="8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97" name="Google Shape;197;g2f48bd25098_0_840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8" name="Google Shape;198;g2f48bd25098_0_840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9" name="Google Shape;199;g2f48bd25098_0_840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2f48bd25098_0_846"/>
          <p:cNvSpPr txBox="1">
            <a:spLocks noGrp="1"/>
          </p:cNvSpPr>
          <p:nvPr>
            <p:ph type="title"/>
          </p:nvPr>
        </p:nvSpPr>
        <p:spPr>
          <a:xfrm>
            <a:off x="1484311" y="685800"/>
            <a:ext cx="10018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2" name="Google Shape;202;g2f48bd25098_0_846"/>
          <p:cNvSpPr txBox="1">
            <a:spLocks noGrp="1"/>
          </p:cNvSpPr>
          <p:nvPr>
            <p:ph type="body" idx="1"/>
          </p:nvPr>
        </p:nvSpPr>
        <p:spPr>
          <a:xfrm>
            <a:off x="1772179" y="2658533"/>
            <a:ext cx="4607100" cy="5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4060"/>
              <a:buNone/>
              <a:defRPr sz="2800" b="0">
                <a:solidFill>
                  <a:srgbClr val="1186C3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320"/>
              <a:buNone/>
              <a:defRPr sz="1600" b="1"/>
            </a:lvl9pPr>
          </a:lstStyle>
          <a:p>
            <a:endParaRPr/>
          </a:p>
        </p:txBody>
      </p:sp>
      <p:sp>
        <p:nvSpPr>
          <p:cNvPr id="203" name="Google Shape;203;g2f48bd25098_0_846"/>
          <p:cNvSpPr txBox="1">
            <a:spLocks noGrp="1"/>
          </p:cNvSpPr>
          <p:nvPr>
            <p:ph type="body" idx="2"/>
          </p:nvPr>
        </p:nvSpPr>
        <p:spPr>
          <a:xfrm>
            <a:off x="1484311" y="3335337"/>
            <a:ext cx="4895100" cy="24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9433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marL="914400" lvl="1" indent="-37591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marL="1371600" lvl="2" indent="-35750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marL="1828800" lvl="3" indent="-33908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marL="2286000" lvl="4" indent="-33908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marL="2743200" lvl="5" indent="-33908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marL="3200400" lvl="6" indent="-33908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marL="3657600" lvl="7" indent="-33909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marL="4114800" lvl="8" indent="-33909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>
            <a:endParaRPr/>
          </a:p>
        </p:txBody>
      </p:sp>
      <p:sp>
        <p:nvSpPr>
          <p:cNvPr id="204" name="Google Shape;204;g2f48bd25098_0_846"/>
          <p:cNvSpPr txBox="1">
            <a:spLocks noGrp="1"/>
          </p:cNvSpPr>
          <p:nvPr>
            <p:ph type="body" idx="3"/>
          </p:nvPr>
        </p:nvSpPr>
        <p:spPr>
          <a:xfrm>
            <a:off x="6880487" y="2667000"/>
            <a:ext cx="4622400" cy="5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4060"/>
              <a:buNone/>
              <a:defRPr sz="2800" b="0">
                <a:solidFill>
                  <a:srgbClr val="1186C3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320"/>
              <a:buNone/>
              <a:defRPr sz="1600" b="1"/>
            </a:lvl9pPr>
          </a:lstStyle>
          <a:p>
            <a:endParaRPr/>
          </a:p>
        </p:txBody>
      </p:sp>
      <p:sp>
        <p:nvSpPr>
          <p:cNvPr id="205" name="Google Shape;205;g2f48bd25098_0_846"/>
          <p:cNvSpPr txBox="1">
            <a:spLocks noGrp="1"/>
          </p:cNvSpPr>
          <p:nvPr>
            <p:ph type="body" idx="4"/>
          </p:nvPr>
        </p:nvSpPr>
        <p:spPr>
          <a:xfrm>
            <a:off x="6607967" y="3335337"/>
            <a:ext cx="4895100" cy="24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9433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marL="914400" lvl="1" indent="-37591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marL="1371600" lvl="2" indent="-35750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marL="1828800" lvl="3" indent="-33908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marL="2286000" lvl="4" indent="-33908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marL="2743200" lvl="5" indent="-33908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marL="3200400" lvl="6" indent="-33908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marL="3657600" lvl="7" indent="-33909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marL="4114800" lvl="8" indent="-33909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>
            <a:endParaRPr/>
          </a:p>
        </p:txBody>
      </p:sp>
      <p:sp>
        <p:nvSpPr>
          <p:cNvPr id="206" name="Google Shape;206;g2f48bd25098_0_846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7" name="Google Shape;207;g2f48bd25098_0_846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8" name="Google Shape;208;g2f48bd25098_0_846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2f48bd25098_0_855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1" name="Google Shape;211;g2f48bd25098_0_855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2" name="Google Shape;212;g2f48bd25098_0_855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2f48bd25098_0_859"/>
          <p:cNvSpPr txBox="1">
            <a:spLocks noGrp="1"/>
          </p:cNvSpPr>
          <p:nvPr>
            <p:ph type="title"/>
          </p:nvPr>
        </p:nvSpPr>
        <p:spPr>
          <a:xfrm>
            <a:off x="1484312" y="1600200"/>
            <a:ext cx="35490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rbel"/>
              <a:buNone/>
              <a:defRPr sz="2400"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5" name="Google Shape;215;g2f48bd25098_0_859"/>
          <p:cNvSpPr txBox="1">
            <a:spLocks noGrp="1"/>
          </p:cNvSpPr>
          <p:nvPr>
            <p:ph type="body" idx="1"/>
          </p:nvPr>
        </p:nvSpPr>
        <p:spPr>
          <a:xfrm>
            <a:off x="5262033" y="685799"/>
            <a:ext cx="6240900" cy="51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41275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Char char="•"/>
              <a:defRPr sz="2000"/>
            </a:lvl1pPr>
            <a:lvl2pPr marL="914400" lvl="1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 sz="1800"/>
            </a:lvl2pPr>
            <a:lvl3pPr marL="1371600" lvl="2" indent="-375919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3pPr>
            <a:lvl4pPr marL="1828800" lvl="3" indent="-35750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4pPr>
            <a:lvl5pPr marL="2286000" lvl="4" indent="-35750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5pPr>
            <a:lvl6pPr marL="2743200" lvl="5" indent="-35750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6pPr>
            <a:lvl7pPr marL="3200400" lvl="6" indent="-35750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7pPr>
            <a:lvl8pPr marL="3657600" lvl="7" indent="-35750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8pPr>
            <a:lvl9pPr marL="4114800" lvl="8" indent="-357504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Char char="•"/>
              <a:defRPr sz="1400"/>
            </a:lvl9pPr>
          </a:lstStyle>
          <a:p>
            <a:endParaRPr/>
          </a:p>
        </p:txBody>
      </p:sp>
      <p:sp>
        <p:nvSpPr>
          <p:cNvPr id="216" name="Google Shape;216;g2f48bd25098_0_859"/>
          <p:cNvSpPr txBox="1">
            <a:spLocks noGrp="1"/>
          </p:cNvSpPr>
          <p:nvPr>
            <p:ph type="body" idx="2"/>
          </p:nvPr>
        </p:nvSpPr>
        <p:spPr>
          <a:xfrm>
            <a:off x="1484312" y="2971800"/>
            <a:ext cx="35490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2320"/>
              <a:buNone/>
              <a:defRPr sz="160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>
            <a:endParaRPr/>
          </a:p>
        </p:txBody>
      </p:sp>
      <p:sp>
        <p:nvSpPr>
          <p:cNvPr id="217" name="Google Shape;217;g2f48bd25098_0_859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8" name="Google Shape;218;g2f48bd25098_0_859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9" name="Google Shape;219;g2f48bd25098_0_859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2f48bd25098_0_866"/>
          <p:cNvSpPr txBox="1">
            <a:spLocks noGrp="1"/>
          </p:cNvSpPr>
          <p:nvPr>
            <p:ph type="title"/>
          </p:nvPr>
        </p:nvSpPr>
        <p:spPr>
          <a:xfrm>
            <a:off x="1482724" y="1752599"/>
            <a:ext cx="54261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rbel"/>
              <a:buNone/>
              <a:defRPr sz="2800"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2" name="Google Shape;222;g2f48bd25098_0_866"/>
          <p:cNvSpPr>
            <a:spLocks noGrp="1"/>
          </p:cNvSpPr>
          <p:nvPr>
            <p:ph type="pic" idx="2"/>
          </p:nvPr>
        </p:nvSpPr>
        <p:spPr>
          <a:xfrm>
            <a:off x="7594682" y="914400"/>
            <a:ext cx="3281100" cy="4572000"/>
          </a:xfrm>
          <a:prstGeom prst="roundRect">
            <a:avLst>
              <a:gd name="adj" fmla="val 4280"/>
            </a:avLst>
          </a:prstGeom>
          <a:noFill/>
          <a:ln w="381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3" name="Google Shape;223;g2f48bd25098_0_866"/>
          <p:cNvSpPr txBox="1">
            <a:spLocks noGrp="1"/>
          </p:cNvSpPr>
          <p:nvPr>
            <p:ph type="body" idx="1"/>
          </p:nvPr>
        </p:nvSpPr>
        <p:spPr>
          <a:xfrm>
            <a:off x="1482724" y="3124199"/>
            <a:ext cx="54261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  <a:defRPr sz="180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>
            <a:endParaRPr/>
          </a:p>
        </p:txBody>
      </p:sp>
      <p:sp>
        <p:nvSpPr>
          <p:cNvPr id="224" name="Google Shape;224;g2f48bd25098_0_866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5" name="Google Shape;225;g2f48bd25098_0_866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6" name="Google Shape;226;g2f48bd25098_0_866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anoramic Picture with Caption">
  <p:cSld name="Panoramic Picture with Caption"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2f48bd25098_0_873"/>
          <p:cNvSpPr txBox="1">
            <a:spLocks noGrp="1"/>
          </p:cNvSpPr>
          <p:nvPr>
            <p:ph type="title"/>
          </p:nvPr>
        </p:nvSpPr>
        <p:spPr>
          <a:xfrm>
            <a:off x="1484311" y="4732865"/>
            <a:ext cx="100188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rbel"/>
              <a:buNone/>
              <a:defRPr sz="2400"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9" name="Google Shape;229;g2f48bd25098_0_873"/>
          <p:cNvSpPr>
            <a:spLocks noGrp="1"/>
          </p:cNvSpPr>
          <p:nvPr>
            <p:ph type="pic" idx="2"/>
          </p:nvPr>
        </p:nvSpPr>
        <p:spPr>
          <a:xfrm>
            <a:off x="2386012" y="932112"/>
            <a:ext cx="8226000" cy="3165000"/>
          </a:xfrm>
          <a:prstGeom prst="roundRect">
            <a:avLst>
              <a:gd name="adj" fmla="val 4380"/>
            </a:avLst>
          </a:prstGeom>
          <a:noFill/>
          <a:ln w="381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0" name="Google Shape;230;g2f48bd25098_0_873"/>
          <p:cNvSpPr txBox="1">
            <a:spLocks noGrp="1"/>
          </p:cNvSpPr>
          <p:nvPr>
            <p:ph type="body" idx="1"/>
          </p:nvPr>
        </p:nvSpPr>
        <p:spPr>
          <a:xfrm>
            <a:off x="1484311" y="5299603"/>
            <a:ext cx="10018800" cy="49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203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>
            <a:endParaRPr/>
          </a:p>
        </p:txBody>
      </p:sp>
      <p:sp>
        <p:nvSpPr>
          <p:cNvPr id="231" name="Google Shape;231;g2f48bd25098_0_873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2" name="Google Shape;232;g2f48bd25098_0_873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3" name="Google Shape;233;g2f48bd25098_0_873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aption">
  <p:cSld name="Title and Caption"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2f48bd25098_0_880"/>
          <p:cNvSpPr txBox="1">
            <a:spLocks noGrp="1"/>
          </p:cNvSpPr>
          <p:nvPr>
            <p:ph type="title"/>
          </p:nvPr>
        </p:nvSpPr>
        <p:spPr>
          <a:xfrm>
            <a:off x="1484312" y="685800"/>
            <a:ext cx="10018800" cy="30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sz="3200" b="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6" name="Google Shape;236;g2f48bd25098_0_880"/>
          <p:cNvSpPr txBox="1">
            <a:spLocks noGrp="1"/>
          </p:cNvSpPr>
          <p:nvPr>
            <p:ph type="body" idx="1"/>
          </p:nvPr>
        </p:nvSpPr>
        <p:spPr>
          <a:xfrm>
            <a:off x="1484312" y="4343400"/>
            <a:ext cx="10018800" cy="14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37" name="Google Shape;237;g2f48bd25098_0_880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8" name="Google Shape;238;g2f48bd25098_0_880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9" name="Google Shape;239;g2f48bd25098_0_880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with Caption">
  <p:cSld name="Quote with Caption"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2f48bd25098_0_886"/>
          <p:cNvSpPr txBox="1"/>
          <p:nvPr/>
        </p:nvSpPr>
        <p:spPr>
          <a:xfrm>
            <a:off x="1598612" y="863023"/>
            <a:ext cx="6096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lang="en-US" sz="8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“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g2f48bd25098_0_886"/>
          <p:cNvSpPr txBox="1"/>
          <p:nvPr/>
        </p:nvSpPr>
        <p:spPr>
          <a:xfrm>
            <a:off x="10893425" y="2819399"/>
            <a:ext cx="6096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lang="en-US" sz="8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”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g2f48bd25098_0_886"/>
          <p:cNvSpPr txBox="1">
            <a:spLocks noGrp="1"/>
          </p:cNvSpPr>
          <p:nvPr>
            <p:ph type="title"/>
          </p:nvPr>
        </p:nvSpPr>
        <p:spPr>
          <a:xfrm>
            <a:off x="2208212" y="685800"/>
            <a:ext cx="89901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sz="3200" b="0" cap="none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4" name="Google Shape;244;g2f48bd25098_0_886"/>
          <p:cNvSpPr txBox="1">
            <a:spLocks noGrp="1"/>
          </p:cNvSpPr>
          <p:nvPr>
            <p:ph type="body" idx="1"/>
          </p:nvPr>
        </p:nvSpPr>
        <p:spPr>
          <a:xfrm>
            <a:off x="2436811" y="3428999"/>
            <a:ext cx="85329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Font typeface="Corbel"/>
              <a:buNone/>
              <a:defRPr sz="180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Font typeface="Corbel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Font typeface="Corbel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Font typeface="Corbel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Font typeface="Corbel"/>
              <a:buNone/>
              <a:defRPr/>
            </a:lvl5pPr>
            <a:lvl6pPr marL="2743200" lvl="5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marL="3200400" lvl="6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marL="3657600" lvl="7" indent="-39433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marL="4114800" lvl="8" indent="-394334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>
            <a:endParaRPr/>
          </a:p>
        </p:txBody>
      </p:sp>
      <p:sp>
        <p:nvSpPr>
          <p:cNvPr id="245" name="Google Shape;245;g2f48bd25098_0_886"/>
          <p:cNvSpPr txBox="1">
            <a:spLocks noGrp="1"/>
          </p:cNvSpPr>
          <p:nvPr>
            <p:ph type="body" idx="2"/>
          </p:nvPr>
        </p:nvSpPr>
        <p:spPr>
          <a:xfrm>
            <a:off x="1484311" y="4343400"/>
            <a:ext cx="10018800" cy="14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46" name="Google Shape;246;g2f48bd25098_0_886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7" name="Google Shape;247;g2f48bd25098_0_886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8" name="Google Shape;248;g2f48bd25098_0_886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ame Card">
  <p:cSld name="Name Card"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2f48bd25098_0_895"/>
          <p:cNvSpPr txBox="1">
            <a:spLocks noGrp="1"/>
          </p:cNvSpPr>
          <p:nvPr>
            <p:ph type="title"/>
          </p:nvPr>
        </p:nvSpPr>
        <p:spPr>
          <a:xfrm>
            <a:off x="1484313" y="3308581"/>
            <a:ext cx="10018800" cy="14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sz="3200" b="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1" name="Google Shape;251;g2f48bd25098_0_895"/>
          <p:cNvSpPr txBox="1">
            <a:spLocks noGrp="1"/>
          </p:cNvSpPr>
          <p:nvPr>
            <p:ph type="body" idx="1"/>
          </p:nvPr>
        </p:nvSpPr>
        <p:spPr>
          <a:xfrm>
            <a:off x="1484312" y="4777381"/>
            <a:ext cx="10018800" cy="8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52" name="Google Shape;252;g2f48bd25098_0_895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3" name="Google Shape;253;g2f48bd25098_0_895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4" name="Google Shape;254;g2f48bd25098_0_895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Name Card">
  <p:cSld name="Quote Name Card"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2f48bd25098_0_901"/>
          <p:cNvSpPr txBox="1"/>
          <p:nvPr/>
        </p:nvSpPr>
        <p:spPr>
          <a:xfrm>
            <a:off x="1598612" y="863023"/>
            <a:ext cx="6096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lang="en-US" sz="8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“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g2f48bd25098_0_901"/>
          <p:cNvSpPr txBox="1"/>
          <p:nvPr/>
        </p:nvSpPr>
        <p:spPr>
          <a:xfrm>
            <a:off x="10893425" y="2819399"/>
            <a:ext cx="6096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lang="en-US" sz="8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”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g2f48bd25098_0_901"/>
          <p:cNvSpPr txBox="1">
            <a:spLocks noGrp="1"/>
          </p:cNvSpPr>
          <p:nvPr>
            <p:ph type="title"/>
          </p:nvPr>
        </p:nvSpPr>
        <p:spPr>
          <a:xfrm>
            <a:off x="2208212" y="685800"/>
            <a:ext cx="89901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sz="3200" b="0" cap="none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9" name="Google Shape;259;g2f48bd25098_0_901"/>
          <p:cNvSpPr txBox="1">
            <a:spLocks noGrp="1"/>
          </p:cNvSpPr>
          <p:nvPr>
            <p:ph type="body" idx="1"/>
          </p:nvPr>
        </p:nvSpPr>
        <p:spPr>
          <a:xfrm>
            <a:off x="1484313" y="3886200"/>
            <a:ext cx="10018800" cy="88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3480"/>
              <a:buNone/>
              <a:defRPr sz="2400" b="0" cap="none">
                <a:solidFill>
                  <a:schemeClr val="dk1"/>
                </a:solidFill>
              </a:defRPr>
            </a:lvl1pPr>
            <a:lvl2pPr marL="914400" lvl="1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marL="1371600" lvl="2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marL="1828800" lvl="3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marL="2286000" lvl="4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marL="2743200" lvl="5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marL="3200400" lvl="6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marL="3657600" lvl="7" indent="-39433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marL="4114800" lvl="8" indent="-394334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>
            <a:endParaRPr/>
          </a:p>
        </p:txBody>
      </p:sp>
      <p:sp>
        <p:nvSpPr>
          <p:cNvPr id="260" name="Google Shape;260;g2f48bd25098_0_901"/>
          <p:cNvSpPr txBox="1">
            <a:spLocks noGrp="1"/>
          </p:cNvSpPr>
          <p:nvPr>
            <p:ph type="body" idx="2"/>
          </p:nvPr>
        </p:nvSpPr>
        <p:spPr>
          <a:xfrm>
            <a:off x="1484312" y="4775200"/>
            <a:ext cx="10018800" cy="10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  <a:defRPr sz="18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1" name="Google Shape;261;g2f48bd25098_0_901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2" name="Google Shape;262;g2f48bd25098_0_901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3" name="Google Shape;263;g2f48bd25098_0_901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ue or False">
  <p:cSld name="True or False"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2f48bd25098_0_910"/>
          <p:cNvSpPr txBox="1">
            <a:spLocks noGrp="1"/>
          </p:cNvSpPr>
          <p:nvPr>
            <p:ph type="title"/>
          </p:nvPr>
        </p:nvSpPr>
        <p:spPr>
          <a:xfrm>
            <a:off x="1484313" y="685800"/>
            <a:ext cx="10018800" cy="272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6" name="Google Shape;266;g2f48bd25098_0_910"/>
          <p:cNvSpPr txBox="1">
            <a:spLocks noGrp="1"/>
          </p:cNvSpPr>
          <p:nvPr>
            <p:ph type="body" idx="1"/>
          </p:nvPr>
        </p:nvSpPr>
        <p:spPr>
          <a:xfrm>
            <a:off x="1484312" y="3505200"/>
            <a:ext cx="100188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4060"/>
              <a:buNone/>
              <a:defRPr sz="2800" b="0" cap="none">
                <a:solidFill>
                  <a:schemeClr val="dk1"/>
                </a:solidFill>
              </a:defRPr>
            </a:lvl1pPr>
            <a:lvl2pPr marL="914400" lvl="1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marL="1371600" lvl="2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marL="1828800" lvl="3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marL="2286000" lvl="4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marL="2743200" lvl="5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marL="3200400" lvl="6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marL="3657600" lvl="7" indent="-39433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marL="4114800" lvl="8" indent="-394334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>
            <a:endParaRPr/>
          </a:p>
        </p:txBody>
      </p:sp>
      <p:sp>
        <p:nvSpPr>
          <p:cNvPr id="267" name="Google Shape;267;g2f48bd25098_0_910"/>
          <p:cNvSpPr txBox="1">
            <a:spLocks noGrp="1"/>
          </p:cNvSpPr>
          <p:nvPr>
            <p:ph type="body" idx="2"/>
          </p:nvPr>
        </p:nvSpPr>
        <p:spPr>
          <a:xfrm>
            <a:off x="1484311" y="4343400"/>
            <a:ext cx="10018800" cy="14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  <a:defRPr sz="18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8" name="Google Shape;268;g2f48bd25098_0_910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9" name="Google Shape;269;g2f48bd25098_0_910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0" name="Google Shape;270;g2f48bd25098_0_910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2f48bd25098_0_917"/>
          <p:cNvSpPr txBox="1">
            <a:spLocks noGrp="1"/>
          </p:cNvSpPr>
          <p:nvPr>
            <p:ph type="title"/>
          </p:nvPr>
        </p:nvSpPr>
        <p:spPr>
          <a:xfrm>
            <a:off x="1484311" y="685800"/>
            <a:ext cx="10018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3" name="Google Shape;273;g2f48bd25098_0_917"/>
          <p:cNvSpPr txBox="1">
            <a:spLocks noGrp="1"/>
          </p:cNvSpPr>
          <p:nvPr>
            <p:ph type="body" idx="1"/>
          </p:nvPr>
        </p:nvSpPr>
        <p:spPr>
          <a:xfrm rot="5400000">
            <a:off x="4931523" y="-780301"/>
            <a:ext cx="3124200" cy="1001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9433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marL="914400" lvl="1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marL="1371600" lvl="2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marL="1828800" lvl="3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marL="2286000" lvl="4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marL="2743200" lvl="5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marL="3200400" lvl="6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marL="3657600" lvl="7" indent="-39433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marL="4114800" lvl="8" indent="-394334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>
            <a:endParaRPr/>
          </a:p>
        </p:txBody>
      </p:sp>
      <p:sp>
        <p:nvSpPr>
          <p:cNvPr id="274" name="Google Shape;274;g2f48bd25098_0_917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5" name="Google Shape;275;g2f48bd25098_0_917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6" name="Google Shape;276;g2f48bd25098_0_917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2f48bd25098_0_923"/>
          <p:cNvSpPr txBox="1">
            <a:spLocks noGrp="1"/>
          </p:cNvSpPr>
          <p:nvPr>
            <p:ph type="title"/>
          </p:nvPr>
        </p:nvSpPr>
        <p:spPr>
          <a:xfrm rot="5400000">
            <a:off x="8065175" y="2353351"/>
            <a:ext cx="5105400" cy="177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9" name="Google Shape;279;g2f48bd25098_0_923"/>
          <p:cNvSpPr txBox="1">
            <a:spLocks noGrp="1"/>
          </p:cNvSpPr>
          <p:nvPr>
            <p:ph type="body" idx="1"/>
          </p:nvPr>
        </p:nvSpPr>
        <p:spPr>
          <a:xfrm rot="5400000">
            <a:off x="2941554" y="-771300"/>
            <a:ext cx="5105400" cy="80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9433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marL="914400" lvl="1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marL="1371600" lvl="2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marL="1828800" lvl="3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marL="2286000" lvl="4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marL="2743200" lvl="5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marL="3200400" lvl="6" indent="-394335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marL="3657600" lvl="7" indent="-39433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marL="4114800" lvl="8" indent="-394334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>
            <a:endParaRPr/>
          </a:p>
        </p:txBody>
      </p:sp>
      <p:sp>
        <p:nvSpPr>
          <p:cNvPr id="280" name="Google Shape;280;g2f48bd25098_0_923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1" name="Google Shape;281;g2f48bd25098_0_923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2" name="Google Shape;282;g2f48bd25098_0_923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13" Type="http://schemas.openxmlformats.org/officeDocument/2006/relationships/slideLayout" Target="../slideLayouts/slideLayout31.xml"/><Relationship Id="rId18" Type="http://schemas.openxmlformats.org/officeDocument/2006/relationships/slideLayout" Target="../slideLayouts/slideLayout36.xml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30.xml"/><Relationship Id="rId17" Type="http://schemas.openxmlformats.org/officeDocument/2006/relationships/slideLayout" Target="../slideLayouts/slideLayout35.xml"/><Relationship Id="rId2" Type="http://schemas.openxmlformats.org/officeDocument/2006/relationships/slideLayout" Target="../slideLayouts/slideLayout20.xml"/><Relationship Id="rId16" Type="http://schemas.openxmlformats.org/officeDocument/2006/relationships/slideLayout" Target="../slideLayouts/slideLayout34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28.xml"/><Relationship Id="rId19" Type="http://schemas.openxmlformats.org/officeDocument/2006/relationships/theme" Target="../theme/theme2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Relationship Id="rId14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0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30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11" name="Google Shape;11;p30"/>
            <p:cNvSpPr/>
            <p:nvPr/>
          </p:nvSpPr>
          <p:spPr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l" t="t" r="r" b="b"/>
              <a:pathLst>
                <a:path w="707" h="3357" extrusionOk="0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2" name="Google Shape;12;p30"/>
            <p:cNvSpPr/>
            <p:nvPr/>
          </p:nvSpPr>
          <p:spPr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l" t="t" r="r" b="b"/>
              <a:pathLst>
                <a:path w="704" h="3324" extrusionOk="0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13" name="Google Shape;13;p30"/>
            <p:cNvSpPr/>
            <p:nvPr/>
          </p:nvSpPr>
          <p:spPr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l" t="t" r="r" b="b"/>
              <a:pathLst>
                <a:path w="774" h="1020" extrusionOk="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14" name="Google Shape;14;p30"/>
            <p:cNvSpPr/>
            <p:nvPr/>
          </p:nvSpPr>
          <p:spPr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l" t="t" r="r" b="b"/>
              <a:pathLst>
                <a:path w="942" h="987" extrusionOk="0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B5982"/>
            </a:solidFill>
            <a:ln>
              <a:noFill/>
            </a:ln>
          </p:spPr>
        </p:sp>
        <p:sp>
          <p:nvSpPr>
            <p:cNvPr id="15" name="Google Shape;15;p30"/>
            <p:cNvSpPr/>
            <p:nvPr/>
          </p:nvSpPr>
          <p:spPr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l" t="t" r="r" b="b"/>
              <a:pathLst>
                <a:path w="1342" h="990" extrusionOk="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1186C3"/>
            </a:solidFill>
            <a:ln>
              <a:noFill/>
            </a:ln>
          </p:spPr>
        </p:sp>
        <p:sp>
          <p:nvSpPr>
            <p:cNvPr id="16" name="Google Shape;16;p30"/>
            <p:cNvSpPr/>
            <p:nvPr/>
          </p:nvSpPr>
          <p:spPr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l" t="t" r="r" b="b"/>
              <a:pathLst>
                <a:path w="1068" h="1020" extrusionOk="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</p:grpSp>
      <p:sp>
        <p:nvSpPr>
          <p:cNvPr id="17" name="Google Shape;17;p30"/>
          <p:cNvSpPr txBox="1"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sz="4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" name="Google Shape;18;p30"/>
          <p:cNvSpPr txBox="1"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44958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186C3"/>
              </a:buClr>
              <a:buSzPts val="348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914400" marR="0" lvl="1" indent="-412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9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1371600" marR="0" lvl="2" indent="-39433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61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1828800" marR="0" lvl="3" indent="-375919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32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2286000" marR="0" lvl="4" indent="-35750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2743200" marR="0" lvl="5" indent="-35750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3200400" marR="0" lvl="6" indent="-35750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3657600" marR="0" lvl="7" indent="-35750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4114800" marR="0" lvl="8" indent="-357504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186C3"/>
              </a:buClr>
              <a:buSzPts val="203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endParaRPr/>
          </a:p>
        </p:txBody>
      </p:sp>
      <p:sp>
        <p:nvSpPr>
          <p:cNvPr id="19" name="Google Shape;19;p30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endParaRPr/>
          </a:p>
        </p:txBody>
      </p:sp>
      <p:sp>
        <p:nvSpPr>
          <p:cNvPr id="20" name="Google Shape;20;p30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endParaRPr/>
          </a:p>
        </p:txBody>
      </p:sp>
      <p:sp>
        <p:nvSpPr>
          <p:cNvPr id="21" name="Google Shape;21;p30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0">
            <a:alphaModFix/>
          </a:blip>
          <a:stretch>
            <a:fillRect/>
          </a:stretch>
        </a:blipFill>
        <a:effectLst/>
      </p:bgPr>
    </p:bg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7" name="Google Shape;147;g2f48bd25098_0_792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148" name="Google Shape;148;g2f48bd25098_0_792"/>
            <p:cNvSpPr/>
            <p:nvPr/>
          </p:nvSpPr>
          <p:spPr>
            <a:xfrm>
              <a:off x="1627188" y="0"/>
              <a:ext cx="1122362" cy="5329238"/>
            </a:xfrm>
            <a:custGeom>
              <a:avLst/>
              <a:gdLst/>
              <a:ahLst/>
              <a:cxnLst/>
              <a:rect l="l" t="t" r="r" b="b"/>
              <a:pathLst>
                <a:path w="707" h="3357" extrusionOk="0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49" name="Google Shape;149;g2f48bd25098_0_792"/>
            <p:cNvSpPr/>
            <p:nvPr/>
          </p:nvSpPr>
          <p:spPr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l" t="t" r="r" b="b"/>
              <a:pathLst>
                <a:path w="704" h="3324" extrusionOk="0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150" name="Google Shape;150;g2f48bd25098_0_792"/>
            <p:cNvSpPr/>
            <p:nvPr/>
          </p:nvSpPr>
          <p:spPr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l" t="t" r="r" b="b"/>
              <a:pathLst>
                <a:path w="774" h="1020" extrusionOk="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151" name="Google Shape;151;g2f48bd25098_0_792"/>
            <p:cNvSpPr/>
            <p:nvPr/>
          </p:nvSpPr>
          <p:spPr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l" t="t" r="r" b="b"/>
              <a:pathLst>
                <a:path w="942" h="987" extrusionOk="0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B5982"/>
            </a:solidFill>
            <a:ln>
              <a:noFill/>
            </a:ln>
          </p:spPr>
        </p:sp>
        <p:sp>
          <p:nvSpPr>
            <p:cNvPr id="152" name="Google Shape;152;g2f48bd25098_0_792"/>
            <p:cNvSpPr/>
            <p:nvPr/>
          </p:nvSpPr>
          <p:spPr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l" t="t" r="r" b="b"/>
              <a:pathLst>
                <a:path w="1342" h="990" extrusionOk="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1186C3"/>
            </a:solidFill>
            <a:ln>
              <a:noFill/>
            </a:ln>
          </p:spPr>
        </p:sp>
        <p:sp>
          <p:nvSpPr>
            <p:cNvPr id="153" name="Google Shape;153;g2f48bd25098_0_792"/>
            <p:cNvSpPr/>
            <p:nvPr/>
          </p:nvSpPr>
          <p:spPr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l" t="t" r="r" b="b"/>
              <a:pathLst>
                <a:path w="1068" h="1020" extrusionOk="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</p:grpSp>
      <p:sp>
        <p:nvSpPr>
          <p:cNvPr id="154" name="Google Shape;154;g2f48bd25098_0_792"/>
          <p:cNvSpPr txBox="1">
            <a:spLocks noGrp="1"/>
          </p:cNvSpPr>
          <p:nvPr>
            <p:ph type="title"/>
          </p:nvPr>
        </p:nvSpPr>
        <p:spPr>
          <a:xfrm>
            <a:off x="1484311" y="685800"/>
            <a:ext cx="10018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sz="4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5" name="Google Shape;155;g2f48bd25098_0_792"/>
          <p:cNvSpPr txBox="1">
            <a:spLocks noGrp="1"/>
          </p:cNvSpPr>
          <p:nvPr>
            <p:ph type="body" idx="1"/>
          </p:nvPr>
        </p:nvSpPr>
        <p:spPr>
          <a:xfrm>
            <a:off x="1484310" y="2666999"/>
            <a:ext cx="10018800" cy="312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44958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186C3"/>
              </a:buClr>
              <a:buSzPts val="348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914400" marR="0" lvl="1" indent="-4127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9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1371600" marR="0" lvl="2" indent="-39433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61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1828800" marR="0" lvl="3" indent="-375919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32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2286000" marR="0" lvl="4" indent="-35750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2743200" marR="0" lvl="5" indent="-35750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3200400" marR="0" lvl="6" indent="-35750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3657600" marR="0" lvl="7" indent="-35750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4114800" marR="0" lvl="8" indent="-357504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186C3"/>
              </a:buClr>
              <a:buSzPts val="203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endParaRPr/>
          </a:p>
        </p:txBody>
      </p:sp>
      <p:sp>
        <p:nvSpPr>
          <p:cNvPr id="156" name="Google Shape;156;g2f48bd25098_0_792"/>
          <p:cNvSpPr txBox="1">
            <a:spLocks noGrp="1"/>
          </p:cNvSpPr>
          <p:nvPr>
            <p:ph type="dt" idx="10"/>
          </p:nvPr>
        </p:nvSpPr>
        <p:spPr>
          <a:xfrm>
            <a:off x="9732656" y="5883275"/>
            <a:ext cx="1143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endParaRPr/>
          </a:p>
        </p:txBody>
      </p:sp>
      <p:sp>
        <p:nvSpPr>
          <p:cNvPr id="157" name="Google Shape;157;g2f48bd25098_0_792"/>
          <p:cNvSpPr txBox="1">
            <a:spLocks noGrp="1"/>
          </p:cNvSpPr>
          <p:nvPr>
            <p:ph type="ftr" idx="11"/>
          </p:nvPr>
        </p:nvSpPr>
        <p:spPr>
          <a:xfrm>
            <a:off x="2572279" y="5883275"/>
            <a:ext cx="7084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endParaRPr/>
          </a:p>
        </p:txBody>
      </p:sp>
      <p:sp>
        <p:nvSpPr>
          <p:cNvPr id="158" name="Google Shape;158;g2f48bd25098_0_792"/>
          <p:cNvSpPr txBox="1">
            <a:spLocks noGrp="1"/>
          </p:cNvSpPr>
          <p:nvPr>
            <p:ph type="sldNum" idx="12"/>
          </p:nvPr>
        </p:nvSpPr>
        <p:spPr>
          <a:xfrm>
            <a:off x="10951856" y="5883275"/>
            <a:ext cx="551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  <p:sldLayoutId id="2147483679" r:id="rId12"/>
    <p:sldLayoutId id="2147483680" r:id="rId13"/>
    <p:sldLayoutId id="2147483681" r:id="rId14"/>
    <p:sldLayoutId id="2147483682" r:id="rId15"/>
    <p:sldLayoutId id="2147483683" r:id="rId16"/>
    <p:sldLayoutId id="2147483684" r:id="rId17"/>
    <p:sldLayoutId id="2147483685" r:id="rId1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9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"/>
          <p:cNvSpPr txBox="1"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</a:pPr>
            <a:r>
              <a:rPr lang="en-US"/>
              <a:t>Network Layer:</a:t>
            </a:r>
            <a:br>
              <a:rPr lang="en-US"/>
            </a:br>
            <a:r>
              <a:rPr lang="en-US"/>
              <a:t>IP Addressing</a:t>
            </a:r>
            <a:endParaRPr/>
          </a:p>
        </p:txBody>
      </p:sp>
      <p:sp>
        <p:nvSpPr>
          <p:cNvPr id="289" name="Google Shape;289;p1"/>
          <p:cNvSpPr txBox="1"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45"/>
              <a:buNone/>
            </a:pPr>
            <a:r>
              <a:rPr lang="en-US"/>
              <a:t>Lecture 6 | CSE421 – Computer Networks</a:t>
            </a:r>
            <a:endParaRPr/>
          </a:p>
          <a:p>
            <a:pPr marL="0" lvl="0" indent="0" algn="r" rtl="0">
              <a:lnSpc>
                <a:spcPct val="100000"/>
              </a:lnSpc>
              <a:spcBef>
                <a:spcPts val="1020"/>
              </a:spcBef>
              <a:spcAft>
                <a:spcPts val="0"/>
              </a:spcAft>
              <a:buSzPts val="3045"/>
              <a:buNone/>
            </a:pPr>
            <a:r>
              <a:rPr lang="en-US"/>
              <a:t>Department of Computer Science and Engineering</a:t>
            </a:r>
            <a:br>
              <a:rPr lang="en-US"/>
            </a:br>
            <a:r>
              <a:rPr lang="en-US"/>
              <a:t>School of Data &amp; Science</a:t>
            </a:r>
            <a:endParaRPr/>
          </a:p>
        </p:txBody>
      </p:sp>
      <p:pic>
        <p:nvPicPr>
          <p:cNvPr id="290" name="Google Shape;290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276333" y="217086"/>
            <a:ext cx="1639334" cy="15040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"/>
          <p:cNvSpPr txBox="1">
            <a:spLocks noGrp="1"/>
          </p:cNvSpPr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Objectives</a:t>
            </a:r>
            <a:endParaRPr/>
          </a:p>
        </p:txBody>
      </p:sp>
      <p:sp>
        <p:nvSpPr>
          <p:cNvPr id="296" name="Google Shape;296;p2"/>
          <p:cNvSpPr txBox="1">
            <a:spLocks noGrp="1"/>
          </p:cNvSpPr>
          <p:nvPr>
            <p:ph type="body" idx="1"/>
          </p:nvPr>
        </p:nvSpPr>
        <p:spPr>
          <a:xfrm>
            <a:off x="1484310" y="1713347"/>
            <a:ext cx="10018713" cy="3394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2500" lnSpcReduction="10000"/>
          </a:bodyPr>
          <a:lstStyle/>
          <a:p>
            <a:pPr marL="285750" lvl="0" indent="-30660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5000"/>
              <a:buChar char="•"/>
            </a:pPr>
            <a:r>
              <a:rPr lang="en-US" sz="3600"/>
              <a:t>IPv4 Address</a:t>
            </a:r>
            <a:endParaRPr sz="3600"/>
          </a:p>
          <a:p>
            <a:pPr marL="742950" lvl="1" indent="-272542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45000"/>
              <a:buChar char="•"/>
            </a:pPr>
            <a:r>
              <a:rPr lang="en-US" sz="3200"/>
              <a:t>Structure</a:t>
            </a:r>
            <a:endParaRPr/>
          </a:p>
          <a:p>
            <a:pPr marL="742950" lvl="1" indent="-272542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ct val="145000"/>
              <a:buChar char="•"/>
            </a:pPr>
            <a:r>
              <a:rPr lang="en-US" sz="3200"/>
              <a:t>Subnet/Prefix Mask</a:t>
            </a:r>
            <a:endParaRPr sz="3200"/>
          </a:p>
          <a:p>
            <a:pPr marL="285750" lvl="0" indent="-306609" algn="l" rtl="0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ct val="145000"/>
              <a:buChar char="•"/>
            </a:pPr>
            <a:r>
              <a:rPr lang="en-US" sz="3600"/>
              <a:t>Types of IPv4 Address</a:t>
            </a:r>
            <a:endParaRPr sz="3600"/>
          </a:p>
          <a:p>
            <a:pPr marL="285750" lvl="0" indent="-306609" algn="l" rtl="0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ct val="145000"/>
              <a:buChar char="•"/>
            </a:pPr>
            <a:r>
              <a:rPr lang="en-US" sz="3600"/>
              <a:t>IPv6 Address</a:t>
            </a:r>
            <a:endParaRPr/>
          </a:p>
          <a:p>
            <a:pPr marL="742950" lvl="1" indent="-272542" algn="l" rtl="0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ct val="145000"/>
              <a:buChar char="•"/>
            </a:pPr>
            <a:r>
              <a:rPr lang="en-US" sz="3200"/>
              <a:t>Structure</a:t>
            </a:r>
            <a:endParaRPr sz="3200"/>
          </a:p>
        </p:txBody>
      </p:sp>
      <p:pic>
        <p:nvPicPr>
          <p:cNvPr id="297" name="Google Shape;297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"/>
          <p:cNvSpPr txBox="1">
            <a:spLocks noGrp="1"/>
          </p:cNvSpPr>
          <p:nvPr>
            <p:ph type="title"/>
          </p:nvPr>
        </p:nvSpPr>
        <p:spPr>
          <a:xfrm>
            <a:off x="1308819" y="1066799"/>
            <a:ext cx="10018713" cy="3807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Corbel"/>
              <a:buNone/>
            </a:pPr>
            <a:r>
              <a:rPr lang="en-US" sz="7200"/>
              <a:t>Anatomy of IPv4</a:t>
            </a:r>
            <a:endParaRPr/>
          </a:p>
        </p:txBody>
      </p:sp>
      <p:pic>
        <p:nvPicPr>
          <p:cNvPr id="303" name="Google Shape;303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"/>
          <p:cNvSpPr txBox="1">
            <a:spLocks noGrp="1"/>
          </p:cNvSpPr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Anatomy of an IPv4 Address</a:t>
            </a:r>
            <a:endParaRPr/>
          </a:p>
        </p:txBody>
      </p:sp>
      <p:sp>
        <p:nvSpPr>
          <p:cNvPr id="309" name="Google Shape;309;p4"/>
          <p:cNvSpPr txBox="1">
            <a:spLocks noGrp="1"/>
          </p:cNvSpPr>
          <p:nvPr>
            <p:ph type="body" idx="1"/>
          </p:nvPr>
        </p:nvSpPr>
        <p:spPr>
          <a:xfrm>
            <a:off x="1484309" y="1196110"/>
            <a:ext cx="10018713" cy="47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Each device on a network must be uniquely identified at the Network layer.</a:t>
            </a:r>
            <a:endParaRPr/>
          </a:p>
          <a:p>
            <a:pPr marL="285750" lvl="0" indent="-285750" algn="l" rtl="0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For IPv4, a 32 bit source and destination address is contained in each packet.</a:t>
            </a:r>
            <a:endParaRPr/>
          </a:p>
        </p:txBody>
      </p:sp>
      <p:pic>
        <p:nvPicPr>
          <p:cNvPr id="310" name="Google Shape;310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4" descr="ipv40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39266" y="2574602"/>
            <a:ext cx="6557316" cy="3816962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4"/>
          <p:cNvSpPr/>
          <p:nvPr/>
        </p:nvSpPr>
        <p:spPr>
          <a:xfrm>
            <a:off x="3368285" y="4206212"/>
            <a:ext cx="5978915" cy="633643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5"/>
          <p:cNvSpPr txBox="1">
            <a:spLocks noGrp="1"/>
          </p:cNvSpPr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IPv4 Addressing Structure</a:t>
            </a:r>
            <a:endParaRPr/>
          </a:p>
        </p:txBody>
      </p:sp>
      <p:pic>
        <p:nvPicPr>
          <p:cNvPr id="318" name="Google Shape;318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331366" y="1474695"/>
            <a:ext cx="6324600" cy="4732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6"/>
          <p:cNvSpPr txBox="1">
            <a:spLocks noGrp="1"/>
          </p:cNvSpPr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Anatomy of an IPv4 Address</a:t>
            </a:r>
            <a:endParaRPr/>
          </a:p>
        </p:txBody>
      </p:sp>
      <p:pic>
        <p:nvPicPr>
          <p:cNvPr id="325" name="Google Shape;325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14597" y="2825799"/>
            <a:ext cx="7958138" cy="255111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27" name="Google Shape;327;p6"/>
          <p:cNvCxnSpPr>
            <a:stCxn id="328" idx="2"/>
          </p:cNvCxnSpPr>
          <p:nvPr/>
        </p:nvCxnSpPr>
        <p:spPr>
          <a:xfrm flipH="1">
            <a:off x="4639129" y="2203079"/>
            <a:ext cx="1888200" cy="136710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28" name="Google Shape;328;p6"/>
          <p:cNvSpPr txBox="1"/>
          <p:nvPr/>
        </p:nvSpPr>
        <p:spPr>
          <a:xfrm>
            <a:off x="5617464" y="1833747"/>
            <a:ext cx="181972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Dotted decimals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9" name="Google Shape;329;p6"/>
          <p:cNvCxnSpPr>
            <a:stCxn id="328" idx="2"/>
          </p:cNvCxnSpPr>
          <p:nvPr/>
        </p:nvCxnSpPr>
        <p:spPr>
          <a:xfrm flipH="1">
            <a:off x="6320029" y="2203079"/>
            <a:ext cx="207300" cy="136710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30" name="Google Shape;330;p6"/>
          <p:cNvCxnSpPr>
            <a:stCxn id="328" idx="2"/>
            <a:endCxn id="331" idx="3"/>
          </p:cNvCxnSpPr>
          <p:nvPr/>
        </p:nvCxnSpPr>
        <p:spPr>
          <a:xfrm>
            <a:off x="6527329" y="2203079"/>
            <a:ext cx="1487100" cy="138360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31" name="Google Shape;331;p6"/>
          <p:cNvSpPr/>
          <p:nvPr/>
        </p:nvSpPr>
        <p:spPr>
          <a:xfrm>
            <a:off x="3180229" y="3234021"/>
            <a:ext cx="4834218" cy="705508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32" name="Google Shape;332;p6"/>
          <p:cNvSpPr txBox="1"/>
          <p:nvPr/>
        </p:nvSpPr>
        <p:spPr>
          <a:xfrm>
            <a:off x="3092824" y="2886638"/>
            <a:ext cx="152157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FF0000"/>
                </a:solidFill>
                <a:latin typeface="Corbel"/>
                <a:ea typeface="Corbel"/>
                <a:cs typeface="Corbel"/>
                <a:sym typeface="Corbel"/>
              </a:rPr>
              <a:t>Network part</a:t>
            </a:r>
            <a:endParaRPr sz="1400" b="0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6"/>
          <p:cNvSpPr/>
          <p:nvPr/>
        </p:nvSpPr>
        <p:spPr>
          <a:xfrm>
            <a:off x="8074956" y="3235799"/>
            <a:ext cx="1520781" cy="705508"/>
          </a:xfrm>
          <a:prstGeom prst="rect">
            <a:avLst/>
          </a:prstGeom>
          <a:noFill/>
          <a:ln w="38100" cap="flat" cmpd="sng">
            <a:solidFill>
              <a:srgbClr val="5E993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5E9934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34" name="Google Shape;334;p6"/>
          <p:cNvSpPr txBox="1"/>
          <p:nvPr/>
        </p:nvSpPr>
        <p:spPr>
          <a:xfrm>
            <a:off x="8581913" y="2886638"/>
            <a:ext cx="112242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5E9934"/>
                </a:solidFill>
                <a:latin typeface="Corbel"/>
                <a:ea typeface="Corbel"/>
                <a:cs typeface="Corbel"/>
                <a:sym typeface="Corbel"/>
              </a:rPr>
              <a:t>Host part</a:t>
            </a:r>
            <a:endParaRPr sz="1400" b="0" i="0" u="none" strike="noStrike" cap="none">
              <a:solidFill>
                <a:srgbClr val="5E993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6"/>
          <p:cNvSpPr/>
          <p:nvPr/>
        </p:nvSpPr>
        <p:spPr>
          <a:xfrm>
            <a:off x="2931459" y="4047569"/>
            <a:ext cx="289111" cy="369332"/>
          </a:xfrm>
          <a:prstGeom prst="leftBrace">
            <a:avLst>
              <a:gd name="adj1" fmla="val 8333"/>
              <a:gd name="adj2" fmla="val 50000"/>
            </a:avLst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36" name="Google Shape;336;p6"/>
          <p:cNvSpPr txBox="1"/>
          <p:nvPr/>
        </p:nvSpPr>
        <p:spPr>
          <a:xfrm>
            <a:off x="2085640" y="4023807"/>
            <a:ext cx="84581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32 bits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6"/>
          <p:cNvSpPr/>
          <p:nvPr/>
        </p:nvSpPr>
        <p:spPr>
          <a:xfrm>
            <a:off x="3227294" y="4054293"/>
            <a:ext cx="1149724" cy="345570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38" name="Google Shape;338;p6"/>
          <p:cNvSpPr/>
          <p:nvPr/>
        </p:nvSpPr>
        <p:spPr>
          <a:xfrm>
            <a:off x="8296397" y="4060557"/>
            <a:ext cx="1149724" cy="345570"/>
          </a:xfrm>
          <a:prstGeom prst="rect">
            <a:avLst/>
          </a:prstGeom>
          <a:noFill/>
          <a:ln w="38100" cap="flat" cmpd="sng">
            <a:solidFill>
              <a:srgbClr val="5E993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39" name="Google Shape;339;p6"/>
          <p:cNvSpPr/>
          <p:nvPr/>
        </p:nvSpPr>
        <p:spPr>
          <a:xfrm>
            <a:off x="6613420" y="4054293"/>
            <a:ext cx="1149724" cy="345570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40" name="Google Shape;340;p6"/>
          <p:cNvSpPr/>
          <p:nvPr/>
        </p:nvSpPr>
        <p:spPr>
          <a:xfrm>
            <a:off x="4916995" y="4061017"/>
            <a:ext cx="1149724" cy="345570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41" name="Google Shape;341;p6"/>
          <p:cNvSpPr txBox="1"/>
          <p:nvPr/>
        </p:nvSpPr>
        <p:spPr>
          <a:xfrm>
            <a:off x="9423196" y="4045544"/>
            <a:ext cx="22707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Divided into 4 Octets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7"/>
          <p:cNvSpPr txBox="1">
            <a:spLocks noGrp="1"/>
          </p:cNvSpPr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Binary to decimal and Vice Versa</a:t>
            </a:r>
            <a:endParaRPr/>
          </a:p>
        </p:txBody>
      </p:sp>
      <p:pic>
        <p:nvPicPr>
          <p:cNvPr id="347" name="Google Shape;347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384546" y="1333547"/>
            <a:ext cx="6821635" cy="50395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8"/>
          <p:cNvSpPr txBox="1">
            <a:spLocks noGrp="1"/>
          </p:cNvSpPr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Networks and Hosts</a:t>
            </a:r>
            <a:endParaRPr/>
          </a:p>
        </p:txBody>
      </p:sp>
      <p:sp>
        <p:nvSpPr>
          <p:cNvPr id="354" name="Google Shape;354;p8"/>
          <p:cNvSpPr txBox="1">
            <a:spLocks noGrp="1"/>
          </p:cNvSpPr>
          <p:nvPr>
            <p:ph type="body" idx="1"/>
          </p:nvPr>
        </p:nvSpPr>
        <p:spPr>
          <a:xfrm>
            <a:off x="1484310" y="1066801"/>
            <a:ext cx="10018713" cy="47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To identify a path or "route" through a network, the address must be composed of two parts: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 b="1">
                <a:solidFill>
                  <a:srgbClr val="FF0000"/>
                </a:solidFill>
              </a:rPr>
              <a:t>Network</a:t>
            </a:r>
            <a:r>
              <a:rPr lang="en-US" b="1"/>
              <a:t> </a:t>
            </a:r>
            <a:r>
              <a:rPr lang="en-US"/>
              <a:t>portion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 b="1">
                <a:solidFill>
                  <a:srgbClr val="5E9934"/>
                </a:solidFill>
              </a:rPr>
              <a:t>Host</a:t>
            </a:r>
            <a:r>
              <a:rPr lang="en-US"/>
              <a:t> portion</a:t>
            </a:r>
            <a:endParaRPr/>
          </a:p>
        </p:txBody>
      </p:sp>
      <p:pic>
        <p:nvPicPr>
          <p:cNvPr id="355" name="Google Shape;355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56" name="Google Shape;356;p8" descr="addr0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489512" y="2824818"/>
            <a:ext cx="6019800" cy="355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8"/>
          <p:cNvSpPr txBox="1"/>
          <p:nvPr/>
        </p:nvSpPr>
        <p:spPr>
          <a:xfrm>
            <a:off x="7070912" y="3926542"/>
            <a:ext cx="685800" cy="369888"/>
          </a:xfrm>
          <a:prstGeom prst="rect">
            <a:avLst/>
          </a:prstGeom>
          <a:solidFill>
            <a:srgbClr val="FFFF99"/>
          </a:solidFill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1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1.1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8"/>
          <p:cNvSpPr txBox="1"/>
          <p:nvPr/>
        </p:nvSpPr>
        <p:spPr>
          <a:xfrm>
            <a:off x="5927912" y="3012142"/>
            <a:ext cx="685800" cy="369888"/>
          </a:xfrm>
          <a:prstGeom prst="rect">
            <a:avLst/>
          </a:prstGeom>
          <a:solidFill>
            <a:srgbClr val="FFFF99"/>
          </a:solidFill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1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1.2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8"/>
          <p:cNvSpPr txBox="1"/>
          <p:nvPr/>
        </p:nvSpPr>
        <p:spPr>
          <a:xfrm>
            <a:off x="5927912" y="4688542"/>
            <a:ext cx="609600" cy="369888"/>
          </a:xfrm>
          <a:prstGeom prst="rect">
            <a:avLst/>
          </a:prstGeom>
          <a:solidFill>
            <a:srgbClr val="FFFF99"/>
          </a:solidFill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1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1.3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8"/>
          <p:cNvSpPr txBox="1"/>
          <p:nvPr/>
        </p:nvSpPr>
        <p:spPr>
          <a:xfrm>
            <a:off x="8213912" y="4002742"/>
            <a:ext cx="685800" cy="369888"/>
          </a:xfrm>
          <a:prstGeom prst="rect">
            <a:avLst/>
          </a:prstGeom>
          <a:solidFill>
            <a:srgbClr val="FF99CC"/>
          </a:solidFill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1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2.1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8"/>
          <p:cNvSpPr txBox="1"/>
          <p:nvPr/>
        </p:nvSpPr>
        <p:spPr>
          <a:xfrm>
            <a:off x="9204512" y="3012142"/>
            <a:ext cx="609600" cy="369888"/>
          </a:xfrm>
          <a:prstGeom prst="rect">
            <a:avLst/>
          </a:prstGeom>
          <a:solidFill>
            <a:srgbClr val="FF99CC"/>
          </a:solidFill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1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2.2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8"/>
          <p:cNvSpPr txBox="1"/>
          <p:nvPr/>
        </p:nvSpPr>
        <p:spPr>
          <a:xfrm>
            <a:off x="7604312" y="4917142"/>
            <a:ext cx="762000" cy="369888"/>
          </a:xfrm>
          <a:prstGeom prst="rect">
            <a:avLst/>
          </a:prstGeom>
          <a:solidFill>
            <a:srgbClr val="99CCFF"/>
          </a:solidFill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1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3.1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8"/>
          <p:cNvSpPr txBox="1"/>
          <p:nvPr/>
        </p:nvSpPr>
        <p:spPr>
          <a:xfrm>
            <a:off x="8899712" y="5374342"/>
            <a:ext cx="685800" cy="369888"/>
          </a:xfrm>
          <a:prstGeom prst="rect">
            <a:avLst/>
          </a:prstGeom>
          <a:solidFill>
            <a:srgbClr val="99CCFF"/>
          </a:solidFill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1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3.2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9"/>
          <p:cNvSpPr txBox="1">
            <a:spLocks noGrp="1"/>
          </p:cNvSpPr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Network Portion</a:t>
            </a:r>
            <a:endParaRPr/>
          </a:p>
        </p:txBody>
      </p:sp>
      <p:sp>
        <p:nvSpPr>
          <p:cNvPr id="369" name="Google Shape;369;p9"/>
          <p:cNvSpPr txBox="1">
            <a:spLocks noGrp="1"/>
          </p:cNvSpPr>
          <p:nvPr>
            <p:ph type="body" idx="1"/>
          </p:nvPr>
        </p:nvSpPr>
        <p:spPr>
          <a:xfrm>
            <a:off x="1484310" y="1066801"/>
            <a:ext cx="10018713" cy="47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 b="1">
                <a:solidFill>
                  <a:srgbClr val="FF0000"/>
                </a:solidFill>
              </a:rPr>
              <a:t>Network Portion:</a:t>
            </a:r>
            <a:endParaRPr b="1">
              <a:solidFill>
                <a:srgbClr val="FF0000"/>
              </a:solidFill>
            </a:endParaRPr>
          </a:p>
          <a:p>
            <a:pPr marL="742950" lvl="1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Some portion of the high-order bits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A network  can be defined as a group of hosts that have identical bit patterns in the network address portion of their addresses.</a:t>
            </a:r>
            <a:endParaRPr/>
          </a:p>
          <a:p>
            <a:pPr marL="285750" lvl="0" indent="-64770" algn="l" rtl="0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None/>
            </a:pPr>
            <a:endParaRPr/>
          </a:p>
        </p:txBody>
      </p:sp>
      <p:pic>
        <p:nvPicPr>
          <p:cNvPr id="370" name="Google Shape;370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71" name="Google Shape;371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83630" y="2959419"/>
            <a:ext cx="8035224" cy="969348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72" name="Google Shape;372;p9"/>
          <p:cNvGraphicFramePr/>
          <p:nvPr/>
        </p:nvGraphicFramePr>
        <p:xfrm>
          <a:off x="2841318" y="4272243"/>
          <a:ext cx="7656500" cy="1417650"/>
        </p:xfrm>
        <a:graphic>
          <a:graphicData uri="http://schemas.openxmlformats.org/drawingml/2006/table">
            <a:tbl>
              <a:tblPr>
                <a:noFill/>
                <a:tableStyleId>{F3FEC051-1532-4065-B010-47EA12C16827}</a:tableStyleId>
              </a:tblPr>
              <a:tblGrid>
                <a:gridCol w="174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4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31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84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85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2000"/>
                        <a:buFont typeface="Tahoma"/>
                        <a:buNone/>
                      </a:pPr>
                      <a:r>
                        <a:rPr lang="en-US" sz="2000" b="0" i="0" u="none" strike="noStrike" cap="non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192.168.1.2</a:t>
                      </a:r>
                      <a:endParaRPr sz="1400" u="none" strike="noStrike" cap="none"/>
                    </a:p>
                  </a:txBody>
                  <a:tcPr marL="45725" marR="45725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366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2000"/>
                        <a:buFont typeface="Tahoma"/>
                        <a:buNone/>
                      </a:pPr>
                      <a:r>
                        <a:rPr lang="en-US" sz="2000" b="1" i="0" u="none" strike="noStrike" cap="non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11000000</a:t>
                      </a:r>
                      <a:endParaRPr sz="1400" u="none" strike="noStrike" cap="none"/>
                    </a:p>
                  </a:txBody>
                  <a:tcPr marL="45725" marR="45725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2000"/>
                        <a:buFont typeface="Tahoma"/>
                        <a:buNone/>
                      </a:pPr>
                      <a:r>
                        <a:rPr lang="en-US" sz="2000" b="1" i="0" u="none" strike="noStrike" cap="non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10101000</a:t>
                      </a:r>
                      <a:endParaRPr sz="1400" u="none" strike="noStrike" cap="none"/>
                    </a:p>
                  </a:txBody>
                  <a:tcPr marL="45725" marR="45725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2000"/>
                        <a:buFont typeface="Tahoma"/>
                        <a:buNone/>
                      </a:pPr>
                      <a:r>
                        <a:rPr lang="en-US" sz="2000" b="1" i="0" u="none" strike="noStrike" cap="non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00000001</a:t>
                      </a:r>
                      <a:endParaRPr sz="1400" u="none" strike="noStrike" cap="none"/>
                    </a:p>
                  </a:txBody>
                  <a:tcPr marL="45725" marR="45725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2000"/>
                        <a:buFont typeface="Tahoma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00000010</a:t>
                      </a:r>
                      <a:endParaRPr sz="1400" u="none" strike="noStrike" cap="none"/>
                    </a:p>
                  </a:txBody>
                  <a:tcPr marL="45725" marR="45725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134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21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2000"/>
                        <a:buFont typeface="Tahoma"/>
                        <a:buNone/>
                      </a:pPr>
                      <a:r>
                        <a:rPr lang="en-US" sz="2000" b="0" i="0" u="none" strike="noStrike" cap="non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192.168.1.67</a:t>
                      </a:r>
                      <a:endParaRPr sz="1400" u="none" strike="noStrike" cap="none"/>
                    </a:p>
                  </a:txBody>
                  <a:tcPr marL="45725" marR="45725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366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2000"/>
                        <a:buFont typeface="Tahoma"/>
                        <a:buNone/>
                      </a:pPr>
                      <a:r>
                        <a:rPr lang="en-US" sz="2000" b="1" i="0" u="none" strike="noStrike" cap="non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11000000</a:t>
                      </a:r>
                      <a:endParaRPr sz="1400" u="none" strike="noStrike" cap="none"/>
                    </a:p>
                  </a:txBody>
                  <a:tcPr marL="45725" marR="45725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2000"/>
                        <a:buFont typeface="Tahoma"/>
                        <a:buNone/>
                      </a:pPr>
                      <a:r>
                        <a:rPr lang="en-US" sz="2000" b="1" i="0" u="none" strike="noStrike" cap="non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10101000</a:t>
                      </a:r>
                      <a:endParaRPr sz="1400" u="none" strike="noStrike" cap="none"/>
                    </a:p>
                  </a:txBody>
                  <a:tcPr marL="45725" marR="45725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2000"/>
                        <a:buFont typeface="Tahoma"/>
                        <a:buNone/>
                      </a:pPr>
                      <a:r>
                        <a:rPr lang="en-US" sz="2000" b="1" i="0" u="none" strike="noStrike" cap="non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00000001</a:t>
                      </a:r>
                      <a:endParaRPr sz="1400" u="none" strike="noStrike" cap="none"/>
                    </a:p>
                  </a:txBody>
                  <a:tcPr marL="45725" marR="45725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2000"/>
                        <a:buFont typeface="Tahoma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01000011</a:t>
                      </a:r>
                      <a:endParaRPr sz="1400" u="none" strike="noStrike" cap="none"/>
                    </a:p>
                  </a:txBody>
                  <a:tcPr marL="45725" marR="45725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134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3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2000"/>
                        <a:buFont typeface="Tahoma"/>
                        <a:buNone/>
                      </a:pPr>
                      <a:r>
                        <a:rPr lang="en-US" sz="2000" b="0" i="0" u="none" strike="noStrike" cap="non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192.168.1.204</a:t>
                      </a:r>
                      <a:endParaRPr sz="1400" u="none" strike="noStrike" cap="none"/>
                    </a:p>
                  </a:txBody>
                  <a:tcPr marL="45725" marR="45725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366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2000"/>
                        <a:buFont typeface="Tahoma"/>
                        <a:buNone/>
                      </a:pPr>
                      <a:r>
                        <a:rPr lang="en-US" sz="2000" b="1" i="0" u="none" strike="noStrike" cap="non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11000000</a:t>
                      </a:r>
                      <a:endParaRPr sz="1400" u="none" strike="noStrike" cap="none"/>
                    </a:p>
                  </a:txBody>
                  <a:tcPr marL="45725" marR="45725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2000"/>
                        <a:buFont typeface="Tahoma"/>
                        <a:buNone/>
                      </a:pPr>
                      <a:r>
                        <a:rPr lang="en-US" sz="2000" b="1" i="0" u="none" strike="noStrike" cap="non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10101000</a:t>
                      </a:r>
                      <a:endParaRPr sz="1400" u="none" strike="noStrike" cap="none"/>
                    </a:p>
                  </a:txBody>
                  <a:tcPr marL="45725" marR="45725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2000"/>
                        <a:buFont typeface="Tahoma"/>
                        <a:buNone/>
                      </a:pPr>
                      <a:r>
                        <a:rPr lang="en-US" sz="2000" b="1" i="0" u="none" strike="noStrike" cap="none">
                          <a:solidFill>
                            <a:srgbClr val="FF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00000001</a:t>
                      </a:r>
                      <a:endParaRPr sz="1400" u="none" strike="noStrike" cap="none"/>
                    </a:p>
                  </a:txBody>
                  <a:tcPr marL="45725" marR="45725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2000"/>
                        <a:buFont typeface="Tahoma"/>
                        <a:buNone/>
                      </a:pPr>
                      <a:r>
                        <a:rPr lang="en-US" sz="2000" b="0" i="0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11001100</a:t>
                      </a:r>
                      <a:endParaRPr sz="1400" u="none" strike="noStrike" cap="none"/>
                    </a:p>
                  </a:txBody>
                  <a:tcPr marL="45725" marR="45725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134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73" name="Google Shape;373;p9"/>
          <p:cNvSpPr/>
          <p:nvPr/>
        </p:nvSpPr>
        <p:spPr>
          <a:xfrm>
            <a:off x="4807324" y="3321426"/>
            <a:ext cx="4370294" cy="524435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10"/>
          <p:cNvSpPr txBox="1">
            <a:spLocks noGrp="1"/>
          </p:cNvSpPr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Network Portion</a:t>
            </a:r>
            <a:endParaRPr/>
          </a:p>
        </p:txBody>
      </p:sp>
      <p:sp>
        <p:nvSpPr>
          <p:cNvPr id="379" name="Google Shape;379;p10"/>
          <p:cNvSpPr txBox="1">
            <a:spLocks noGrp="1"/>
          </p:cNvSpPr>
          <p:nvPr>
            <p:ph type="body" idx="1"/>
          </p:nvPr>
        </p:nvSpPr>
        <p:spPr>
          <a:xfrm>
            <a:off x="1484310" y="1066801"/>
            <a:ext cx="10018713" cy="47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 b="1">
                <a:solidFill>
                  <a:srgbClr val="5E9934"/>
                </a:solidFill>
              </a:rPr>
              <a:t>Host Portion:</a:t>
            </a:r>
            <a:endParaRPr b="1">
              <a:solidFill>
                <a:srgbClr val="5E9934"/>
              </a:solidFill>
            </a:endParaRPr>
          </a:p>
          <a:p>
            <a:pPr marL="742950" lvl="1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A variable number of least significant bits that are called the </a:t>
            </a:r>
            <a:r>
              <a:rPr lang="en-US" b="1"/>
              <a:t>host portion </a:t>
            </a:r>
            <a:r>
              <a:rPr lang="en-US"/>
              <a:t>of the address.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The </a:t>
            </a:r>
            <a:r>
              <a:rPr lang="en-US" b="1"/>
              <a:t>number of bits </a:t>
            </a:r>
            <a:r>
              <a:rPr lang="en-US"/>
              <a:t>used in this </a:t>
            </a:r>
            <a:r>
              <a:rPr lang="en-US" b="1"/>
              <a:t>host portion </a:t>
            </a:r>
            <a:r>
              <a:rPr lang="en-US"/>
              <a:t>determines the </a:t>
            </a:r>
            <a:r>
              <a:rPr lang="en-US" b="1"/>
              <a:t>number of hosts </a:t>
            </a:r>
            <a:r>
              <a:rPr lang="en-US"/>
              <a:t>that we can have within the network.</a:t>
            </a:r>
            <a:endParaRPr/>
          </a:p>
        </p:txBody>
      </p:sp>
      <p:pic>
        <p:nvPicPr>
          <p:cNvPr id="380" name="Google Shape;380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81" name="Google Shape;381;p1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83630" y="3080449"/>
            <a:ext cx="8035224" cy="969348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82" name="Google Shape;382;p10"/>
          <p:cNvGraphicFramePr/>
          <p:nvPr/>
        </p:nvGraphicFramePr>
        <p:xfrm>
          <a:off x="2841318" y="4272243"/>
          <a:ext cx="7656500" cy="1417650"/>
        </p:xfrm>
        <a:graphic>
          <a:graphicData uri="http://schemas.openxmlformats.org/drawingml/2006/table">
            <a:tbl>
              <a:tblPr>
                <a:noFill/>
                <a:tableStyleId>{F3FEC051-1532-4065-B010-47EA12C16827}</a:tableStyleId>
              </a:tblPr>
              <a:tblGrid>
                <a:gridCol w="174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4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31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84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85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2000"/>
                        <a:buFont typeface="Tahoma"/>
                        <a:buNone/>
                      </a:pPr>
                      <a:r>
                        <a:rPr lang="en-US" sz="2000" b="0" i="0" u="none" strike="noStrike" cap="non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192.168.1.2</a:t>
                      </a:r>
                      <a:endParaRPr sz="1400" u="none" strike="noStrike" cap="none"/>
                    </a:p>
                  </a:txBody>
                  <a:tcPr marL="45725" marR="45725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366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2000"/>
                        <a:buFont typeface="Tahoma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11000000</a:t>
                      </a:r>
                      <a:endParaRPr sz="1400" u="none" strike="noStrike" cap="none"/>
                    </a:p>
                  </a:txBody>
                  <a:tcPr marL="45725" marR="45725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2000"/>
                        <a:buFont typeface="Tahoma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10101000</a:t>
                      </a:r>
                      <a:endParaRPr sz="1400" u="none" strike="noStrike" cap="none"/>
                    </a:p>
                  </a:txBody>
                  <a:tcPr marL="45725" marR="45725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2000"/>
                        <a:buFont typeface="Tahoma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00000001</a:t>
                      </a:r>
                      <a:endParaRPr sz="1400" u="none" strike="noStrike" cap="none"/>
                    </a:p>
                  </a:txBody>
                  <a:tcPr marL="45725" marR="45725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2000"/>
                        <a:buFont typeface="Tahoma"/>
                        <a:buNone/>
                      </a:pPr>
                      <a:r>
                        <a:rPr lang="en-US" sz="2000" b="1" i="0" u="none" strike="noStrike" cap="none">
                          <a:solidFill>
                            <a:srgbClr val="5E99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00000010</a:t>
                      </a:r>
                      <a:endParaRPr sz="1400" u="none" strike="noStrike" cap="none">
                        <a:solidFill>
                          <a:srgbClr val="5E9934"/>
                        </a:solidFill>
                      </a:endParaRPr>
                    </a:p>
                  </a:txBody>
                  <a:tcPr marL="45725" marR="45725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21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2000"/>
                        <a:buFont typeface="Tahoma"/>
                        <a:buNone/>
                      </a:pPr>
                      <a:r>
                        <a:rPr lang="en-US" sz="2000" b="0" i="0" u="none" strike="noStrike" cap="non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192.168.1.67</a:t>
                      </a:r>
                      <a:endParaRPr sz="1400" u="none" strike="noStrike" cap="none"/>
                    </a:p>
                  </a:txBody>
                  <a:tcPr marL="45725" marR="45725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366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2000"/>
                        <a:buFont typeface="Tahoma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11000000</a:t>
                      </a:r>
                      <a:endParaRPr sz="1400" u="none" strike="noStrike" cap="none"/>
                    </a:p>
                  </a:txBody>
                  <a:tcPr marL="45725" marR="45725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2000"/>
                        <a:buFont typeface="Tahoma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10101000</a:t>
                      </a:r>
                      <a:endParaRPr sz="1400" u="none" strike="noStrike" cap="none"/>
                    </a:p>
                  </a:txBody>
                  <a:tcPr marL="45725" marR="45725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2000"/>
                        <a:buFont typeface="Tahoma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00000001</a:t>
                      </a:r>
                      <a:endParaRPr sz="1400" u="none" strike="noStrike" cap="none"/>
                    </a:p>
                  </a:txBody>
                  <a:tcPr marL="45725" marR="45725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2000"/>
                        <a:buFont typeface="Tahoma"/>
                        <a:buNone/>
                      </a:pPr>
                      <a:r>
                        <a:rPr lang="en-US" sz="2000" b="1" i="0" u="none" strike="noStrike" cap="none">
                          <a:solidFill>
                            <a:srgbClr val="5E99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01000011</a:t>
                      </a:r>
                      <a:endParaRPr sz="1400" u="none" strike="noStrike" cap="none">
                        <a:solidFill>
                          <a:srgbClr val="5E9934"/>
                        </a:solidFill>
                      </a:endParaRPr>
                    </a:p>
                  </a:txBody>
                  <a:tcPr marL="45725" marR="45725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3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2000"/>
                        <a:buFont typeface="Tahoma"/>
                        <a:buNone/>
                      </a:pPr>
                      <a:r>
                        <a:rPr lang="en-US" sz="2000" b="0" i="0" u="none" strike="noStrike" cap="none">
                          <a:solidFill>
                            <a:srgbClr val="FFFF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192.168.1.204</a:t>
                      </a:r>
                      <a:endParaRPr sz="1400" u="none" strike="noStrike" cap="none"/>
                    </a:p>
                  </a:txBody>
                  <a:tcPr marL="45725" marR="45725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366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2000"/>
                        <a:buFont typeface="Tahoma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11000000</a:t>
                      </a:r>
                      <a:endParaRPr sz="1400" u="none" strike="noStrike" cap="none"/>
                    </a:p>
                  </a:txBody>
                  <a:tcPr marL="45725" marR="45725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2000"/>
                        <a:buFont typeface="Tahoma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10101000</a:t>
                      </a:r>
                      <a:endParaRPr sz="1400" u="none" strike="noStrike" cap="none"/>
                    </a:p>
                  </a:txBody>
                  <a:tcPr marL="45725" marR="45725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2000"/>
                        <a:buFont typeface="Tahoma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00000001</a:t>
                      </a:r>
                      <a:endParaRPr sz="1400" u="none" strike="noStrike" cap="none"/>
                    </a:p>
                  </a:txBody>
                  <a:tcPr marL="45725" marR="45725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00"/>
                        </a:buClr>
                        <a:buSzPts val="2000"/>
                        <a:buFont typeface="Tahoma"/>
                        <a:buNone/>
                      </a:pPr>
                      <a:r>
                        <a:rPr lang="en-US" sz="2000" b="1" i="0" u="none" strike="noStrike" cap="none">
                          <a:solidFill>
                            <a:srgbClr val="5E993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11001100</a:t>
                      </a:r>
                      <a:endParaRPr sz="1400" u="none" strike="noStrike" cap="none">
                        <a:solidFill>
                          <a:srgbClr val="5E9934"/>
                        </a:solidFill>
                      </a:endParaRPr>
                    </a:p>
                  </a:txBody>
                  <a:tcPr marL="45725" marR="45725" marT="45725" marB="4572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83" name="Google Shape;383;p10"/>
          <p:cNvSpPr/>
          <p:nvPr/>
        </p:nvSpPr>
        <p:spPr>
          <a:xfrm>
            <a:off x="9139677" y="3434883"/>
            <a:ext cx="1479177" cy="524435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11"/>
          <p:cNvSpPr txBox="1">
            <a:spLocks noGrp="1"/>
          </p:cNvSpPr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Prefix Mask</a:t>
            </a:r>
            <a:endParaRPr/>
          </a:p>
        </p:txBody>
      </p:sp>
      <p:sp>
        <p:nvSpPr>
          <p:cNvPr id="389" name="Google Shape;389;p11"/>
          <p:cNvSpPr txBox="1">
            <a:spLocks noGrp="1"/>
          </p:cNvSpPr>
          <p:nvPr>
            <p:ph type="body" idx="1"/>
          </p:nvPr>
        </p:nvSpPr>
        <p:spPr>
          <a:xfrm>
            <a:off x="1484310" y="1066801"/>
            <a:ext cx="10018713" cy="47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How do we or devices identify the network part or the host part?</a:t>
            </a:r>
            <a:endParaRPr/>
          </a:p>
          <a:p>
            <a:pPr marL="285750" lvl="0" indent="-285750" algn="l" rtl="0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 b="1"/>
              <a:t>Answer:</a:t>
            </a:r>
            <a:r>
              <a:rPr lang="en-US"/>
              <a:t> Using the </a:t>
            </a:r>
            <a:r>
              <a:rPr lang="en-US" b="1"/>
              <a:t>“Prefix Mask”.</a:t>
            </a:r>
            <a:endParaRPr/>
          </a:p>
          <a:p>
            <a:pPr marL="285750" lvl="0" indent="-285750" algn="l" rtl="0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 b="1">
                <a:solidFill>
                  <a:srgbClr val="FF0000"/>
                </a:solidFill>
              </a:rPr>
              <a:t>192.168.10</a:t>
            </a:r>
            <a:r>
              <a:rPr lang="en-US"/>
              <a:t>.</a:t>
            </a:r>
            <a:r>
              <a:rPr lang="en-US" b="1">
                <a:solidFill>
                  <a:srgbClr val="00B050"/>
                </a:solidFill>
              </a:rPr>
              <a:t>2</a:t>
            </a:r>
            <a:r>
              <a:rPr lang="en-US"/>
              <a:t>/24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Means that the </a:t>
            </a:r>
            <a:r>
              <a:rPr lang="en-US" b="1">
                <a:solidFill>
                  <a:srgbClr val="FF0000"/>
                </a:solidFill>
              </a:rPr>
              <a:t>first 24 bits </a:t>
            </a:r>
            <a:r>
              <a:rPr lang="en-US"/>
              <a:t>are the network portion.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The </a:t>
            </a:r>
            <a:r>
              <a:rPr lang="en-US" b="1">
                <a:solidFill>
                  <a:srgbClr val="00B050"/>
                </a:solidFill>
              </a:rPr>
              <a:t>last 8 bits </a:t>
            </a:r>
            <a:r>
              <a:rPr lang="en-US"/>
              <a:t>are the host portion.</a:t>
            </a:r>
            <a:endParaRPr/>
          </a:p>
          <a:p>
            <a:pPr marL="285750" lvl="0" indent="-285750" algn="l" rtl="0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 b="1"/>
              <a:t>Subnet Mask</a:t>
            </a:r>
            <a:r>
              <a:rPr lang="en-US"/>
              <a:t>; the other form of </a:t>
            </a:r>
            <a:r>
              <a:rPr lang="en-US" b="1"/>
              <a:t>“Prefix Mask”</a:t>
            </a:r>
            <a:r>
              <a:rPr lang="en-US"/>
              <a:t>.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Prefix length of </a:t>
            </a:r>
            <a:r>
              <a:rPr lang="en-US" b="1">
                <a:solidFill>
                  <a:srgbClr val="FF0000"/>
                </a:solidFill>
              </a:rPr>
              <a:t>/24 </a:t>
            </a:r>
            <a:r>
              <a:rPr lang="en-US"/>
              <a:t>means a subnet mask of </a:t>
            </a:r>
            <a:r>
              <a:rPr lang="en-US" b="1">
                <a:solidFill>
                  <a:srgbClr val="FF0000"/>
                </a:solidFill>
              </a:rPr>
              <a:t>255.255.255.0</a:t>
            </a:r>
            <a:endParaRPr>
              <a:solidFill>
                <a:srgbClr val="FF0000"/>
              </a:solidFill>
            </a:endParaRPr>
          </a:p>
        </p:txBody>
      </p:sp>
      <p:pic>
        <p:nvPicPr>
          <p:cNvPr id="390" name="Google Shape;390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91" name="Google Shape;391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531223" y="2373311"/>
            <a:ext cx="2971800" cy="3330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2" name="Google Shape;392;p1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124201" y="4542865"/>
            <a:ext cx="4886325" cy="1781175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p11"/>
          <p:cNvSpPr/>
          <p:nvPr/>
        </p:nvSpPr>
        <p:spPr>
          <a:xfrm>
            <a:off x="6324600" y="5553636"/>
            <a:ext cx="1219200" cy="1524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94" name="Google Shape;394;p11"/>
          <p:cNvSpPr/>
          <p:nvPr/>
        </p:nvSpPr>
        <p:spPr>
          <a:xfrm>
            <a:off x="3657600" y="5553636"/>
            <a:ext cx="1219200" cy="1524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95" name="Google Shape;395;p11"/>
          <p:cNvSpPr/>
          <p:nvPr/>
        </p:nvSpPr>
        <p:spPr>
          <a:xfrm>
            <a:off x="8645523" y="3809129"/>
            <a:ext cx="1219200" cy="1524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96" name="Google Shape;396;p11"/>
          <p:cNvSpPr/>
          <p:nvPr/>
        </p:nvSpPr>
        <p:spPr>
          <a:xfrm>
            <a:off x="9979023" y="3821110"/>
            <a:ext cx="1219200" cy="1524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97" name="Google Shape;397;p11"/>
          <p:cNvSpPr/>
          <p:nvPr/>
        </p:nvSpPr>
        <p:spPr>
          <a:xfrm>
            <a:off x="3491344" y="2076960"/>
            <a:ext cx="526473" cy="480291"/>
          </a:xfrm>
          <a:prstGeom prst="ellipse">
            <a:avLst/>
          </a:prstGeom>
          <a:noFill/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12"/>
          <p:cNvSpPr txBox="1">
            <a:spLocks noGrp="1"/>
          </p:cNvSpPr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Subnet Mask</a:t>
            </a:r>
            <a:endParaRPr/>
          </a:p>
        </p:txBody>
      </p:sp>
      <p:sp>
        <p:nvSpPr>
          <p:cNvPr id="403" name="Google Shape;403;p12"/>
          <p:cNvSpPr txBox="1">
            <a:spLocks noGrp="1"/>
          </p:cNvSpPr>
          <p:nvPr>
            <p:ph type="body" idx="1"/>
          </p:nvPr>
        </p:nvSpPr>
        <p:spPr>
          <a:xfrm>
            <a:off x="1308819" y="882145"/>
            <a:ext cx="10707690" cy="5465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The Prefix Mask and the Subnet Mask are different ways of representing the </a:t>
            </a:r>
            <a:r>
              <a:rPr lang="en-US" b="1">
                <a:solidFill>
                  <a:srgbClr val="7D28CD"/>
                </a:solidFill>
              </a:rPr>
              <a:t>same information</a:t>
            </a:r>
            <a:r>
              <a:rPr lang="en-US"/>
              <a:t>.</a:t>
            </a:r>
            <a:endParaRPr/>
          </a:p>
          <a:p>
            <a:pPr marL="285750" lvl="0" indent="-285750" algn="l" rtl="0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 b="1">
                <a:solidFill>
                  <a:srgbClr val="1186C3"/>
                </a:solidFill>
              </a:rPr>
              <a:t>Conversion: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Subnet mask has the </a:t>
            </a:r>
            <a:r>
              <a:rPr lang="en-US" b="1"/>
              <a:t>same format </a:t>
            </a:r>
            <a:r>
              <a:rPr lang="en-US"/>
              <a:t>as an IP address. Hence, it has </a:t>
            </a:r>
            <a:r>
              <a:rPr lang="en-US" b="1"/>
              <a:t>32 bits divided into 8 bits (octets)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Prefix mask of </a:t>
            </a:r>
            <a:r>
              <a:rPr lang="en-US" b="1"/>
              <a:t>/24 </a:t>
            </a:r>
            <a:r>
              <a:rPr lang="en-US"/>
              <a:t>means, </a:t>
            </a:r>
            <a:r>
              <a:rPr lang="en-US">
                <a:solidFill>
                  <a:srgbClr val="FF0000"/>
                </a:solidFill>
              </a:rPr>
              <a:t>the </a:t>
            </a:r>
            <a:r>
              <a:rPr lang="en-US" b="1">
                <a:solidFill>
                  <a:srgbClr val="FF0000"/>
                </a:solidFill>
              </a:rPr>
              <a:t>first (MSB) 24 bits </a:t>
            </a:r>
            <a:r>
              <a:rPr lang="en-US"/>
              <a:t>of subnet mask would be </a:t>
            </a:r>
            <a:r>
              <a:rPr lang="en-US" sz="2400" b="1">
                <a:solidFill>
                  <a:srgbClr val="FF0000"/>
                </a:solidFill>
              </a:rPr>
              <a:t>1</a:t>
            </a:r>
            <a:r>
              <a:rPr lang="en-US" sz="2400">
                <a:solidFill>
                  <a:srgbClr val="FF0000"/>
                </a:solidFill>
              </a:rPr>
              <a:t> </a:t>
            </a:r>
            <a:r>
              <a:rPr lang="en-US">
                <a:solidFill>
                  <a:schemeClr val="dk1"/>
                </a:solidFill>
              </a:rPr>
              <a:t>and the rest will be</a:t>
            </a:r>
            <a:r>
              <a:rPr lang="en-US" sz="2400">
                <a:solidFill>
                  <a:srgbClr val="FF0000"/>
                </a:solidFill>
              </a:rPr>
              <a:t> </a:t>
            </a:r>
            <a:r>
              <a:rPr lang="en-US" sz="2400" b="1">
                <a:solidFill>
                  <a:srgbClr val="5E9934"/>
                </a:solidFill>
              </a:rPr>
              <a:t>0</a:t>
            </a:r>
            <a:endParaRPr b="1">
              <a:solidFill>
                <a:srgbClr val="5E9934"/>
              </a:solidFill>
            </a:endParaRPr>
          </a:p>
          <a:p>
            <a:pPr marL="742950" lvl="1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 sz="2800"/>
              <a:t>Binary: </a:t>
            </a:r>
            <a:r>
              <a:rPr lang="en-US" sz="2800">
                <a:solidFill>
                  <a:srgbClr val="FF0000"/>
                </a:solidFill>
              </a:rPr>
              <a:t>11111111.11111111.11111111.</a:t>
            </a:r>
            <a:r>
              <a:rPr lang="en-US" sz="2800">
                <a:solidFill>
                  <a:srgbClr val="5E9934"/>
                </a:solidFill>
              </a:rPr>
              <a:t>00000000</a:t>
            </a:r>
            <a:endParaRPr sz="2800">
              <a:solidFill>
                <a:srgbClr val="5E9934"/>
              </a:solidFill>
            </a:endParaRPr>
          </a:p>
        </p:txBody>
      </p:sp>
      <p:pic>
        <p:nvPicPr>
          <p:cNvPr id="404" name="Google Shape;404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405;p12"/>
          <p:cNvSpPr txBox="1"/>
          <p:nvPr/>
        </p:nvSpPr>
        <p:spPr>
          <a:xfrm>
            <a:off x="2057216" y="4302999"/>
            <a:ext cx="6874347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Decimal:     </a:t>
            </a:r>
            <a:r>
              <a:rPr lang="en-US" sz="2400" b="1" i="0" u="none" strike="noStrike" cap="none">
                <a:solidFill>
                  <a:srgbClr val="FF0000"/>
                </a:solidFill>
                <a:latin typeface="Corbel"/>
                <a:ea typeface="Corbel"/>
                <a:cs typeface="Corbel"/>
                <a:sym typeface="Corbel"/>
              </a:rPr>
              <a:t>255       .      255      .      255      </a:t>
            </a:r>
            <a:r>
              <a:rPr lang="en-US" sz="2400" b="1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.         </a:t>
            </a:r>
            <a:r>
              <a:rPr lang="en-US" sz="2400" b="1" i="0" u="none" strike="noStrike" cap="none">
                <a:solidFill>
                  <a:srgbClr val="5E9934"/>
                </a:solidFill>
                <a:latin typeface="Corbel"/>
                <a:ea typeface="Corbel"/>
                <a:cs typeface="Corbel"/>
                <a:sym typeface="Corbel"/>
              </a:rPr>
              <a:t>0</a:t>
            </a:r>
            <a:endParaRPr sz="1800" b="0" i="0" u="none" strike="noStrike" cap="none">
              <a:solidFill>
                <a:srgbClr val="5E993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12"/>
          <p:cNvSpPr/>
          <p:nvPr/>
        </p:nvSpPr>
        <p:spPr>
          <a:xfrm>
            <a:off x="1770888" y="4720948"/>
            <a:ext cx="8684675" cy="17697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3480"/>
              <a:buFont typeface="Arial"/>
              <a:buChar char="•"/>
            </a:pPr>
            <a:r>
              <a:rPr lang="en-US" sz="240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Examples: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42950" marR="0" lvl="1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1186C3"/>
              </a:buClr>
              <a:buSzPts val="2900"/>
              <a:buFont typeface="Arial"/>
              <a:buChar char="•"/>
            </a:pPr>
            <a:r>
              <a:rPr lang="en-US" sz="200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Prefix Mask of </a:t>
            </a:r>
            <a:r>
              <a:rPr lang="en-US" sz="2000" b="1" i="0" u="none" strike="noStrike" cap="none">
                <a:solidFill>
                  <a:srgbClr val="7D28CD"/>
                </a:solidFill>
                <a:latin typeface="Corbel"/>
                <a:ea typeface="Corbel"/>
                <a:cs typeface="Corbel"/>
                <a:sym typeface="Corbel"/>
              </a:rPr>
              <a:t>/24 </a:t>
            </a:r>
            <a:endParaRPr sz="2000" b="1" i="0" u="none" strike="noStrike" cap="none">
              <a:solidFill>
                <a:srgbClr val="7D28CD"/>
              </a:solidFill>
              <a:latin typeface="Corbel"/>
              <a:ea typeface="Corbel"/>
              <a:cs typeface="Corbel"/>
              <a:sym typeface="Corbel"/>
            </a:endParaRPr>
          </a:p>
          <a:p>
            <a:pPr marL="742950" marR="0" lvl="1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1186C3"/>
              </a:buClr>
              <a:buSzPts val="2900"/>
              <a:buFont typeface="Arial"/>
              <a:buChar char="•"/>
            </a:pPr>
            <a:r>
              <a:rPr lang="en-US" sz="200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Prefix Mask of </a:t>
            </a:r>
            <a:r>
              <a:rPr lang="en-US" sz="2000" b="1" i="0" u="none" strike="noStrike" cap="none">
                <a:solidFill>
                  <a:srgbClr val="5E9934"/>
                </a:solidFill>
                <a:latin typeface="Corbel"/>
                <a:ea typeface="Corbel"/>
                <a:cs typeface="Corbel"/>
                <a:sym typeface="Corbel"/>
              </a:rPr>
              <a:t>/16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42950" marR="0" lvl="1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1186C3"/>
              </a:buClr>
              <a:buSzPts val="2900"/>
              <a:buFont typeface="Arial"/>
              <a:buChar char="•"/>
            </a:pPr>
            <a:r>
              <a:rPr lang="en-US" sz="200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Prefix Mask of </a:t>
            </a:r>
            <a:r>
              <a:rPr lang="en-US" sz="2000" b="1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/8</a:t>
            </a:r>
            <a:endParaRPr sz="2000" b="0" i="0" u="none" strike="noStrike" cap="none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407" name="Google Shape;407;p12"/>
          <p:cNvSpPr/>
          <p:nvPr/>
        </p:nvSpPr>
        <p:spPr>
          <a:xfrm>
            <a:off x="4158869" y="5205695"/>
            <a:ext cx="4256293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or a subnet mask of </a:t>
            </a:r>
            <a:r>
              <a:rPr lang="en-US" sz="2000" b="1" i="0" u="none" strike="noStrike" cap="none">
                <a:solidFill>
                  <a:srgbClr val="7D28CD"/>
                </a:solidFill>
                <a:latin typeface="Corbel"/>
                <a:ea typeface="Corbel"/>
                <a:cs typeface="Corbel"/>
                <a:sym typeface="Corbel"/>
              </a:rPr>
              <a:t>255.255.255.0</a:t>
            </a:r>
            <a:endParaRPr sz="2000" b="0" i="0" u="none" strike="noStrike" cap="none">
              <a:solidFill>
                <a:srgbClr val="7D28CD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408" name="Google Shape;408;p12"/>
          <p:cNvSpPr/>
          <p:nvPr/>
        </p:nvSpPr>
        <p:spPr>
          <a:xfrm>
            <a:off x="4158869" y="5605805"/>
            <a:ext cx="4009431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or a subnet mask of </a:t>
            </a:r>
            <a:r>
              <a:rPr lang="en-US" sz="2000" b="1" i="0" u="none" strike="noStrike" cap="none">
                <a:solidFill>
                  <a:srgbClr val="5E9934"/>
                </a:solidFill>
                <a:latin typeface="Corbel"/>
                <a:ea typeface="Corbel"/>
                <a:cs typeface="Corbel"/>
                <a:sym typeface="Corbel"/>
              </a:rPr>
              <a:t>255.255.0.0</a:t>
            </a:r>
            <a:endParaRPr sz="2000" b="0" i="0" u="none" strike="noStrike" cap="none">
              <a:solidFill>
                <a:srgbClr val="5E9934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409" name="Google Shape;409;p12"/>
          <p:cNvSpPr/>
          <p:nvPr/>
        </p:nvSpPr>
        <p:spPr>
          <a:xfrm>
            <a:off x="4636563" y="6061516"/>
            <a:ext cx="3300904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or a subnet mask of </a:t>
            </a:r>
            <a:r>
              <a:rPr lang="en-US" sz="2000" b="1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255.0.0.0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13"/>
          <p:cNvSpPr txBox="1">
            <a:spLocks noGrp="1"/>
          </p:cNvSpPr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Exercise</a:t>
            </a:r>
            <a:endParaRPr/>
          </a:p>
        </p:txBody>
      </p:sp>
      <p:sp>
        <p:nvSpPr>
          <p:cNvPr id="415" name="Google Shape;415;p13"/>
          <p:cNvSpPr txBox="1">
            <a:spLocks noGrp="1"/>
          </p:cNvSpPr>
          <p:nvPr>
            <p:ph type="body" idx="1"/>
          </p:nvPr>
        </p:nvSpPr>
        <p:spPr>
          <a:xfrm>
            <a:off x="1484310" y="1066801"/>
            <a:ext cx="10018713" cy="5179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lvl="0" indent="-26917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What’s the </a:t>
            </a:r>
            <a:r>
              <a:rPr lang="en-US" b="1">
                <a:solidFill>
                  <a:srgbClr val="5E9934"/>
                </a:solidFill>
              </a:rPr>
              <a:t>subnet mask </a:t>
            </a:r>
            <a:r>
              <a:rPr lang="en-US"/>
              <a:t>of the following?</a:t>
            </a:r>
            <a:endParaRPr/>
          </a:p>
          <a:p>
            <a:pPr marL="742950" lvl="1" indent="-271938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 b="1"/>
              <a:t>IP Address:  </a:t>
            </a:r>
            <a:r>
              <a:rPr lang="en-US"/>
              <a:t>10.24.36.2 / 4</a:t>
            </a:r>
            <a:endParaRPr/>
          </a:p>
          <a:p>
            <a:pPr marL="742950" lvl="1" indent="-271938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 b="1"/>
              <a:t>IP Address:  </a:t>
            </a:r>
            <a:r>
              <a:rPr lang="en-US"/>
              <a:t>10.24.36.2 / 12</a:t>
            </a:r>
            <a:endParaRPr/>
          </a:p>
          <a:p>
            <a:pPr marL="742950" lvl="1" indent="-271938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 b="1"/>
              <a:t>IP Address:  </a:t>
            </a:r>
            <a:r>
              <a:rPr lang="en-US"/>
              <a:t>10.24.36.2 / 16</a:t>
            </a:r>
            <a:endParaRPr/>
          </a:p>
          <a:p>
            <a:pPr marL="742950" lvl="1" indent="-271938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 b="1"/>
              <a:t>IP Address:  </a:t>
            </a:r>
            <a:r>
              <a:rPr lang="en-US"/>
              <a:t>10.24.36.2 / 23</a:t>
            </a:r>
            <a:endParaRPr/>
          </a:p>
          <a:p>
            <a:pPr marL="285750" lvl="0" indent="-269176" algn="l" rtl="0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What’s the </a:t>
            </a:r>
            <a:r>
              <a:rPr lang="en-US" b="1">
                <a:solidFill>
                  <a:srgbClr val="0070C0"/>
                </a:solidFill>
              </a:rPr>
              <a:t>prefix mask </a:t>
            </a:r>
            <a:r>
              <a:rPr lang="en-US"/>
              <a:t>of the following?</a:t>
            </a:r>
            <a:endParaRPr/>
          </a:p>
          <a:p>
            <a:pPr marL="742950" lvl="1" indent="-271938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 b="1"/>
              <a:t>IP Address:  </a:t>
            </a:r>
            <a:r>
              <a:rPr lang="en-US"/>
              <a:t>10.24.36.2; </a:t>
            </a:r>
            <a:r>
              <a:rPr lang="en-US" b="1"/>
              <a:t>Subnet Mask: </a:t>
            </a:r>
            <a:r>
              <a:rPr lang="en-US"/>
              <a:t>255.255.224.0 </a:t>
            </a:r>
            <a:endParaRPr/>
          </a:p>
          <a:p>
            <a:pPr marL="742950" lvl="1" indent="-271938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 b="1"/>
              <a:t>IP Address:  </a:t>
            </a:r>
            <a:r>
              <a:rPr lang="en-US"/>
              <a:t>10.24.36.2; </a:t>
            </a:r>
            <a:r>
              <a:rPr lang="en-US" b="1"/>
              <a:t>Subnet Mask: </a:t>
            </a:r>
            <a:r>
              <a:rPr lang="en-US"/>
              <a:t>255.255.255.192 </a:t>
            </a:r>
            <a:endParaRPr/>
          </a:p>
          <a:p>
            <a:pPr marL="742950" lvl="1" indent="-271938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 b="1"/>
              <a:t>IP Address:  </a:t>
            </a:r>
            <a:r>
              <a:rPr lang="en-US"/>
              <a:t>10.24.36.2; </a:t>
            </a:r>
            <a:r>
              <a:rPr lang="en-US" b="1"/>
              <a:t>Subnet Mask: </a:t>
            </a:r>
            <a:r>
              <a:rPr lang="en-US"/>
              <a:t>255.255.255.252 </a:t>
            </a:r>
            <a:endParaRPr/>
          </a:p>
          <a:p>
            <a:pPr marL="742950" lvl="1" indent="-271938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 b="1"/>
              <a:t>IP Address:  </a:t>
            </a:r>
            <a:r>
              <a:rPr lang="en-US"/>
              <a:t>10.24.36.2; </a:t>
            </a:r>
            <a:r>
              <a:rPr lang="en-US" b="1"/>
              <a:t>Subnet Mask: </a:t>
            </a:r>
            <a:r>
              <a:rPr lang="en-US"/>
              <a:t>255.254.0.0 </a:t>
            </a:r>
            <a:endParaRPr/>
          </a:p>
          <a:p>
            <a:pPr marL="742950" lvl="1" indent="-271938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 b="1"/>
              <a:t>IP Address:  </a:t>
            </a:r>
            <a:r>
              <a:rPr lang="en-US"/>
              <a:t>10.24.36.2; </a:t>
            </a:r>
            <a:r>
              <a:rPr lang="en-US" b="1"/>
              <a:t>Subnet Mask: </a:t>
            </a:r>
            <a:r>
              <a:rPr lang="en-US"/>
              <a:t>255.255.240.0 </a:t>
            </a:r>
            <a:endParaRPr/>
          </a:p>
        </p:txBody>
      </p:sp>
      <p:pic>
        <p:nvPicPr>
          <p:cNvPr id="416" name="Google Shape;416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14"/>
          <p:cNvSpPr txBox="1">
            <a:spLocks noGrp="1"/>
          </p:cNvSpPr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ANDing the Binaries</a:t>
            </a:r>
            <a:endParaRPr/>
          </a:p>
        </p:txBody>
      </p:sp>
      <p:sp>
        <p:nvSpPr>
          <p:cNvPr id="422" name="Google Shape;422;p14"/>
          <p:cNvSpPr txBox="1">
            <a:spLocks noGrp="1"/>
          </p:cNvSpPr>
          <p:nvPr>
            <p:ph type="body" idx="1"/>
          </p:nvPr>
        </p:nvSpPr>
        <p:spPr>
          <a:xfrm>
            <a:off x="1484310" y="1066801"/>
            <a:ext cx="10018713" cy="47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Inside data network devices, digital logic is applied for their interpretation of the addresses.</a:t>
            </a:r>
            <a:endParaRPr/>
          </a:p>
          <a:p>
            <a:pPr marL="285750" lvl="0" indent="-285750" algn="l" rtl="0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AND is used in determining the network address.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0 AND 0 = 0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1 AND 0 = 0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1 AND 1 = 1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/>
              <a:t>0 AND 1 = 0</a:t>
            </a:r>
            <a:endParaRPr/>
          </a:p>
          <a:p>
            <a:pPr marL="285750" lvl="0" indent="-64770" algn="l" rtl="0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None/>
            </a:pPr>
            <a:endParaRPr/>
          </a:p>
        </p:txBody>
      </p:sp>
      <p:pic>
        <p:nvPicPr>
          <p:cNvPr id="423" name="Google Shape;423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24" name="Google Shape;424;p14"/>
          <p:cNvGraphicFramePr/>
          <p:nvPr/>
        </p:nvGraphicFramePr>
        <p:xfrm>
          <a:off x="1566582" y="4377266"/>
          <a:ext cx="9141075" cy="1483400"/>
        </p:xfrm>
        <a:graphic>
          <a:graphicData uri="http://schemas.openxmlformats.org/drawingml/2006/table">
            <a:tbl>
              <a:tblPr firstRow="1" bandRow="1">
                <a:noFill/>
                <a:tableStyleId>{8648E05F-23D9-4B35-AB2F-A2067F094D8F}</a:tableStyleId>
              </a:tblPr>
              <a:tblGrid>
                <a:gridCol w="189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1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63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Decimal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Binary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IP Address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135.15.2.1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10000111 00001111 00000010 00000001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Subnet Mask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255.255.0.0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11111111 11111111 00000000 00000000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/>
                        <a:t>Network Address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135.15.0.0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ourier New"/>
                        <a:buNone/>
                      </a:pPr>
                      <a:r>
                        <a:rPr lang="en-US" sz="1800" b="1" u="none" strike="noStrike" cap="none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10000111 00001111 00000000 00000000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25" name="Google Shape;425;p14"/>
          <p:cNvSpPr/>
          <p:nvPr/>
        </p:nvSpPr>
        <p:spPr>
          <a:xfrm>
            <a:off x="5533469" y="5567082"/>
            <a:ext cx="4820770" cy="217393"/>
          </a:xfrm>
          <a:prstGeom prst="rect">
            <a:avLst/>
          </a:prstGeom>
          <a:solidFill>
            <a:srgbClr val="CDE3F8"/>
          </a:solidFill>
          <a:ln w="15875" cap="rnd" cmpd="sng">
            <a:solidFill>
              <a:srgbClr val="CDE3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15"/>
          <p:cNvSpPr txBox="1">
            <a:spLocks noGrp="1"/>
          </p:cNvSpPr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But Why AND?</a:t>
            </a:r>
            <a:endParaRPr/>
          </a:p>
        </p:txBody>
      </p:sp>
      <p:sp>
        <p:nvSpPr>
          <p:cNvPr id="431" name="Google Shape;431;p15"/>
          <p:cNvSpPr txBox="1">
            <a:spLocks noGrp="1"/>
          </p:cNvSpPr>
          <p:nvPr>
            <p:ph type="body" idx="1"/>
          </p:nvPr>
        </p:nvSpPr>
        <p:spPr>
          <a:xfrm>
            <a:off x="1558201" y="1611746"/>
            <a:ext cx="10018713" cy="26462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 b="1"/>
              <a:t>Routers</a:t>
            </a:r>
            <a:r>
              <a:rPr lang="en-US"/>
              <a:t> use the </a:t>
            </a:r>
            <a:r>
              <a:rPr lang="en-US" b="1"/>
              <a:t>ANDing</a:t>
            </a:r>
            <a:r>
              <a:rPr lang="en-US"/>
              <a:t> process to determine the route a packet will take.</a:t>
            </a:r>
            <a:endParaRPr/>
          </a:p>
          <a:p>
            <a:pPr marL="285750" lvl="0" indent="-285750" algn="l" rtl="0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The network number of the </a:t>
            </a:r>
            <a:r>
              <a:rPr lang="en-US" b="1"/>
              <a:t>destination IPv4 address </a:t>
            </a:r>
            <a:r>
              <a:rPr lang="en-US"/>
              <a:t>is used to find the network in the routing table.</a:t>
            </a:r>
            <a:endParaRPr/>
          </a:p>
          <a:p>
            <a:pPr marL="285750" lvl="0" indent="-285750" algn="l" rtl="0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The router then determines the best path for the frame.</a:t>
            </a:r>
            <a:endParaRPr/>
          </a:p>
        </p:txBody>
      </p:sp>
      <p:pic>
        <p:nvPicPr>
          <p:cNvPr id="432" name="Google Shape;432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16"/>
          <p:cNvSpPr txBox="1">
            <a:spLocks noGrp="1"/>
          </p:cNvSpPr>
          <p:nvPr>
            <p:ph type="title"/>
          </p:nvPr>
        </p:nvSpPr>
        <p:spPr>
          <a:xfrm>
            <a:off x="1484310" y="325395"/>
            <a:ext cx="10018713" cy="3807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Corbel"/>
              <a:buNone/>
            </a:pPr>
            <a:r>
              <a:rPr lang="en-US" sz="7200"/>
              <a:t>IPv4 Addresses</a:t>
            </a:r>
            <a:endParaRPr/>
          </a:p>
        </p:txBody>
      </p:sp>
      <p:pic>
        <p:nvPicPr>
          <p:cNvPr id="438" name="Google Shape;438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16"/>
          <p:cNvSpPr/>
          <p:nvPr/>
        </p:nvSpPr>
        <p:spPr>
          <a:xfrm>
            <a:off x="3519053" y="3315853"/>
            <a:ext cx="2863273" cy="886691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25400" cap="flat" cmpd="sng">
            <a:solidFill>
              <a:srgbClr val="237D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Network Address</a:t>
            </a:r>
            <a:endParaRPr sz="24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16"/>
          <p:cNvSpPr/>
          <p:nvPr/>
        </p:nvSpPr>
        <p:spPr>
          <a:xfrm>
            <a:off x="6164837" y="4975966"/>
            <a:ext cx="2863273" cy="886691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 w="25400" cap="flat" cmpd="sng">
            <a:solidFill>
              <a:srgbClr val="237D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Host Address</a:t>
            </a:r>
            <a:endParaRPr sz="24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16"/>
          <p:cNvSpPr/>
          <p:nvPr/>
        </p:nvSpPr>
        <p:spPr>
          <a:xfrm>
            <a:off x="7282871" y="3135808"/>
            <a:ext cx="3490479" cy="886691"/>
          </a:xfrm>
          <a:prstGeom prst="roundRect">
            <a:avLst>
              <a:gd name="adj" fmla="val 16667"/>
            </a:avLst>
          </a:prstGeom>
          <a:solidFill>
            <a:srgbClr val="5E9934"/>
          </a:solidFill>
          <a:ln w="25400" cap="flat" cmpd="sng">
            <a:solidFill>
              <a:srgbClr val="237D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Broadcast  Address</a:t>
            </a:r>
            <a:endParaRPr sz="24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18"/>
          <p:cNvSpPr txBox="1">
            <a:spLocks noGrp="1"/>
          </p:cNvSpPr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The Addresses</a:t>
            </a:r>
            <a:endParaRPr/>
          </a:p>
        </p:txBody>
      </p:sp>
      <p:sp>
        <p:nvSpPr>
          <p:cNvPr id="447" name="Google Shape;447;p18"/>
          <p:cNvSpPr txBox="1">
            <a:spLocks noGrp="1"/>
          </p:cNvSpPr>
          <p:nvPr>
            <p:ph type="body" idx="1"/>
          </p:nvPr>
        </p:nvSpPr>
        <p:spPr>
          <a:xfrm>
            <a:off x="957837" y="1179110"/>
            <a:ext cx="7474963" cy="2212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85750" lvl="0" indent="-25780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0"/>
              <a:buChar char="•"/>
            </a:pPr>
            <a:r>
              <a:rPr lang="en-US" sz="2800" b="1">
                <a:solidFill>
                  <a:srgbClr val="0070C0"/>
                </a:solidFill>
              </a:rPr>
              <a:t>Network Address</a:t>
            </a:r>
            <a:endParaRPr sz="2800" b="1">
              <a:solidFill>
                <a:srgbClr val="0070C0"/>
              </a:solidFill>
            </a:endParaRPr>
          </a:p>
          <a:p>
            <a:pPr marL="742950" lvl="1" indent="-258126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3480"/>
              <a:buChar char="•"/>
            </a:pPr>
            <a:r>
              <a:rPr lang="en-US" sz="2400"/>
              <a:t>All hosts in the network will have the same network bits.</a:t>
            </a:r>
            <a:endParaRPr sz="2400"/>
          </a:p>
          <a:p>
            <a:pPr marL="742950" lvl="1" indent="-258126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3480"/>
              <a:buChar char="•"/>
            </a:pPr>
            <a:r>
              <a:rPr lang="en-US" sz="2400"/>
              <a:t>Cannot be assigned to a device.</a:t>
            </a:r>
            <a:endParaRPr sz="2400"/>
          </a:p>
          <a:p>
            <a:pPr marL="742950" lvl="1" indent="-258126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3480"/>
              <a:buChar char="•"/>
            </a:pPr>
            <a:r>
              <a:rPr lang="en-US" sz="2400"/>
              <a:t>All host bits in this address will be </a:t>
            </a:r>
            <a:r>
              <a:rPr lang="en-US" sz="2400" b="1">
                <a:solidFill>
                  <a:srgbClr val="FF0000"/>
                </a:solidFill>
              </a:rPr>
              <a:t>zero</a:t>
            </a:r>
            <a:r>
              <a:rPr lang="en-US" sz="2400"/>
              <a:t>.</a:t>
            </a:r>
            <a:endParaRPr sz="2400"/>
          </a:p>
          <a:p>
            <a:pPr marL="285750" lvl="0" indent="-64770" algn="l" rtl="0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None/>
            </a:pPr>
            <a:endParaRPr/>
          </a:p>
        </p:txBody>
      </p:sp>
      <p:pic>
        <p:nvPicPr>
          <p:cNvPr id="448" name="Google Shape;448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49" name="Google Shape;449;p18"/>
          <p:cNvGraphicFramePr/>
          <p:nvPr/>
        </p:nvGraphicFramePr>
        <p:xfrm>
          <a:off x="738910" y="4017818"/>
          <a:ext cx="6108250" cy="1005860"/>
        </p:xfrm>
        <a:graphic>
          <a:graphicData uri="http://schemas.openxmlformats.org/drawingml/2006/table">
            <a:tbl>
              <a:tblPr firstRow="1" bandRow="1">
                <a:noFill/>
                <a:tableStyleId>{F3FEC051-1532-4065-B010-47EA12C16827}</a:tableStyleId>
              </a:tblPr>
              <a:tblGrid>
                <a:gridCol w="1221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1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1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1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21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6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IP Address</a:t>
                      </a:r>
                      <a:endParaRPr sz="18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solidFill>
                      <a:srgbClr val="B7BB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10.</a:t>
                      </a:r>
                      <a:endParaRPr sz="1800" b="1" u="none" strike="noStrike" cap="non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solidFill>
                      <a:srgbClr val="5E993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</a:t>
                      </a:r>
                      <a:endParaRPr sz="1800" b="1" u="none" strike="noStrike" cap="non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solidFill>
                      <a:srgbClr val="5E993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</a:t>
                      </a:r>
                      <a:endParaRPr sz="1800" b="1" u="none" strike="noStrike" cap="non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solidFill>
                      <a:srgbClr val="5E993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7D28C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800" b="1" u="none" strike="noStrike" cap="none">
                        <a:solidFill>
                          <a:srgbClr val="7D28C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solidFill>
                      <a:srgbClr val="5E99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6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IP Address in </a:t>
                      </a:r>
                      <a:r>
                        <a:rPr lang="en-US" sz="1400" b="1" u="none" strike="noStrike" cap="none">
                          <a:solidFill>
                            <a:srgbClr val="FF0000"/>
                          </a:solidFill>
                        </a:rPr>
                        <a:t>Binary</a:t>
                      </a:r>
                      <a:endParaRPr sz="1400" b="1" u="none" strike="noStrike" cap="none">
                        <a:solidFill>
                          <a:srgbClr val="FF0000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B7BB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00001010</a:t>
                      </a:r>
                      <a:endParaRPr sz="18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solidFill>
                      <a:srgbClr val="F3D7B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00000000</a:t>
                      </a:r>
                      <a:endParaRPr sz="1400" u="none" strike="noStrike" cap="none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>
                    <a:solidFill>
                      <a:srgbClr val="F3D7B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00000000</a:t>
                      </a:r>
                      <a:endParaRPr sz="1400" u="none" strike="noStrike" cap="none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>
                    <a:solidFill>
                      <a:srgbClr val="F3D7B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00000000</a:t>
                      </a:r>
                      <a:endParaRPr sz="1400" u="none" strike="noStrike" cap="none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>
                    <a:solidFill>
                      <a:srgbClr val="F3D7B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50" name="Google Shape;450;p18"/>
          <p:cNvSpPr/>
          <p:nvPr/>
        </p:nvSpPr>
        <p:spPr>
          <a:xfrm>
            <a:off x="3045239" y="3455966"/>
            <a:ext cx="1831577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10.0.0.0/24</a:t>
            </a:r>
            <a:endParaRPr sz="24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8"/>
          <p:cNvSpPr/>
          <p:nvPr/>
        </p:nvSpPr>
        <p:spPr>
          <a:xfrm>
            <a:off x="5601979" y="3988479"/>
            <a:ext cx="1362240" cy="1035179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452" name="Google Shape;452;p18"/>
          <p:cNvSpPr/>
          <p:nvPr/>
        </p:nvSpPr>
        <p:spPr>
          <a:xfrm rot="-5400000">
            <a:off x="3581400" y="3523645"/>
            <a:ext cx="249382" cy="3449782"/>
          </a:xfrm>
          <a:prstGeom prst="leftBrace">
            <a:avLst>
              <a:gd name="adj1" fmla="val 8333"/>
              <a:gd name="adj2" fmla="val 50000"/>
            </a:avLst>
          </a:prstGeom>
          <a:noFill/>
          <a:ln w="28575" cap="flat" cmpd="sng">
            <a:solidFill>
              <a:srgbClr val="3F66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18"/>
          <p:cNvSpPr/>
          <p:nvPr/>
        </p:nvSpPr>
        <p:spPr>
          <a:xfrm>
            <a:off x="2689724" y="5419424"/>
            <a:ext cx="2206571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3F6622"/>
                </a:solidFill>
                <a:latin typeface="Calibri"/>
                <a:ea typeface="Calibri"/>
                <a:cs typeface="Calibri"/>
                <a:sym typeface="Calibri"/>
              </a:rPr>
              <a:t>Network Part</a:t>
            </a:r>
            <a:endParaRPr sz="2400" b="1" i="0" u="none" strike="noStrike" cap="none">
              <a:solidFill>
                <a:srgbClr val="3F66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8"/>
          <p:cNvSpPr/>
          <p:nvPr/>
        </p:nvSpPr>
        <p:spPr>
          <a:xfrm rot="-5400000">
            <a:off x="6160654" y="4595051"/>
            <a:ext cx="249382" cy="1357745"/>
          </a:xfrm>
          <a:prstGeom prst="leftBrace">
            <a:avLst>
              <a:gd name="adj1" fmla="val 8333"/>
              <a:gd name="adj2" fmla="val 50000"/>
            </a:avLst>
          </a:prstGeom>
          <a:noFill/>
          <a:ln w="28575" cap="flat" cmpd="sng">
            <a:solidFill>
              <a:srgbClr val="7D28C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p18"/>
          <p:cNvSpPr/>
          <p:nvPr/>
        </p:nvSpPr>
        <p:spPr>
          <a:xfrm>
            <a:off x="5498427" y="5398615"/>
            <a:ext cx="1573837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7D28CD"/>
                </a:solidFill>
                <a:latin typeface="Calibri"/>
                <a:ea typeface="Calibri"/>
                <a:cs typeface="Calibri"/>
                <a:sym typeface="Calibri"/>
              </a:rPr>
              <a:t>Host Part</a:t>
            </a:r>
            <a:endParaRPr sz="2400" b="1" i="0" u="none" strike="noStrike" cap="none">
              <a:solidFill>
                <a:srgbClr val="7D28C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8"/>
          <p:cNvSpPr/>
          <p:nvPr/>
        </p:nvSpPr>
        <p:spPr>
          <a:xfrm>
            <a:off x="5975926" y="2795161"/>
            <a:ext cx="785091" cy="625398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457" name="Google Shape;457;p18"/>
          <p:cNvSpPr/>
          <p:nvPr/>
        </p:nvSpPr>
        <p:spPr>
          <a:xfrm>
            <a:off x="4162143" y="3455966"/>
            <a:ext cx="563401" cy="461665"/>
          </a:xfrm>
          <a:prstGeom prst="rect">
            <a:avLst/>
          </a:prstGeom>
          <a:noFill/>
          <a:ln w="38100" cap="flat" cmpd="sng">
            <a:solidFill>
              <a:srgbClr val="5E993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458" name="Google Shape;458;p18"/>
          <p:cNvSpPr/>
          <p:nvPr/>
        </p:nvSpPr>
        <p:spPr>
          <a:xfrm>
            <a:off x="9079027" y="1823499"/>
            <a:ext cx="1831577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10.0.0.0/24</a:t>
            </a:r>
            <a:endParaRPr sz="24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59" name="Google Shape;459;p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904780" y="2817090"/>
            <a:ext cx="3962958" cy="283556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60" name="Google Shape;460;p18"/>
          <p:cNvCxnSpPr/>
          <p:nvPr/>
        </p:nvCxnSpPr>
        <p:spPr>
          <a:xfrm>
            <a:off x="9798940" y="2285164"/>
            <a:ext cx="453424" cy="615054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26"/>
          <p:cNvSpPr txBox="1">
            <a:spLocks noGrp="1"/>
          </p:cNvSpPr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The Addresses</a:t>
            </a:r>
            <a:endParaRPr/>
          </a:p>
        </p:txBody>
      </p:sp>
      <p:sp>
        <p:nvSpPr>
          <p:cNvPr id="466" name="Google Shape;466;p26"/>
          <p:cNvSpPr txBox="1">
            <a:spLocks noGrp="1"/>
          </p:cNvSpPr>
          <p:nvPr>
            <p:ph type="body" idx="1"/>
          </p:nvPr>
        </p:nvSpPr>
        <p:spPr>
          <a:xfrm>
            <a:off x="957837" y="1179110"/>
            <a:ext cx="7715108" cy="2212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85750" lvl="0" indent="-25780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0"/>
              <a:buChar char="•"/>
            </a:pPr>
            <a:r>
              <a:rPr lang="en-US" sz="2800" b="1">
                <a:solidFill>
                  <a:srgbClr val="0070C0"/>
                </a:solidFill>
              </a:rPr>
              <a:t>Broadcast Address</a:t>
            </a:r>
            <a:endParaRPr sz="2800" b="1">
              <a:solidFill>
                <a:srgbClr val="0070C0"/>
              </a:solidFill>
            </a:endParaRPr>
          </a:p>
          <a:p>
            <a:pPr marL="742950" lvl="1" indent="-258126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3480"/>
              <a:buChar char="•"/>
            </a:pPr>
            <a:r>
              <a:rPr lang="en-US" sz="2400"/>
              <a:t>Used to send message to all hosts in the network using one single address</a:t>
            </a:r>
            <a:endParaRPr sz="2400"/>
          </a:p>
          <a:p>
            <a:pPr marL="742950" lvl="1" indent="-258126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3480"/>
              <a:buChar char="•"/>
            </a:pPr>
            <a:r>
              <a:rPr lang="en-US" sz="2400"/>
              <a:t>Cannot be assigned to a device.</a:t>
            </a:r>
            <a:endParaRPr/>
          </a:p>
          <a:p>
            <a:pPr marL="742950" lvl="1" indent="-258126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3480"/>
              <a:buChar char="•"/>
            </a:pPr>
            <a:r>
              <a:rPr lang="en-US" sz="2400"/>
              <a:t>All host bits in this address will be </a:t>
            </a:r>
            <a:r>
              <a:rPr lang="en-US" sz="2400" b="1">
                <a:solidFill>
                  <a:srgbClr val="FF0000"/>
                </a:solidFill>
              </a:rPr>
              <a:t>one</a:t>
            </a:r>
            <a:r>
              <a:rPr lang="en-US" sz="2400"/>
              <a:t>.</a:t>
            </a:r>
            <a:endParaRPr sz="2400"/>
          </a:p>
          <a:p>
            <a:pPr marL="285750" lvl="0" indent="-64770" algn="l" rtl="0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None/>
            </a:pPr>
            <a:endParaRPr/>
          </a:p>
        </p:txBody>
      </p:sp>
      <p:pic>
        <p:nvPicPr>
          <p:cNvPr id="467" name="Google Shape;467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68" name="Google Shape;468;p26"/>
          <p:cNvGraphicFramePr/>
          <p:nvPr/>
        </p:nvGraphicFramePr>
        <p:xfrm>
          <a:off x="738910" y="4017818"/>
          <a:ext cx="6108250" cy="1005860"/>
        </p:xfrm>
        <a:graphic>
          <a:graphicData uri="http://schemas.openxmlformats.org/drawingml/2006/table">
            <a:tbl>
              <a:tblPr firstRow="1" bandRow="1">
                <a:noFill/>
                <a:tableStyleId>{F3FEC051-1532-4065-B010-47EA12C16827}</a:tableStyleId>
              </a:tblPr>
              <a:tblGrid>
                <a:gridCol w="1221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1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16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1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21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6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IP Address</a:t>
                      </a:r>
                      <a:endParaRPr sz="18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solidFill>
                      <a:srgbClr val="B7BB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10.</a:t>
                      </a:r>
                      <a:endParaRPr sz="1800" b="1" u="none" strike="noStrike" cap="non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solidFill>
                      <a:srgbClr val="5E993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</a:t>
                      </a:r>
                      <a:endParaRPr sz="1800" b="1" u="none" strike="noStrike" cap="non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solidFill>
                      <a:srgbClr val="5E993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</a:t>
                      </a:r>
                      <a:endParaRPr sz="1800" b="1" u="none" strike="noStrike" cap="non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solidFill>
                      <a:srgbClr val="5E993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7D28C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255</a:t>
                      </a:r>
                      <a:endParaRPr sz="1800" b="1" u="none" strike="noStrike" cap="none">
                        <a:solidFill>
                          <a:srgbClr val="7D28C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solidFill>
                      <a:srgbClr val="5E99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6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IP Address in </a:t>
                      </a:r>
                      <a:r>
                        <a:rPr lang="en-US" sz="1400" b="1" u="none" strike="noStrike" cap="none">
                          <a:solidFill>
                            <a:srgbClr val="FF0000"/>
                          </a:solidFill>
                        </a:rPr>
                        <a:t>Binary</a:t>
                      </a:r>
                      <a:endParaRPr sz="1400" b="1" u="none" strike="noStrike" cap="none">
                        <a:solidFill>
                          <a:srgbClr val="FF0000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B7BB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00001010</a:t>
                      </a:r>
                      <a:endParaRPr sz="18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solidFill>
                      <a:srgbClr val="F3D7B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00000000</a:t>
                      </a:r>
                      <a:endParaRPr sz="1400" u="none" strike="noStrike" cap="none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>
                    <a:solidFill>
                      <a:srgbClr val="F3D7B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00000000</a:t>
                      </a:r>
                      <a:endParaRPr sz="1400" u="none" strike="noStrike" cap="none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>
                    <a:solidFill>
                      <a:srgbClr val="F3D7B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11111111</a:t>
                      </a:r>
                      <a:endParaRPr sz="1400" u="none" strike="noStrike" cap="none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>
                    <a:solidFill>
                      <a:srgbClr val="F3D7B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69" name="Google Shape;469;p26"/>
          <p:cNvSpPr/>
          <p:nvPr/>
        </p:nvSpPr>
        <p:spPr>
          <a:xfrm>
            <a:off x="2790302" y="3391219"/>
            <a:ext cx="264068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10.0.0.255/24</a:t>
            </a:r>
            <a:endParaRPr sz="24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26"/>
          <p:cNvSpPr/>
          <p:nvPr/>
        </p:nvSpPr>
        <p:spPr>
          <a:xfrm>
            <a:off x="5601979" y="3988479"/>
            <a:ext cx="1362240" cy="1035179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471" name="Google Shape;471;p26"/>
          <p:cNvSpPr/>
          <p:nvPr/>
        </p:nvSpPr>
        <p:spPr>
          <a:xfrm rot="-5400000">
            <a:off x="3581400" y="3523645"/>
            <a:ext cx="249382" cy="3449782"/>
          </a:xfrm>
          <a:prstGeom prst="leftBrace">
            <a:avLst>
              <a:gd name="adj1" fmla="val 8333"/>
              <a:gd name="adj2" fmla="val 50000"/>
            </a:avLst>
          </a:prstGeom>
          <a:noFill/>
          <a:ln w="28575" cap="flat" cmpd="sng">
            <a:solidFill>
              <a:srgbClr val="3F66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26"/>
          <p:cNvSpPr/>
          <p:nvPr/>
        </p:nvSpPr>
        <p:spPr>
          <a:xfrm>
            <a:off x="2689724" y="5419424"/>
            <a:ext cx="2206571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3F6622"/>
                </a:solidFill>
                <a:latin typeface="Calibri"/>
                <a:ea typeface="Calibri"/>
                <a:cs typeface="Calibri"/>
                <a:sym typeface="Calibri"/>
              </a:rPr>
              <a:t>Network Part</a:t>
            </a:r>
            <a:endParaRPr sz="2400" b="1" i="0" u="none" strike="noStrike" cap="none">
              <a:solidFill>
                <a:srgbClr val="3F66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26"/>
          <p:cNvSpPr/>
          <p:nvPr/>
        </p:nvSpPr>
        <p:spPr>
          <a:xfrm rot="-5400000">
            <a:off x="6160654" y="4595051"/>
            <a:ext cx="249382" cy="1357745"/>
          </a:xfrm>
          <a:prstGeom prst="leftBrace">
            <a:avLst>
              <a:gd name="adj1" fmla="val 8333"/>
              <a:gd name="adj2" fmla="val 50000"/>
            </a:avLst>
          </a:prstGeom>
          <a:noFill/>
          <a:ln w="28575" cap="flat" cmpd="sng">
            <a:solidFill>
              <a:srgbClr val="7D28C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26"/>
          <p:cNvSpPr/>
          <p:nvPr/>
        </p:nvSpPr>
        <p:spPr>
          <a:xfrm>
            <a:off x="5498427" y="5398615"/>
            <a:ext cx="1573837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7D28CD"/>
                </a:solidFill>
                <a:latin typeface="Calibri"/>
                <a:ea typeface="Calibri"/>
                <a:cs typeface="Calibri"/>
                <a:sym typeface="Calibri"/>
              </a:rPr>
              <a:t>Host Part</a:t>
            </a:r>
            <a:endParaRPr sz="2400" b="1" i="0" u="none" strike="noStrike" cap="none">
              <a:solidFill>
                <a:srgbClr val="7D28C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26"/>
          <p:cNvSpPr/>
          <p:nvPr/>
        </p:nvSpPr>
        <p:spPr>
          <a:xfrm>
            <a:off x="5975926" y="2795161"/>
            <a:ext cx="785091" cy="625398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476" name="Google Shape;476;p26"/>
          <p:cNvSpPr/>
          <p:nvPr/>
        </p:nvSpPr>
        <p:spPr>
          <a:xfrm>
            <a:off x="4251990" y="3420558"/>
            <a:ext cx="563401" cy="461665"/>
          </a:xfrm>
          <a:prstGeom prst="rect">
            <a:avLst/>
          </a:prstGeom>
          <a:noFill/>
          <a:ln w="38100" cap="flat" cmpd="sng">
            <a:solidFill>
              <a:srgbClr val="5E993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477" name="Google Shape;477;p26"/>
          <p:cNvSpPr/>
          <p:nvPr/>
        </p:nvSpPr>
        <p:spPr>
          <a:xfrm>
            <a:off x="8639349" y="1340792"/>
            <a:ext cx="3251518" cy="120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1186C3"/>
                </a:solidFill>
                <a:latin typeface="Calibri"/>
                <a:ea typeface="Calibri"/>
                <a:cs typeface="Calibri"/>
                <a:sym typeface="Calibri"/>
              </a:rPr>
              <a:t>Broadcast Address </a:t>
            </a:r>
            <a:r>
              <a:rPr lang="en-US" sz="24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of 10.0.0.0/24 network is 10.0.0.255/24</a:t>
            </a:r>
            <a:endParaRPr sz="24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78" name="Google Shape;478;p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904780" y="2817090"/>
            <a:ext cx="3962958" cy="283556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79" name="Google Shape;479;p26"/>
          <p:cNvCxnSpPr/>
          <p:nvPr/>
        </p:nvCxnSpPr>
        <p:spPr>
          <a:xfrm flipH="1">
            <a:off x="8924485" y="2401455"/>
            <a:ext cx="753974" cy="1939636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80" name="Google Shape;480;p26"/>
          <p:cNvCxnSpPr/>
          <p:nvPr/>
        </p:nvCxnSpPr>
        <p:spPr>
          <a:xfrm>
            <a:off x="9678460" y="2401455"/>
            <a:ext cx="0" cy="2318327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81" name="Google Shape;481;p26"/>
          <p:cNvCxnSpPr/>
          <p:nvPr/>
        </p:nvCxnSpPr>
        <p:spPr>
          <a:xfrm>
            <a:off x="9678460" y="2401455"/>
            <a:ext cx="753976" cy="2419927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82" name="Google Shape;482;p26"/>
          <p:cNvCxnSpPr/>
          <p:nvPr/>
        </p:nvCxnSpPr>
        <p:spPr>
          <a:xfrm>
            <a:off x="9678460" y="2401455"/>
            <a:ext cx="1269195" cy="1731265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87" name="Google Shape;487;p27"/>
          <p:cNvGraphicFramePr/>
          <p:nvPr/>
        </p:nvGraphicFramePr>
        <p:xfrm>
          <a:off x="891769" y="5787478"/>
          <a:ext cx="6437750" cy="1005860"/>
        </p:xfrm>
        <a:graphic>
          <a:graphicData uri="http://schemas.openxmlformats.org/drawingml/2006/table">
            <a:tbl>
              <a:tblPr firstRow="1" bandRow="1">
                <a:noFill/>
                <a:tableStyleId>{F3FEC051-1532-4065-B010-47EA12C16827}</a:tableStyleId>
              </a:tblPr>
              <a:tblGrid>
                <a:gridCol w="1287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7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7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7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75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6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IP Address</a:t>
                      </a:r>
                      <a:endParaRPr sz="18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solidFill>
                      <a:srgbClr val="B7BB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10.</a:t>
                      </a:r>
                      <a:endParaRPr sz="1800" b="1" u="none" strike="noStrike" cap="non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solidFill>
                      <a:srgbClr val="5E993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</a:t>
                      </a:r>
                      <a:endParaRPr sz="1800" b="1" u="none" strike="noStrike" cap="non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solidFill>
                      <a:srgbClr val="5E993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</a:t>
                      </a:r>
                      <a:endParaRPr sz="1800" b="1" u="none" strike="noStrike" cap="non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solidFill>
                      <a:srgbClr val="5E993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7D28C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800" b="1" u="none" strike="noStrike" cap="none">
                        <a:solidFill>
                          <a:srgbClr val="7D28C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solidFill>
                      <a:srgbClr val="5E99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6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IP Address in </a:t>
                      </a:r>
                      <a:r>
                        <a:rPr lang="en-US" sz="1400" b="1" u="none" strike="noStrike" cap="none">
                          <a:solidFill>
                            <a:srgbClr val="FF0000"/>
                          </a:solidFill>
                        </a:rPr>
                        <a:t>Binary</a:t>
                      </a:r>
                      <a:endParaRPr sz="1400" b="1" u="none" strike="noStrike" cap="none">
                        <a:solidFill>
                          <a:srgbClr val="FF0000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B7BB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00001010</a:t>
                      </a:r>
                      <a:endParaRPr sz="18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solidFill>
                      <a:srgbClr val="F3D7B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00000000</a:t>
                      </a:r>
                      <a:endParaRPr sz="1400" u="none" strike="noStrike" cap="none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>
                    <a:solidFill>
                      <a:srgbClr val="F3D7B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00000000</a:t>
                      </a:r>
                      <a:endParaRPr sz="1400" u="none" strike="noStrike" cap="none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>
                    <a:solidFill>
                      <a:srgbClr val="F3D7B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00000011</a:t>
                      </a:r>
                      <a:endParaRPr sz="1400" u="none" strike="noStrike" cap="none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>
                    <a:solidFill>
                      <a:srgbClr val="F3D7B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88" name="Google Shape;488;p27"/>
          <p:cNvSpPr txBox="1">
            <a:spLocks noGrp="1"/>
          </p:cNvSpPr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The Addresses</a:t>
            </a:r>
            <a:endParaRPr/>
          </a:p>
        </p:txBody>
      </p:sp>
      <p:sp>
        <p:nvSpPr>
          <p:cNvPr id="489" name="Google Shape;489;p27"/>
          <p:cNvSpPr txBox="1">
            <a:spLocks noGrp="1"/>
          </p:cNvSpPr>
          <p:nvPr>
            <p:ph type="body" idx="1"/>
          </p:nvPr>
        </p:nvSpPr>
        <p:spPr>
          <a:xfrm>
            <a:off x="957837" y="1179110"/>
            <a:ext cx="7715108" cy="2212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85750" lvl="0" indent="-257809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0"/>
              <a:buChar char="•"/>
            </a:pPr>
            <a:r>
              <a:rPr lang="en-US" sz="2800" b="1">
                <a:solidFill>
                  <a:srgbClr val="0070C0"/>
                </a:solidFill>
              </a:rPr>
              <a:t>Host Address</a:t>
            </a:r>
            <a:endParaRPr sz="2800" b="1">
              <a:solidFill>
                <a:srgbClr val="0070C0"/>
              </a:solidFill>
            </a:endParaRPr>
          </a:p>
          <a:p>
            <a:pPr marL="742950" lvl="1" indent="-258126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3045"/>
              <a:buChar char="•"/>
            </a:pPr>
            <a:r>
              <a:rPr lang="en-US" sz="2100"/>
              <a:t>The unique address assigned to each device on the network.</a:t>
            </a:r>
            <a:endParaRPr/>
          </a:p>
          <a:p>
            <a:pPr marL="742950" lvl="1" indent="-258126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3045"/>
              <a:buChar char="•"/>
            </a:pPr>
            <a:r>
              <a:rPr lang="en-US" sz="2100"/>
              <a:t>For a network of 10.0.0.0/24</a:t>
            </a:r>
            <a:endParaRPr sz="2100"/>
          </a:p>
          <a:p>
            <a:pPr marL="1200150" lvl="2" indent="-260889" algn="l" rtl="0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SzPts val="3045"/>
              <a:buChar char="•"/>
            </a:pPr>
            <a:r>
              <a:rPr lang="en-US" sz="2100"/>
              <a:t>Addresses </a:t>
            </a:r>
            <a:r>
              <a:rPr lang="en-US" sz="2100" b="1"/>
              <a:t>10.0.0.1</a:t>
            </a:r>
            <a:r>
              <a:rPr lang="en-US" sz="2100"/>
              <a:t>  through  </a:t>
            </a:r>
            <a:r>
              <a:rPr lang="en-US" sz="2100" b="1"/>
              <a:t>10.0.0.254</a:t>
            </a:r>
            <a:r>
              <a:rPr lang="en-US" sz="2100"/>
              <a:t> are </a:t>
            </a:r>
            <a:endParaRPr sz="2100"/>
          </a:p>
          <a:p>
            <a:pPr marL="1200150" lvl="2" indent="-260889" algn="l" rtl="0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SzPts val="3045"/>
              <a:buChar char="•"/>
            </a:pPr>
            <a:r>
              <a:rPr lang="en-US" sz="2100"/>
              <a:t>All host bits in this address will </a:t>
            </a:r>
            <a:r>
              <a:rPr lang="en-US" sz="2100" b="1">
                <a:solidFill>
                  <a:srgbClr val="FF0000"/>
                </a:solidFill>
              </a:rPr>
              <a:t>vary</a:t>
            </a:r>
            <a:r>
              <a:rPr lang="en-US" sz="2100"/>
              <a:t>.</a:t>
            </a:r>
            <a:endParaRPr sz="2100"/>
          </a:p>
          <a:p>
            <a:pPr marL="285750" lvl="0" indent="-64770" algn="l" rtl="0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None/>
            </a:pPr>
            <a:endParaRPr/>
          </a:p>
        </p:txBody>
      </p:sp>
      <p:pic>
        <p:nvPicPr>
          <p:cNvPr id="490" name="Google Shape;490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91" name="Google Shape;491;p27"/>
          <p:cNvGraphicFramePr/>
          <p:nvPr/>
        </p:nvGraphicFramePr>
        <p:xfrm>
          <a:off x="785091" y="3866757"/>
          <a:ext cx="6437750" cy="1005860"/>
        </p:xfrm>
        <a:graphic>
          <a:graphicData uri="http://schemas.openxmlformats.org/drawingml/2006/table">
            <a:tbl>
              <a:tblPr firstRow="1" bandRow="1">
                <a:noFill/>
                <a:tableStyleId>{F3FEC051-1532-4065-B010-47EA12C16827}</a:tableStyleId>
              </a:tblPr>
              <a:tblGrid>
                <a:gridCol w="1287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7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7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7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75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6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IP Address</a:t>
                      </a:r>
                      <a:endParaRPr sz="18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solidFill>
                      <a:srgbClr val="B7BB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10.</a:t>
                      </a:r>
                      <a:endParaRPr sz="1800" b="1" u="none" strike="noStrike" cap="non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solidFill>
                      <a:srgbClr val="5E993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</a:t>
                      </a:r>
                      <a:endParaRPr sz="1800" b="1" u="none" strike="noStrike" cap="non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solidFill>
                      <a:srgbClr val="5E993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</a:t>
                      </a:r>
                      <a:endParaRPr sz="1800" b="1" u="none" strike="noStrike" cap="none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solidFill>
                      <a:srgbClr val="5E993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solidFill>
                            <a:srgbClr val="7D28C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800" b="1" u="none" strike="noStrike" cap="none">
                        <a:solidFill>
                          <a:srgbClr val="7D28CD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solidFill>
                      <a:srgbClr val="5E99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6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IP Address in </a:t>
                      </a:r>
                      <a:r>
                        <a:rPr lang="en-US" sz="1400" b="1" u="none" strike="noStrike" cap="none">
                          <a:solidFill>
                            <a:srgbClr val="FF0000"/>
                          </a:solidFill>
                        </a:rPr>
                        <a:t>Binary</a:t>
                      </a:r>
                      <a:endParaRPr sz="1400" b="1" u="none" strike="noStrike" cap="none">
                        <a:solidFill>
                          <a:srgbClr val="FF0000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B7BBB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00001010</a:t>
                      </a:r>
                      <a:endParaRPr sz="1800" b="1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solidFill>
                      <a:srgbClr val="F3D7B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00000000</a:t>
                      </a:r>
                      <a:endParaRPr sz="1400" u="none" strike="noStrike" cap="none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>
                    <a:solidFill>
                      <a:srgbClr val="F3D7B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00000000</a:t>
                      </a:r>
                      <a:endParaRPr sz="1400" u="none" strike="noStrike" cap="none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>
                    <a:solidFill>
                      <a:srgbClr val="F3D7B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00000001</a:t>
                      </a:r>
                      <a:endParaRPr sz="1400" u="none" strike="noStrike" cap="none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>
                    <a:solidFill>
                      <a:srgbClr val="F3D7B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92" name="Google Shape;492;p27"/>
          <p:cNvSpPr/>
          <p:nvPr/>
        </p:nvSpPr>
        <p:spPr>
          <a:xfrm>
            <a:off x="2790302" y="3391219"/>
            <a:ext cx="264068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10.0.0.5/24</a:t>
            </a:r>
            <a:endParaRPr sz="24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27"/>
          <p:cNvSpPr/>
          <p:nvPr/>
        </p:nvSpPr>
        <p:spPr>
          <a:xfrm>
            <a:off x="6005670" y="3893071"/>
            <a:ext cx="1278321" cy="2900247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494" name="Google Shape;494;p27"/>
          <p:cNvSpPr/>
          <p:nvPr/>
        </p:nvSpPr>
        <p:spPr>
          <a:xfrm rot="-5400000">
            <a:off x="3702868" y="3333052"/>
            <a:ext cx="249382" cy="3449782"/>
          </a:xfrm>
          <a:prstGeom prst="leftBrace">
            <a:avLst>
              <a:gd name="adj1" fmla="val 8333"/>
              <a:gd name="adj2" fmla="val 50000"/>
            </a:avLst>
          </a:prstGeom>
          <a:noFill/>
          <a:ln w="28575" cap="flat" cmpd="sng">
            <a:solidFill>
              <a:srgbClr val="3F66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p27"/>
          <p:cNvSpPr/>
          <p:nvPr/>
        </p:nvSpPr>
        <p:spPr>
          <a:xfrm>
            <a:off x="2950884" y="5098392"/>
            <a:ext cx="2206571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3F6622"/>
                </a:solidFill>
                <a:latin typeface="Calibri"/>
                <a:ea typeface="Calibri"/>
                <a:cs typeface="Calibri"/>
                <a:sym typeface="Calibri"/>
              </a:rPr>
              <a:t>Network Part</a:t>
            </a:r>
            <a:endParaRPr sz="2400" b="1" i="0" u="none" strike="noStrike" cap="none">
              <a:solidFill>
                <a:srgbClr val="3F66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27"/>
          <p:cNvSpPr/>
          <p:nvPr/>
        </p:nvSpPr>
        <p:spPr>
          <a:xfrm rot="-5400000">
            <a:off x="6419273" y="4435460"/>
            <a:ext cx="249382" cy="1357745"/>
          </a:xfrm>
          <a:prstGeom prst="leftBrace">
            <a:avLst>
              <a:gd name="adj1" fmla="val 8333"/>
              <a:gd name="adj2" fmla="val 50000"/>
            </a:avLst>
          </a:prstGeom>
          <a:noFill/>
          <a:ln w="28575" cap="flat" cmpd="sng">
            <a:solidFill>
              <a:srgbClr val="7D28C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p27"/>
          <p:cNvSpPr/>
          <p:nvPr/>
        </p:nvSpPr>
        <p:spPr>
          <a:xfrm>
            <a:off x="5961641" y="5190990"/>
            <a:ext cx="1573837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7D28CD"/>
                </a:solidFill>
                <a:latin typeface="Calibri"/>
                <a:ea typeface="Calibri"/>
                <a:cs typeface="Calibri"/>
                <a:sym typeface="Calibri"/>
              </a:rPr>
              <a:t>Host Part</a:t>
            </a:r>
            <a:endParaRPr sz="2400" b="1" i="0" u="none" strike="noStrike" cap="none">
              <a:solidFill>
                <a:srgbClr val="7D28C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27"/>
          <p:cNvSpPr/>
          <p:nvPr/>
        </p:nvSpPr>
        <p:spPr>
          <a:xfrm>
            <a:off x="5613224" y="2951875"/>
            <a:ext cx="785091" cy="604803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499" name="Google Shape;499;p27"/>
          <p:cNvSpPr/>
          <p:nvPr/>
        </p:nvSpPr>
        <p:spPr>
          <a:xfrm>
            <a:off x="4003963" y="3381993"/>
            <a:ext cx="563401" cy="461665"/>
          </a:xfrm>
          <a:prstGeom prst="rect">
            <a:avLst/>
          </a:prstGeom>
          <a:noFill/>
          <a:ln w="38100" cap="flat" cmpd="sng">
            <a:solidFill>
              <a:srgbClr val="5E993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00" name="Google Shape;500;p27"/>
          <p:cNvSpPr/>
          <p:nvPr/>
        </p:nvSpPr>
        <p:spPr>
          <a:xfrm>
            <a:off x="8839606" y="1767268"/>
            <a:ext cx="2093306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1186C3"/>
                </a:solidFill>
                <a:latin typeface="Calibri"/>
                <a:ea typeface="Calibri"/>
                <a:cs typeface="Calibri"/>
                <a:sym typeface="Calibri"/>
              </a:rPr>
              <a:t>Host Address</a:t>
            </a:r>
            <a:endParaRPr sz="24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01" name="Google Shape;501;p2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904780" y="2817090"/>
            <a:ext cx="3962958" cy="283556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02" name="Google Shape;502;p27"/>
          <p:cNvCxnSpPr/>
          <p:nvPr/>
        </p:nvCxnSpPr>
        <p:spPr>
          <a:xfrm flipH="1">
            <a:off x="9013610" y="2228933"/>
            <a:ext cx="564499" cy="1903787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503" name="Google Shape;503;p27"/>
          <p:cNvCxnSpPr>
            <a:stCxn id="500" idx="2"/>
          </p:cNvCxnSpPr>
          <p:nvPr/>
        </p:nvCxnSpPr>
        <p:spPr>
          <a:xfrm>
            <a:off x="9886259" y="2228933"/>
            <a:ext cx="550800" cy="249180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19"/>
          <p:cNvSpPr txBox="1">
            <a:spLocks noGrp="1"/>
          </p:cNvSpPr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The Addresses</a:t>
            </a:r>
            <a:endParaRPr/>
          </a:p>
        </p:txBody>
      </p:sp>
      <p:sp>
        <p:nvSpPr>
          <p:cNvPr id="509" name="Google Shape;509;p19"/>
          <p:cNvSpPr txBox="1">
            <a:spLocks noGrp="1"/>
          </p:cNvSpPr>
          <p:nvPr>
            <p:ph type="body" idx="1"/>
          </p:nvPr>
        </p:nvSpPr>
        <p:spPr>
          <a:xfrm>
            <a:off x="1484310" y="1279237"/>
            <a:ext cx="4944199" cy="47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Say, you have a random IP address </a:t>
            </a:r>
            <a:r>
              <a:rPr lang="en-US" b="1"/>
              <a:t>192.168.10.193/24 or given as </a:t>
            </a:r>
            <a:br>
              <a:rPr lang="en-US" b="1"/>
            </a:br>
            <a:r>
              <a:rPr lang="en-US" b="1"/>
              <a:t>192.168.10.193    255.255.255.0</a:t>
            </a:r>
            <a:endParaRPr b="1"/>
          </a:p>
        </p:txBody>
      </p:sp>
      <p:pic>
        <p:nvPicPr>
          <p:cNvPr id="510" name="Google Shape;510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511" name="Google Shape;511;p19"/>
          <p:cNvSpPr txBox="1"/>
          <p:nvPr/>
        </p:nvSpPr>
        <p:spPr>
          <a:xfrm>
            <a:off x="6666439" y="1279237"/>
            <a:ext cx="4944199" cy="47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348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Say, you have a random IP address </a:t>
            </a:r>
            <a:r>
              <a:rPr lang="en-US" sz="2400" b="1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200.32.16.192/26 or given as </a:t>
            </a:r>
            <a:br>
              <a:rPr lang="en-US" sz="2400" b="1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</a:br>
            <a:r>
              <a:rPr lang="en-US" sz="2400" b="1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200.32.16.192   255.255.255.192</a:t>
            </a:r>
            <a:endParaRPr sz="2400" b="1" i="0" u="none" strike="noStrike" cap="non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marL="285750" marR="0" lvl="0" indent="-6477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3480"/>
              <a:buFont typeface="Arial"/>
              <a:buNone/>
            </a:pPr>
            <a:endParaRPr sz="2400" b="1" i="0" u="none" strike="noStrike" cap="non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20"/>
          <p:cNvSpPr txBox="1">
            <a:spLocks noGrp="1"/>
          </p:cNvSpPr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Network Prefix</a:t>
            </a:r>
            <a:endParaRPr/>
          </a:p>
        </p:txBody>
      </p:sp>
      <p:sp>
        <p:nvSpPr>
          <p:cNvPr id="517" name="Google Shape;517;p20"/>
          <p:cNvSpPr txBox="1">
            <a:spLocks noGrp="1"/>
          </p:cNvSpPr>
          <p:nvPr>
            <p:ph type="body" idx="1"/>
          </p:nvPr>
        </p:nvSpPr>
        <p:spPr>
          <a:xfrm>
            <a:off x="1484310" y="1066801"/>
            <a:ext cx="10018713" cy="47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The network prefix is not always /24.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None/>
            </a:pPr>
            <a:endParaRPr/>
          </a:p>
        </p:txBody>
      </p:sp>
      <p:pic>
        <p:nvPicPr>
          <p:cNvPr id="518" name="Google Shape;518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19" name="Google Shape;519;p2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37189" y="1599181"/>
            <a:ext cx="10214665" cy="46353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21"/>
          <p:cNvSpPr txBox="1">
            <a:spLocks noGrp="1"/>
          </p:cNvSpPr>
          <p:nvPr>
            <p:ph type="title"/>
          </p:nvPr>
        </p:nvSpPr>
        <p:spPr>
          <a:xfrm>
            <a:off x="1253401" y="1175141"/>
            <a:ext cx="10018713" cy="3807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Corbel"/>
              <a:buNone/>
            </a:pPr>
            <a:r>
              <a:rPr lang="en-US" sz="7200"/>
              <a:t>Types of IPv4 Addresses</a:t>
            </a:r>
            <a:endParaRPr/>
          </a:p>
        </p:txBody>
      </p:sp>
      <p:pic>
        <p:nvPicPr>
          <p:cNvPr id="525" name="Google Shape;525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22"/>
          <p:cNvSpPr txBox="1">
            <a:spLocks noGrp="1"/>
          </p:cNvSpPr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Special Addresses</a:t>
            </a:r>
            <a:endParaRPr/>
          </a:p>
        </p:txBody>
      </p:sp>
      <p:pic>
        <p:nvPicPr>
          <p:cNvPr id="531" name="Google Shape;531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32" name="Google Shape;532;p22" descr="Unicast-Broadcast-Multicast-Anycast | NetworkByt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05905" y="1392194"/>
            <a:ext cx="9111933" cy="45974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23"/>
          <p:cNvSpPr txBox="1">
            <a:spLocks noGrp="1"/>
          </p:cNvSpPr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Unicast</a:t>
            </a:r>
            <a:endParaRPr/>
          </a:p>
        </p:txBody>
      </p:sp>
      <p:pic>
        <p:nvPicPr>
          <p:cNvPr id="538" name="Google Shape;538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39" name="Google Shape;539;p23"/>
          <p:cNvGraphicFramePr/>
          <p:nvPr/>
        </p:nvGraphicFramePr>
        <p:xfrm>
          <a:off x="6203663" y="5553770"/>
          <a:ext cx="5406975" cy="365770"/>
        </p:xfrm>
        <a:graphic>
          <a:graphicData uri="http://schemas.openxmlformats.org/drawingml/2006/table">
            <a:tbl>
              <a:tblPr>
                <a:noFill/>
                <a:tableStyleId>{F3FEC051-1532-4065-B010-47EA12C16827}</a:tableStyleId>
              </a:tblPr>
              <a:tblGrid>
                <a:gridCol w="1802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2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2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2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</a:rPr>
                        <a:t>172.16.4.253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solidFill>
                      <a:srgbClr val="F3D7B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</a:rPr>
                        <a:t>172.16.4.1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solidFill>
                      <a:srgbClr val="F3D7B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Data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solidFill>
                      <a:srgbClr val="F3D7B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40" name="Google Shape;540;p23"/>
          <p:cNvGraphicFramePr/>
          <p:nvPr/>
        </p:nvGraphicFramePr>
        <p:xfrm>
          <a:off x="6203662" y="6122839"/>
          <a:ext cx="5406975" cy="365770"/>
        </p:xfrm>
        <a:graphic>
          <a:graphicData uri="http://schemas.openxmlformats.org/drawingml/2006/table">
            <a:tbl>
              <a:tblPr>
                <a:noFill/>
                <a:tableStyleId>{F3FEC051-1532-4065-B010-47EA12C16827}</a:tableStyleId>
              </a:tblPr>
              <a:tblGrid>
                <a:gridCol w="1802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2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2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50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solidFill>
                            <a:schemeClr val="lt1"/>
                          </a:solidFill>
                        </a:rPr>
                        <a:t>Dest IP Add</a:t>
                      </a:r>
                      <a:endParaRPr sz="1400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1186C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solidFill>
                            <a:schemeClr val="lt1"/>
                          </a:solidFill>
                        </a:rPr>
                        <a:t>Source IP Add</a:t>
                      </a:r>
                      <a:endParaRPr sz="1400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1186C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chemeClr val="lt1"/>
                          </a:solidFill>
                        </a:rPr>
                        <a:t>Packet</a:t>
                      </a:r>
                      <a:endParaRPr sz="1400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1186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541" name="Google Shape;541;p2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93666" y="1256143"/>
            <a:ext cx="4970958" cy="4176568"/>
          </a:xfrm>
          <a:prstGeom prst="rect">
            <a:avLst/>
          </a:prstGeom>
          <a:noFill/>
          <a:ln>
            <a:noFill/>
          </a:ln>
        </p:spPr>
      </p:pic>
      <p:sp>
        <p:nvSpPr>
          <p:cNvPr id="542" name="Google Shape;542;p23"/>
          <p:cNvSpPr/>
          <p:nvPr/>
        </p:nvSpPr>
        <p:spPr>
          <a:xfrm>
            <a:off x="6838032" y="4007254"/>
            <a:ext cx="579655" cy="263766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 w="15875" cap="rnd" cmpd="sng">
            <a:solidFill>
              <a:srgbClr val="237D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900" b="1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Packet</a:t>
            </a:r>
            <a:endParaRPr sz="105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" name="Google Shape;543;p23"/>
          <p:cNvSpPr txBox="1">
            <a:spLocks noGrp="1"/>
          </p:cNvSpPr>
          <p:nvPr>
            <p:ph type="body" idx="1"/>
          </p:nvPr>
        </p:nvSpPr>
        <p:spPr>
          <a:xfrm>
            <a:off x="1053465" y="1475265"/>
            <a:ext cx="4645372" cy="3480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 sz="2800" b="1"/>
              <a:t>Unicast</a:t>
            </a:r>
            <a:endParaRPr/>
          </a:p>
          <a:p>
            <a:pPr marL="742950" lvl="1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 sz="2400"/>
              <a:t>A message to one host.</a:t>
            </a:r>
            <a:endParaRPr sz="2400"/>
          </a:p>
          <a:p>
            <a:pPr marL="742950" lvl="1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 sz="2400" b="1">
                <a:solidFill>
                  <a:srgbClr val="0070C0"/>
                </a:solidFill>
              </a:rPr>
              <a:t>Individual IPv4 addresses </a:t>
            </a:r>
            <a:endParaRPr sz="2400">
              <a:solidFill>
                <a:srgbClr val="0070C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24"/>
          <p:cNvSpPr txBox="1">
            <a:spLocks noGrp="1"/>
          </p:cNvSpPr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Broadcast</a:t>
            </a:r>
            <a:endParaRPr/>
          </a:p>
        </p:txBody>
      </p:sp>
      <p:sp>
        <p:nvSpPr>
          <p:cNvPr id="549" name="Google Shape;549;p24"/>
          <p:cNvSpPr txBox="1">
            <a:spLocks noGrp="1"/>
          </p:cNvSpPr>
          <p:nvPr>
            <p:ph type="body" idx="1"/>
          </p:nvPr>
        </p:nvSpPr>
        <p:spPr>
          <a:xfrm>
            <a:off x="6601281" y="1506658"/>
            <a:ext cx="5516827" cy="3480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 b="1"/>
              <a:t>Limited Broadcast</a:t>
            </a:r>
            <a:endParaRPr/>
          </a:p>
          <a:p>
            <a:pPr marL="742950" lvl="1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 sz="2400"/>
              <a:t>A message to all hosts on the same physical/local network or subnet. </a:t>
            </a:r>
            <a:endParaRPr/>
          </a:p>
          <a:p>
            <a:pPr marL="742950" lvl="1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 sz="2400" b="1">
                <a:solidFill>
                  <a:srgbClr val="0070C0"/>
                </a:solidFill>
              </a:rPr>
              <a:t>255.255.255.255</a:t>
            </a:r>
            <a:r>
              <a:rPr lang="en-US" sz="2400">
                <a:solidFill>
                  <a:srgbClr val="0070C0"/>
                </a:solidFill>
              </a:rPr>
              <a:t> </a:t>
            </a:r>
            <a:endParaRPr/>
          </a:p>
          <a:p>
            <a:pPr marL="742950" lvl="1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 sz="2400"/>
              <a:t>Never forwarded by routers!</a:t>
            </a:r>
            <a:endParaRPr/>
          </a:p>
        </p:txBody>
      </p:sp>
      <p:pic>
        <p:nvPicPr>
          <p:cNvPr id="550" name="Google Shape;550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51" name="Google Shape;551;p2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45980" y="1748703"/>
            <a:ext cx="4772019" cy="3848532"/>
          </a:xfrm>
          <a:prstGeom prst="rect">
            <a:avLst/>
          </a:prstGeom>
          <a:noFill/>
          <a:ln>
            <a:noFill/>
          </a:ln>
        </p:spPr>
      </p:pic>
      <p:sp>
        <p:nvSpPr>
          <p:cNvPr id="552" name="Google Shape;552;p24"/>
          <p:cNvSpPr/>
          <p:nvPr/>
        </p:nvSpPr>
        <p:spPr>
          <a:xfrm>
            <a:off x="1103289" y="4395180"/>
            <a:ext cx="579655" cy="263766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 w="15875" cap="rnd" cmpd="sng">
            <a:solidFill>
              <a:srgbClr val="237D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900" b="1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Packet</a:t>
            </a:r>
            <a:endParaRPr sz="105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3" name="Google Shape;553;p24"/>
          <p:cNvSpPr/>
          <p:nvPr/>
        </p:nvSpPr>
        <p:spPr>
          <a:xfrm>
            <a:off x="2963245" y="3213223"/>
            <a:ext cx="579655" cy="263766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 w="15875" cap="rnd" cmpd="sng">
            <a:solidFill>
              <a:srgbClr val="237D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900" b="1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Packet</a:t>
            </a:r>
            <a:endParaRPr sz="105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p24"/>
          <p:cNvSpPr/>
          <p:nvPr/>
        </p:nvSpPr>
        <p:spPr>
          <a:xfrm>
            <a:off x="3131990" y="3213223"/>
            <a:ext cx="579655" cy="263766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 w="15875" cap="rnd" cmpd="sng">
            <a:solidFill>
              <a:srgbClr val="237D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900" b="1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Packet</a:t>
            </a:r>
            <a:endParaRPr sz="105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" name="Google Shape;555;p24"/>
          <p:cNvSpPr/>
          <p:nvPr/>
        </p:nvSpPr>
        <p:spPr>
          <a:xfrm>
            <a:off x="3409334" y="3213223"/>
            <a:ext cx="579655" cy="263766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 w="15875" cap="rnd" cmpd="sng">
            <a:solidFill>
              <a:srgbClr val="237D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900" b="1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Packet</a:t>
            </a:r>
            <a:endParaRPr sz="105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556" name="Google Shape;556;p24"/>
          <p:cNvGraphicFramePr/>
          <p:nvPr/>
        </p:nvGraphicFramePr>
        <p:xfrm>
          <a:off x="745980" y="5865288"/>
          <a:ext cx="5406975" cy="365770"/>
        </p:xfrm>
        <a:graphic>
          <a:graphicData uri="http://schemas.openxmlformats.org/drawingml/2006/table">
            <a:tbl>
              <a:tblPr>
                <a:noFill/>
                <a:tableStyleId>{F3FEC051-1532-4065-B010-47EA12C16827}</a:tableStyleId>
              </a:tblPr>
              <a:tblGrid>
                <a:gridCol w="1802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2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2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2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</a:rPr>
                        <a:t>255.255.255.255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solidFill>
                      <a:srgbClr val="F3D7B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</a:rPr>
                        <a:t>172.16.4.1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solidFill>
                      <a:srgbClr val="F3D7B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Data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solidFill>
                      <a:srgbClr val="F3D7B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57" name="Google Shape;557;p24"/>
          <p:cNvGraphicFramePr/>
          <p:nvPr/>
        </p:nvGraphicFramePr>
        <p:xfrm>
          <a:off x="745980" y="6352117"/>
          <a:ext cx="5406975" cy="365770"/>
        </p:xfrm>
        <a:graphic>
          <a:graphicData uri="http://schemas.openxmlformats.org/drawingml/2006/table">
            <a:tbl>
              <a:tblPr>
                <a:noFill/>
                <a:tableStyleId>{F3FEC051-1532-4065-B010-47EA12C16827}</a:tableStyleId>
              </a:tblPr>
              <a:tblGrid>
                <a:gridCol w="1802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2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2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50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solidFill>
                            <a:schemeClr val="lt1"/>
                          </a:solidFill>
                        </a:rPr>
                        <a:t>Dest IP Add</a:t>
                      </a:r>
                      <a:endParaRPr sz="1400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1186C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solidFill>
                            <a:schemeClr val="lt1"/>
                          </a:solidFill>
                        </a:rPr>
                        <a:t>Source IP Add</a:t>
                      </a:r>
                      <a:endParaRPr sz="1400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1186C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chemeClr val="lt1"/>
                          </a:solidFill>
                        </a:rPr>
                        <a:t>Packet</a:t>
                      </a:r>
                      <a:endParaRPr sz="1400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1186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58" name="Google Shape;558;p24"/>
          <p:cNvSpPr/>
          <p:nvPr/>
        </p:nvSpPr>
        <p:spPr>
          <a:xfrm>
            <a:off x="3597082" y="3213223"/>
            <a:ext cx="579655" cy="263766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 w="15875" cap="rnd" cmpd="sng">
            <a:solidFill>
              <a:srgbClr val="237D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900" b="1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Packet</a:t>
            </a:r>
            <a:endParaRPr sz="105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p24"/>
          <p:cNvSpPr/>
          <p:nvPr/>
        </p:nvSpPr>
        <p:spPr>
          <a:xfrm>
            <a:off x="3023391" y="2464879"/>
            <a:ext cx="688254" cy="480291"/>
          </a:xfrm>
          <a:prstGeom prst="mathMultiply">
            <a:avLst>
              <a:gd name="adj1" fmla="val 23520"/>
            </a:avLst>
          </a:prstGeom>
          <a:solidFill>
            <a:srgbClr val="A93023"/>
          </a:solidFill>
          <a:ln w="25400" cap="flat" cmpd="sng">
            <a:solidFill>
              <a:srgbClr val="A930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4" name="Google Shape;564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21931" y="1879601"/>
            <a:ext cx="7763452" cy="37623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65" name="Google Shape;565;p28"/>
          <p:cNvGraphicFramePr/>
          <p:nvPr/>
        </p:nvGraphicFramePr>
        <p:xfrm>
          <a:off x="1235507" y="5798062"/>
          <a:ext cx="5406975" cy="365770"/>
        </p:xfrm>
        <a:graphic>
          <a:graphicData uri="http://schemas.openxmlformats.org/drawingml/2006/table">
            <a:tbl>
              <a:tblPr>
                <a:noFill/>
                <a:tableStyleId>{F3FEC051-1532-4065-B010-47EA12C16827}</a:tableStyleId>
              </a:tblPr>
              <a:tblGrid>
                <a:gridCol w="1802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2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2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2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50" marR="91450" marT="45725" marB="45725">
                    <a:solidFill>
                      <a:srgbClr val="F3D7B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</a:rPr>
                        <a:t>172.16.4.1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solidFill>
                      <a:srgbClr val="F3D7B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Data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solidFill>
                      <a:srgbClr val="F3D7B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66" name="Google Shape;566;p28"/>
          <p:cNvGraphicFramePr/>
          <p:nvPr/>
        </p:nvGraphicFramePr>
        <p:xfrm>
          <a:off x="1235507" y="6284891"/>
          <a:ext cx="5406975" cy="365770"/>
        </p:xfrm>
        <a:graphic>
          <a:graphicData uri="http://schemas.openxmlformats.org/drawingml/2006/table">
            <a:tbl>
              <a:tblPr>
                <a:noFill/>
                <a:tableStyleId>{F3FEC051-1532-4065-B010-47EA12C16827}</a:tableStyleId>
              </a:tblPr>
              <a:tblGrid>
                <a:gridCol w="1802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2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2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50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solidFill>
                            <a:schemeClr val="lt1"/>
                          </a:solidFill>
                        </a:rPr>
                        <a:t>Dest IP Add</a:t>
                      </a:r>
                      <a:endParaRPr sz="1400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1186C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solidFill>
                            <a:schemeClr val="lt1"/>
                          </a:solidFill>
                        </a:rPr>
                        <a:t>Source IP Add</a:t>
                      </a:r>
                      <a:endParaRPr sz="1400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1186C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chemeClr val="lt1"/>
                          </a:solidFill>
                        </a:rPr>
                        <a:t>Packet</a:t>
                      </a:r>
                      <a:endParaRPr sz="1400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1186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67" name="Google Shape;567;p28"/>
          <p:cNvSpPr/>
          <p:nvPr/>
        </p:nvSpPr>
        <p:spPr>
          <a:xfrm>
            <a:off x="1121930" y="3760788"/>
            <a:ext cx="579655" cy="263766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 w="15875" cap="rnd" cmpd="sng">
            <a:solidFill>
              <a:srgbClr val="237D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900" b="1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Packet</a:t>
            </a:r>
            <a:endParaRPr sz="105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8" name="Google Shape;568;p28"/>
          <p:cNvSpPr/>
          <p:nvPr/>
        </p:nvSpPr>
        <p:spPr>
          <a:xfrm>
            <a:off x="1333465" y="5809545"/>
            <a:ext cx="152980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200.20.10.255</a:t>
            </a:r>
            <a:endParaRPr sz="12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" name="Google Shape;569;p28"/>
          <p:cNvSpPr/>
          <p:nvPr/>
        </p:nvSpPr>
        <p:spPr>
          <a:xfrm>
            <a:off x="4941455" y="3389745"/>
            <a:ext cx="3943927" cy="1801091"/>
          </a:xfrm>
          <a:prstGeom prst="ellipse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0" name="Google Shape;570;p28"/>
          <p:cNvSpPr/>
          <p:nvPr/>
        </p:nvSpPr>
        <p:spPr>
          <a:xfrm>
            <a:off x="2742912" y="2370907"/>
            <a:ext cx="579655" cy="263766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 w="15875" cap="rnd" cmpd="sng">
            <a:solidFill>
              <a:srgbClr val="237D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900" b="1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Packet</a:t>
            </a:r>
            <a:endParaRPr sz="105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1" name="Google Shape;571;p28"/>
          <p:cNvSpPr/>
          <p:nvPr/>
        </p:nvSpPr>
        <p:spPr>
          <a:xfrm>
            <a:off x="6913418" y="2370907"/>
            <a:ext cx="579655" cy="263766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 w="15875" cap="rnd" cmpd="sng">
            <a:solidFill>
              <a:srgbClr val="237D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900" b="1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Packet</a:t>
            </a:r>
            <a:endParaRPr sz="105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2" name="Google Shape;572;p28"/>
          <p:cNvSpPr/>
          <p:nvPr/>
        </p:nvSpPr>
        <p:spPr>
          <a:xfrm>
            <a:off x="6531154" y="3156529"/>
            <a:ext cx="579655" cy="263766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 w="15875" cap="rnd" cmpd="sng">
            <a:solidFill>
              <a:srgbClr val="237D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900" b="1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Packet</a:t>
            </a:r>
            <a:endParaRPr sz="105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p28"/>
          <p:cNvSpPr/>
          <p:nvPr/>
        </p:nvSpPr>
        <p:spPr>
          <a:xfrm>
            <a:off x="6683554" y="3185126"/>
            <a:ext cx="579655" cy="263766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 w="15875" cap="rnd" cmpd="sng">
            <a:solidFill>
              <a:srgbClr val="237D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900" b="1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Packet</a:t>
            </a:r>
            <a:endParaRPr sz="105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4" name="Google Shape;574;p28"/>
          <p:cNvSpPr/>
          <p:nvPr/>
        </p:nvSpPr>
        <p:spPr>
          <a:xfrm>
            <a:off x="6943363" y="3185126"/>
            <a:ext cx="579655" cy="263766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 w="15875" cap="rnd" cmpd="sng">
            <a:solidFill>
              <a:srgbClr val="237D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900" b="1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Packet</a:t>
            </a:r>
            <a:endParaRPr sz="105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5" name="Google Shape;575;p28"/>
          <p:cNvSpPr/>
          <p:nvPr/>
        </p:nvSpPr>
        <p:spPr>
          <a:xfrm>
            <a:off x="7249876" y="3185126"/>
            <a:ext cx="579655" cy="263766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 w="15875" cap="rnd" cmpd="sng">
            <a:solidFill>
              <a:srgbClr val="237D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900" b="1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Packet</a:t>
            </a:r>
            <a:endParaRPr sz="105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6" name="Google Shape;576;p28"/>
          <p:cNvSpPr txBox="1">
            <a:spLocks noGrp="1"/>
          </p:cNvSpPr>
          <p:nvPr>
            <p:ph type="body" idx="1"/>
          </p:nvPr>
        </p:nvSpPr>
        <p:spPr>
          <a:xfrm>
            <a:off x="8885383" y="1561803"/>
            <a:ext cx="3093432" cy="4723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56756"/>
              <a:buChar char="•"/>
            </a:pPr>
            <a:r>
              <a:rPr lang="en-US" b="1"/>
              <a:t>Directed Broadcast</a:t>
            </a:r>
            <a:endParaRPr/>
          </a:p>
          <a:p>
            <a:pPr marL="742950" lvl="1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56756"/>
              <a:buChar char="•"/>
            </a:pPr>
            <a:r>
              <a:rPr lang="en-US" sz="2400"/>
              <a:t>A message to all hosts on a different network or subnet.</a:t>
            </a:r>
            <a:endParaRPr/>
          </a:p>
          <a:p>
            <a:pPr marL="742950" lvl="1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56756"/>
              <a:buChar char="•"/>
            </a:pPr>
            <a:r>
              <a:rPr lang="en-US" sz="2400" b="1">
                <a:solidFill>
                  <a:srgbClr val="0070C0"/>
                </a:solidFill>
              </a:rPr>
              <a:t>broadcast address of a network </a:t>
            </a:r>
            <a:endParaRPr/>
          </a:p>
          <a:p>
            <a:pPr marL="742950" lvl="1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56756"/>
              <a:buChar char="•"/>
            </a:pPr>
            <a:r>
              <a:rPr lang="en-US" sz="2400"/>
              <a:t>Example : 200.20.10.255</a:t>
            </a:r>
            <a:endParaRPr/>
          </a:p>
          <a:p>
            <a:pPr marL="742950" lvl="1" indent="-64769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56756"/>
              <a:buNone/>
            </a:pPr>
            <a:endParaRPr sz="2400"/>
          </a:p>
        </p:txBody>
      </p:sp>
      <p:sp>
        <p:nvSpPr>
          <p:cNvPr id="577" name="Google Shape;577;p28"/>
          <p:cNvSpPr txBox="1">
            <a:spLocks noGrp="1"/>
          </p:cNvSpPr>
          <p:nvPr>
            <p:ph type="title"/>
          </p:nvPr>
        </p:nvSpPr>
        <p:spPr>
          <a:xfrm>
            <a:off x="1521797" y="185108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Broadcast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"/>
                            </p:stCondLst>
                            <p:childTnLst>
                              <p:par>
                                <p:cTn id="24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"/>
                            </p:stCondLst>
                            <p:childTnLst>
                              <p:par>
                                <p:cTn id="31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57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"/>
                            </p:stCondLst>
                            <p:childTnLst>
                              <p:par>
                                <p:cTn id="39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/>
                                        <p:tgtEl>
                                          <p:spTgt spid="5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2" name="Google Shape;582;p4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9422" y="1283763"/>
            <a:ext cx="5067300" cy="4581525"/>
          </a:xfrm>
          <a:prstGeom prst="rect">
            <a:avLst/>
          </a:prstGeom>
          <a:noFill/>
          <a:ln>
            <a:noFill/>
          </a:ln>
        </p:spPr>
      </p:pic>
      <p:sp>
        <p:nvSpPr>
          <p:cNvPr id="583" name="Google Shape;583;p48"/>
          <p:cNvSpPr txBox="1">
            <a:spLocks noGrp="1"/>
          </p:cNvSpPr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Multicast</a:t>
            </a:r>
            <a:endParaRPr/>
          </a:p>
        </p:txBody>
      </p:sp>
      <p:pic>
        <p:nvPicPr>
          <p:cNvPr id="584" name="Google Shape;584;p4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585" name="Google Shape;585;p48"/>
          <p:cNvSpPr/>
          <p:nvPr/>
        </p:nvSpPr>
        <p:spPr>
          <a:xfrm>
            <a:off x="1103289" y="4395180"/>
            <a:ext cx="579655" cy="263766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 w="15875" cap="rnd" cmpd="sng">
            <a:solidFill>
              <a:srgbClr val="237D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900" b="1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Packet</a:t>
            </a:r>
            <a:endParaRPr sz="105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6" name="Google Shape;586;p48"/>
          <p:cNvSpPr/>
          <p:nvPr/>
        </p:nvSpPr>
        <p:spPr>
          <a:xfrm>
            <a:off x="2963245" y="3213223"/>
            <a:ext cx="579655" cy="263766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 w="15875" cap="rnd" cmpd="sng">
            <a:solidFill>
              <a:srgbClr val="237D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900" b="1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Packet</a:t>
            </a:r>
            <a:endParaRPr sz="105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7" name="Google Shape;587;p48"/>
          <p:cNvSpPr/>
          <p:nvPr/>
        </p:nvSpPr>
        <p:spPr>
          <a:xfrm>
            <a:off x="3131990" y="3213223"/>
            <a:ext cx="579655" cy="263766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 w="15875" cap="rnd" cmpd="sng">
            <a:solidFill>
              <a:srgbClr val="237D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900" b="1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Packet</a:t>
            </a:r>
            <a:endParaRPr sz="105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588" name="Google Shape;588;p48"/>
          <p:cNvGraphicFramePr/>
          <p:nvPr/>
        </p:nvGraphicFramePr>
        <p:xfrm>
          <a:off x="745980" y="5865288"/>
          <a:ext cx="5406975" cy="365770"/>
        </p:xfrm>
        <a:graphic>
          <a:graphicData uri="http://schemas.openxmlformats.org/drawingml/2006/table">
            <a:tbl>
              <a:tblPr>
                <a:noFill/>
                <a:tableStyleId>{F3FEC051-1532-4065-B010-47EA12C16827}</a:tableStyleId>
              </a:tblPr>
              <a:tblGrid>
                <a:gridCol w="1802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2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2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2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</a:rPr>
                        <a:t>224.10.10.5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solidFill>
                      <a:srgbClr val="F3D7B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</a:rPr>
                        <a:t>172.16.4.1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solidFill>
                      <a:srgbClr val="F3D7B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Data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solidFill>
                      <a:srgbClr val="F3D7B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89" name="Google Shape;589;p48"/>
          <p:cNvGraphicFramePr/>
          <p:nvPr/>
        </p:nvGraphicFramePr>
        <p:xfrm>
          <a:off x="745980" y="6352117"/>
          <a:ext cx="5406975" cy="365770"/>
        </p:xfrm>
        <a:graphic>
          <a:graphicData uri="http://schemas.openxmlformats.org/drawingml/2006/table">
            <a:tbl>
              <a:tblPr>
                <a:noFill/>
                <a:tableStyleId>{F3FEC051-1532-4065-B010-47EA12C16827}</a:tableStyleId>
              </a:tblPr>
              <a:tblGrid>
                <a:gridCol w="1802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2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2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50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solidFill>
                            <a:schemeClr val="lt1"/>
                          </a:solidFill>
                        </a:rPr>
                        <a:t>Dest IP Add</a:t>
                      </a:r>
                      <a:endParaRPr sz="1400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1186C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solidFill>
                            <a:schemeClr val="lt1"/>
                          </a:solidFill>
                        </a:rPr>
                        <a:t>Source IP Add</a:t>
                      </a:r>
                      <a:endParaRPr sz="1400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1186C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chemeClr val="lt1"/>
                          </a:solidFill>
                        </a:rPr>
                        <a:t>Packet</a:t>
                      </a:r>
                      <a:endParaRPr sz="1400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1186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90" name="Google Shape;590;p48"/>
          <p:cNvSpPr txBox="1"/>
          <p:nvPr/>
        </p:nvSpPr>
        <p:spPr>
          <a:xfrm>
            <a:off x="5771786" y="1286601"/>
            <a:ext cx="6338890" cy="2303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3480"/>
              <a:buFont typeface="Arial"/>
              <a:buChar char="•"/>
            </a:pPr>
            <a:r>
              <a:rPr lang="en-US" sz="2800" b="1" i="0" u="none" strike="noStrike" cap="none">
                <a:solidFill>
                  <a:srgbClr val="0070C0"/>
                </a:solidFill>
                <a:latin typeface="Corbel"/>
                <a:ea typeface="Corbel"/>
                <a:cs typeface="Corbel"/>
                <a:sym typeface="Corbel"/>
              </a:rPr>
              <a:t>Multicast Addresses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42950" marR="0" lvl="1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1186C3"/>
              </a:buClr>
              <a:buSzPts val="29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A message addressed to a group of hosts.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42950" marR="0" lvl="1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1186C3"/>
              </a:buClr>
              <a:buSzPts val="29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Uses an IP address starting within this range of </a:t>
            </a:r>
            <a:r>
              <a:rPr lang="en-US" sz="2400" b="1" i="0" u="none" strike="noStrike" cap="none">
                <a:solidFill>
                  <a:srgbClr val="7D28CD"/>
                </a:solidFill>
                <a:latin typeface="Corbel"/>
                <a:ea typeface="Corbel"/>
                <a:cs typeface="Corbel"/>
                <a:sym typeface="Corbel"/>
              </a:rPr>
              <a:t>224 - 239</a:t>
            </a:r>
            <a:endParaRPr sz="2400" b="0" i="0" u="none" strike="noStrike" cap="none">
              <a:solidFill>
                <a:srgbClr val="7D28CD"/>
              </a:solidFill>
              <a:latin typeface="Corbel"/>
              <a:ea typeface="Corbel"/>
              <a:cs typeface="Corbel"/>
              <a:sym typeface="Corbel"/>
            </a:endParaRPr>
          </a:p>
          <a:p>
            <a:pPr marL="285750" marR="0" lvl="0" indent="-6477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348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marL="285750" marR="0" lvl="0" indent="-64770" algn="l" rtl="0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rgbClr val="1186C3"/>
              </a:buClr>
              <a:buSzPts val="348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91" name="Google Shape;591;p48"/>
          <p:cNvSpPr/>
          <p:nvPr/>
        </p:nvSpPr>
        <p:spPr>
          <a:xfrm>
            <a:off x="6014676" y="3510322"/>
            <a:ext cx="6096000" cy="17697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3480"/>
              <a:buFont typeface="Arial"/>
              <a:buChar char="•"/>
            </a:pPr>
            <a:r>
              <a:rPr lang="en-US" sz="240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Examples of Multicast Application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42950" marR="0" lvl="1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1186C3"/>
              </a:buClr>
              <a:buSzPts val="2900"/>
              <a:buFont typeface="Arial"/>
              <a:buChar char="•"/>
            </a:pPr>
            <a:r>
              <a:rPr lang="en-US" sz="200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Video and audio broadcasts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42950" marR="0" lvl="1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1186C3"/>
              </a:buClr>
              <a:buSzPts val="2900"/>
              <a:buFont typeface="Arial"/>
              <a:buChar char="•"/>
            </a:pPr>
            <a:r>
              <a:rPr lang="en-US" sz="200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Distribution of software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42950" marR="0" lvl="1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1186C3"/>
              </a:buClr>
              <a:buSzPts val="2900"/>
              <a:buFont typeface="Arial"/>
              <a:buChar char="•"/>
            </a:pPr>
            <a:r>
              <a:rPr lang="en-US" sz="200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News feeds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49"/>
          <p:cNvSpPr txBox="1">
            <a:spLocks noGrp="1"/>
          </p:cNvSpPr>
          <p:nvPr>
            <p:ph type="title"/>
          </p:nvPr>
        </p:nvSpPr>
        <p:spPr>
          <a:xfrm>
            <a:off x="1484310" y="325395"/>
            <a:ext cx="10018713" cy="741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Loopback </a:t>
            </a:r>
            <a:endParaRPr/>
          </a:p>
        </p:txBody>
      </p:sp>
      <p:sp>
        <p:nvSpPr>
          <p:cNvPr id="597" name="Google Shape;597;p49"/>
          <p:cNvSpPr txBox="1">
            <a:spLocks noGrp="1"/>
          </p:cNvSpPr>
          <p:nvPr>
            <p:ph type="body" idx="1"/>
          </p:nvPr>
        </p:nvSpPr>
        <p:spPr>
          <a:xfrm>
            <a:off x="939679" y="1593272"/>
            <a:ext cx="5877071" cy="2879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 sz="2800" b="1">
                <a:solidFill>
                  <a:srgbClr val="0070C0"/>
                </a:solidFill>
              </a:rPr>
              <a:t>Loopback Address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 sz="2400"/>
              <a:t>A message addressed to loop back in the device itself.</a:t>
            </a:r>
            <a:endParaRPr sz="2400"/>
          </a:p>
          <a:p>
            <a:pPr marL="742950" lvl="1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 sz="2400" b="1">
                <a:solidFill>
                  <a:srgbClr val="7D28CD"/>
                </a:solidFill>
              </a:rPr>
              <a:t>127.x.x.x </a:t>
            </a:r>
            <a:r>
              <a:rPr lang="en-US" sz="2400" b="1">
                <a:solidFill>
                  <a:schemeClr val="dk1"/>
                </a:solidFill>
              </a:rPr>
              <a:t>of 127.0.0.0/8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 sz="2400">
                <a:solidFill>
                  <a:schemeClr val="dk1"/>
                </a:solidFill>
              </a:rPr>
              <a:t>Not assigned to any device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 sz="2400">
                <a:solidFill>
                  <a:schemeClr val="dk1"/>
                </a:solidFill>
              </a:rPr>
              <a:t>Testing and Troubleshooting purpose</a:t>
            </a:r>
            <a:endParaRPr sz="2400">
              <a:solidFill>
                <a:schemeClr val="dk1"/>
              </a:solidFill>
            </a:endParaRPr>
          </a:p>
          <a:p>
            <a:pPr marL="285750" lvl="0" indent="-6477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None/>
            </a:pPr>
            <a:endParaRPr/>
          </a:p>
          <a:p>
            <a:pPr marL="285750" lvl="0" indent="-64770" algn="l" rtl="0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None/>
            </a:pPr>
            <a:endParaRPr/>
          </a:p>
        </p:txBody>
      </p:sp>
      <p:pic>
        <p:nvPicPr>
          <p:cNvPr id="598" name="Google Shape;598;p4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99" name="Google Shape;599;p4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842702" y="1521257"/>
            <a:ext cx="4972050" cy="4295775"/>
          </a:xfrm>
          <a:prstGeom prst="rect">
            <a:avLst/>
          </a:prstGeom>
          <a:noFill/>
          <a:ln>
            <a:noFill/>
          </a:ln>
        </p:spPr>
      </p:pic>
      <p:sp>
        <p:nvSpPr>
          <p:cNvPr id="600" name="Google Shape;600;p49"/>
          <p:cNvSpPr/>
          <p:nvPr/>
        </p:nvSpPr>
        <p:spPr>
          <a:xfrm>
            <a:off x="7116163" y="4208594"/>
            <a:ext cx="579655" cy="263766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 w="15875" cap="rnd" cmpd="sng">
            <a:solidFill>
              <a:srgbClr val="237D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900" b="1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Packet</a:t>
            </a:r>
            <a:endParaRPr sz="105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601" name="Google Shape;601;p49"/>
          <p:cNvGraphicFramePr/>
          <p:nvPr/>
        </p:nvGraphicFramePr>
        <p:xfrm>
          <a:off x="6537180" y="5905719"/>
          <a:ext cx="5406975" cy="365770"/>
        </p:xfrm>
        <a:graphic>
          <a:graphicData uri="http://schemas.openxmlformats.org/drawingml/2006/table">
            <a:tbl>
              <a:tblPr>
                <a:noFill/>
                <a:tableStyleId>{F3FEC051-1532-4065-B010-47EA12C16827}</a:tableStyleId>
              </a:tblPr>
              <a:tblGrid>
                <a:gridCol w="1802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2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2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2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</a:rPr>
                        <a:t>127.0.0.1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solidFill>
                      <a:srgbClr val="F3D7B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solidFill>
                            <a:schemeClr val="dk1"/>
                          </a:solidFill>
                        </a:rPr>
                        <a:t>172.16.4.1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solidFill>
                      <a:srgbClr val="F3D7B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chemeClr val="dk1"/>
                          </a:solidFill>
                        </a:rPr>
                        <a:t>Data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solidFill>
                      <a:srgbClr val="F3D7B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02" name="Google Shape;602;p49"/>
          <p:cNvGraphicFramePr/>
          <p:nvPr/>
        </p:nvGraphicFramePr>
        <p:xfrm>
          <a:off x="6537180" y="6392548"/>
          <a:ext cx="5406975" cy="365770"/>
        </p:xfrm>
        <a:graphic>
          <a:graphicData uri="http://schemas.openxmlformats.org/drawingml/2006/table">
            <a:tbl>
              <a:tblPr>
                <a:noFill/>
                <a:tableStyleId>{F3FEC051-1532-4065-B010-47EA12C16827}</a:tableStyleId>
              </a:tblPr>
              <a:tblGrid>
                <a:gridCol w="1802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2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2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50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solidFill>
                            <a:schemeClr val="lt1"/>
                          </a:solidFill>
                        </a:rPr>
                        <a:t>Dest IP Add</a:t>
                      </a:r>
                      <a:endParaRPr sz="1400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1186C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strike="noStrike" cap="none">
                          <a:solidFill>
                            <a:schemeClr val="lt1"/>
                          </a:solidFill>
                        </a:rPr>
                        <a:t>Source IP Add</a:t>
                      </a:r>
                      <a:endParaRPr sz="1400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1186C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solidFill>
                            <a:schemeClr val="lt1"/>
                          </a:solidFill>
                        </a:rPr>
                        <a:t>Packet</a:t>
                      </a:r>
                      <a:endParaRPr sz="1400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1186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29"/>
          <p:cNvSpPr txBox="1">
            <a:spLocks noGrp="1"/>
          </p:cNvSpPr>
          <p:nvPr>
            <p:ph type="title"/>
          </p:nvPr>
        </p:nvSpPr>
        <p:spPr>
          <a:xfrm>
            <a:off x="1493546" y="1276741"/>
            <a:ext cx="10018713" cy="275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Corbel"/>
              <a:buNone/>
            </a:pPr>
            <a:r>
              <a:rPr lang="en-US" sz="7200"/>
              <a:t>Anatomy of IPv6 Address</a:t>
            </a:r>
            <a:endParaRPr/>
          </a:p>
        </p:txBody>
      </p:sp>
      <p:pic>
        <p:nvPicPr>
          <p:cNvPr id="608" name="Google Shape;608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g2f48bd25098_0_144"/>
          <p:cNvSpPr txBox="1">
            <a:spLocks noGrp="1"/>
          </p:cNvSpPr>
          <p:nvPr>
            <p:ph type="title"/>
          </p:nvPr>
        </p:nvSpPr>
        <p:spPr>
          <a:xfrm>
            <a:off x="1536437" y="277307"/>
            <a:ext cx="10018800" cy="8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Reasons for using IPv6</a:t>
            </a:r>
            <a:endParaRPr/>
          </a:p>
        </p:txBody>
      </p:sp>
      <p:sp>
        <p:nvSpPr>
          <p:cNvPr id="614" name="Google Shape;614;g2f48bd25098_0_144"/>
          <p:cNvSpPr txBox="1">
            <a:spLocks noGrp="1"/>
          </p:cNvSpPr>
          <p:nvPr>
            <p:ph type="body" idx="1"/>
          </p:nvPr>
        </p:nvSpPr>
        <p:spPr>
          <a:xfrm>
            <a:off x="1536437" y="1358979"/>
            <a:ext cx="10018800" cy="1349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lvl="0" indent="-28575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4"/>
              <a:buChar char="•"/>
            </a:pPr>
            <a:r>
              <a:rPr lang="en-US" sz="2800" b="1">
                <a:solidFill>
                  <a:srgbClr val="7030A0"/>
                </a:solidFill>
              </a:rPr>
              <a:t>Address Availability:</a:t>
            </a:r>
            <a:endParaRPr b="1"/>
          </a:p>
          <a:p>
            <a:pPr marL="742950" lvl="1" indent="-292354" algn="l" rtl="0">
              <a:lnSpc>
                <a:spcPct val="80000"/>
              </a:lnSpc>
              <a:spcBef>
                <a:spcPts val="952"/>
              </a:spcBef>
              <a:spcAft>
                <a:spcPts val="0"/>
              </a:spcAft>
              <a:buSzPts val="3004"/>
              <a:buChar char="•"/>
            </a:pPr>
            <a:r>
              <a:rPr lang="en-US" sz="2800">
                <a:solidFill>
                  <a:srgbClr val="C00000"/>
                </a:solidFill>
              </a:rPr>
              <a:t>IPv4:   </a:t>
            </a:r>
            <a:r>
              <a:rPr lang="en-US" sz="2800" b="1">
                <a:solidFill>
                  <a:srgbClr val="0070C0"/>
                </a:solidFill>
              </a:rPr>
              <a:t>32 bits </a:t>
            </a:r>
            <a:r>
              <a:rPr lang="en-US" sz="2800"/>
              <a:t>- </a:t>
            </a:r>
            <a:r>
              <a:rPr lang="en-US" sz="2800">
                <a:solidFill>
                  <a:srgbClr val="000000"/>
                </a:solidFill>
              </a:rPr>
              <a:t>4 octets   </a:t>
            </a:r>
            <a:endParaRPr/>
          </a:p>
          <a:p>
            <a:pPr marL="1200150" lvl="2" indent="-296588" algn="l" rtl="0">
              <a:lnSpc>
                <a:spcPct val="80000"/>
              </a:lnSpc>
              <a:spcBef>
                <a:spcPts val="919"/>
              </a:spcBef>
              <a:spcAft>
                <a:spcPts val="0"/>
              </a:spcAft>
              <a:buSzPts val="2797"/>
              <a:buChar char="•"/>
            </a:pPr>
            <a:r>
              <a:rPr lang="en-US" sz="2800"/>
              <a:t>2^32   </a:t>
            </a:r>
            <a:r>
              <a:rPr lang="en-US" sz="2800">
                <a:solidFill>
                  <a:srgbClr val="C00000"/>
                </a:solidFill>
              </a:rPr>
              <a:t>or   4,294,467,295   </a:t>
            </a:r>
            <a:r>
              <a:rPr lang="en-US" sz="2800"/>
              <a:t>IP Addresses.</a:t>
            </a:r>
            <a:endParaRPr sz="2800">
              <a:solidFill>
                <a:srgbClr val="C00000"/>
              </a:solidFill>
            </a:endParaRPr>
          </a:p>
          <a:p>
            <a:pPr marL="0" lvl="0" indent="0" algn="l" rtl="0">
              <a:lnSpc>
                <a:spcPct val="80000"/>
              </a:lnSpc>
              <a:spcBef>
                <a:spcPts val="864"/>
              </a:spcBef>
              <a:spcAft>
                <a:spcPts val="0"/>
              </a:spcAft>
              <a:buSzPts val="1653"/>
              <a:buNone/>
            </a:pPr>
            <a:endParaRPr sz="1940"/>
          </a:p>
        </p:txBody>
      </p:sp>
      <p:sp>
        <p:nvSpPr>
          <p:cNvPr id="615" name="Google Shape;615;g2f48bd25098_0_144"/>
          <p:cNvSpPr txBox="1">
            <a:spLocks noGrp="1"/>
          </p:cNvSpPr>
          <p:nvPr>
            <p:ph type="sldNum" idx="12"/>
          </p:nvPr>
        </p:nvSpPr>
        <p:spPr>
          <a:xfrm>
            <a:off x="10951856" y="5867131"/>
            <a:ext cx="551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  <p:sp>
        <p:nvSpPr>
          <p:cNvPr id="616" name="Google Shape;616;g2f48bd25098_0_144"/>
          <p:cNvSpPr/>
          <p:nvPr/>
        </p:nvSpPr>
        <p:spPr>
          <a:xfrm>
            <a:off x="1536437" y="2965949"/>
            <a:ext cx="10123055" cy="25406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742950" marR="0" lvl="1" indent="-292354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3004"/>
              <a:buFont typeface="Arial"/>
              <a:buChar char="•"/>
            </a:pPr>
            <a:r>
              <a:rPr lang="en-US" sz="2800" b="0" i="0" u="none" strike="noStrike" cap="none">
                <a:solidFill>
                  <a:srgbClr val="C00000"/>
                </a:solidFill>
                <a:latin typeface="Corbel"/>
                <a:ea typeface="Corbel"/>
                <a:cs typeface="Corbel"/>
                <a:sym typeface="Corbel"/>
              </a:rPr>
              <a:t>IPv6:</a:t>
            </a:r>
            <a:r>
              <a:rPr lang="en-US" sz="280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    </a:t>
            </a:r>
            <a:r>
              <a:rPr lang="en-US" sz="2800" b="1" i="0" u="none" strike="noStrike" cap="none">
                <a:solidFill>
                  <a:srgbClr val="0070C0"/>
                </a:solidFill>
                <a:latin typeface="Corbel"/>
                <a:ea typeface="Corbel"/>
                <a:cs typeface="Corbel"/>
                <a:sym typeface="Corbel"/>
              </a:rPr>
              <a:t>128 bits </a:t>
            </a:r>
            <a:r>
              <a:rPr lang="en-US" sz="280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- 16 octets   </a:t>
            </a:r>
            <a:endParaRPr sz="2000" b="0" i="0" u="none" strike="noStrike" cap="none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  <a:p>
            <a:pPr marL="1200150" marR="0" lvl="2" indent="-296588" algn="l" rtl="0">
              <a:lnSpc>
                <a:spcPct val="80000"/>
              </a:lnSpc>
              <a:spcBef>
                <a:spcPts val="919"/>
              </a:spcBef>
              <a:spcAft>
                <a:spcPts val="0"/>
              </a:spcAft>
              <a:buClr>
                <a:srgbClr val="1186C3"/>
              </a:buClr>
              <a:buSzPts val="2797"/>
              <a:buFont typeface="Arial"/>
              <a:buChar char="•"/>
            </a:pPr>
            <a:r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2^32</a:t>
            </a:r>
            <a:endParaRPr sz="2400" b="0" i="0" u="none" strike="noStrike" cap="none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  <a:p>
            <a:pPr marL="1200150" marR="0" lvl="2" indent="-296588" algn="l" rtl="0">
              <a:lnSpc>
                <a:spcPct val="80000"/>
              </a:lnSpc>
              <a:spcBef>
                <a:spcPts val="919"/>
              </a:spcBef>
              <a:spcAft>
                <a:spcPts val="0"/>
              </a:spcAft>
              <a:buClr>
                <a:srgbClr val="1186C3"/>
              </a:buClr>
              <a:buSzPts val="2797"/>
              <a:buFont typeface="Arial"/>
              <a:buChar char="•"/>
            </a:pPr>
            <a:r>
              <a:rPr lang="en-US" sz="280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3.4 x 10^38  or </a:t>
            </a:r>
            <a:endParaRPr sz="2800" b="0" i="0" u="none" strike="noStrike" cap="none">
              <a:solidFill>
                <a:srgbClr val="FFFF00"/>
              </a:solidFill>
              <a:latin typeface="Corbel"/>
              <a:ea typeface="Corbel"/>
              <a:cs typeface="Corbel"/>
              <a:sym typeface="Corbel"/>
            </a:endParaRPr>
          </a:p>
          <a:p>
            <a:pPr marL="742950" marR="0" lvl="1" indent="-285750" algn="l" rtl="0">
              <a:lnSpc>
                <a:spcPct val="80000"/>
              </a:lnSpc>
              <a:spcBef>
                <a:spcPts val="952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C00000"/>
                </a:solidFill>
                <a:latin typeface="Corbel"/>
                <a:ea typeface="Corbel"/>
                <a:cs typeface="Corbel"/>
                <a:sym typeface="Corbel"/>
              </a:rPr>
              <a:t>340,282,366,920,938,463,463,374,607,431,768,211,456</a:t>
            </a:r>
            <a:endParaRPr sz="2000" b="0" i="0" u="none" strike="noStrike" cap="none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  <a:p>
            <a:pPr marL="742950" marR="0" lvl="1" indent="-285750" algn="l" rtl="0">
              <a:lnSpc>
                <a:spcPct val="80000"/>
              </a:lnSpc>
              <a:spcBef>
                <a:spcPts val="952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			 (340 undecillion)</a:t>
            </a:r>
            <a:r>
              <a:rPr lang="en-US" sz="2800" b="0" i="0" u="none" strike="noStrike" cap="none">
                <a:solidFill>
                  <a:srgbClr val="FFFF00"/>
                </a:solidFill>
                <a:latin typeface="Corbel"/>
                <a:ea typeface="Corbel"/>
                <a:cs typeface="Corbel"/>
                <a:sym typeface="Corbel"/>
              </a:rPr>
              <a:t> </a:t>
            </a:r>
            <a:r>
              <a:rPr lang="en-US" sz="280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IP Addresses.</a:t>
            </a:r>
            <a:endParaRPr sz="2000" b="0" i="0" u="none" strike="noStrike" cap="none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  <a:p>
            <a:pPr marL="742950" marR="0" lvl="1" indent="-285750" algn="l" rtl="0">
              <a:lnSpc>
                <a:spcPct val="80000"/>
              </a:lnSpc>
              <a:spcBef>
                <a:spcPts val="721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617" name="Google Shape;617;g2f48bd25098_0_144"/>
          <p:cNvSpPr/>
          <p:nvPr/>
        </p:nvSpPr>
        <p:spPr>
          <a:xfrm>
            <a:off x="1627505" y="5470144"/>
            <a:ext cx="10031987" cy="1046440"/>
          </a:xfrm>
          <a:prstGeom prst="rect">
            <a:avLst/>
          </a:prstGeom>
          <a:solidFill>
            <a:srgbClr val="0B5982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FFFF99"/>
                </a:solidFill>
                <a:latin typeface="Corbel"/>
                <a:ea typeface="Corbel"/>
                <a:cs typeface="Corbel"/>
                <a:sym typeface="Corbel"/>
              </a:rPr>
              <a:t>Every grain of sand on every beach on Earth could be assigned over a million unique IPv6 addresses</a:t>
            </a:r>
            <a:r>
              <a:rPr lang="en-US" sz="1800" b="1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,</a:t>
            </a:r>
            <a:r>
              <a:rPr lang="en-US"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 with plenty to spare (assuming approximately </a:t>
            </a:r>
            <a:r>
              <a:rPr lang="en-US" sz="2400" b="1" i="0" u="none" strike="noStrike" cap="none">
                <a:solidFill>
                  <a:srgbClr val="FF0000"/>
                </a:solidFill>
                <a:latin typeface="Corbel"/>
                <a:ea typeface="Corbel"/>
                <a:cs typeface="Corbel"/>
                <a:sym typeface="Corbel"/>
              </a:rPr>
              <a:t>7.5 x 10^18 </a:t>
            </a:r>
            <a:r>
              <a:rPr lang="en-US"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grains of sand globally and </a:t>
            </a:r>
            <a:r>
              <a:rPr lang="en-US" sz="2000" b="1" i="0" u="none" strike="noStrike" cap="none">
                <a:solidFill>
                  <a:srgbClr val="FF0000"/>
                </a:solidFill>
                <a:latin typeface="Corbel"/>
                <a:ea typeface="Corbel"/>
                <a:cs typeface="Corbel"/>
                <a:sym typeface="Corbel"/>
              </a:rPr>
              <a:t>2^128</a:t>
            </a:r>
            <a:r>
              <a:rPr lang="en-US"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 IPv6 addresses).</a:t>
            </a: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pic>
        <p:nvPicPr>
          <p:cNvPr id="618" name="Google Shape;618;g2f48bd25098_0_144" descr="Running out of IPv4 Addresses? Here are ..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08448" y="1574858"/>
            <a:ext cx="2600325" cy="176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g2f48bd25098_0_287"/>
          <p:cNvSpPr txBox="1">
            <a:spLocks noGrp="1"/>
          </p:cNvSpPr>
          <p:nvPr>
            <p:ph type="title"/>
          </p:nvPr>
        </p:nvSpPr>
        <p:spPr>
          <a:xfrm>
            <a:off x="1484311" y="685800"/>
            <a:ext cx="10018800" cy="88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IPv6 Address</a:t>
            </a:r>
            <a:endParaRPr/>
          </a:p>
        </p:txBody>
      </p:sp>
      <p:sp>
        <p:nvSpPr>
          <p:cNvPr id="624" name="Google Shape;624;g2f48bd25098_0_287"/>
          <p:cNvSpPr txBox="1">
            <a:spLocks noGrp="1"/>
          </p:cNvSpPr>
          <p:nvPr>
            <p:ph type="body" idx="1"/>
          </p:nvPr>
        </p:nvSpPr>
        <p:spPr>
          <a:xfrm>
            <a:off x="1484310" y="1725769"/>
            <a:ext cx="10018800" cy="2061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lvl="0" indent="-27870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89"/>
              <a:buChar char="•"/>
            </a:pPr>
            <a:r>
              <a:rPr lang="en-US" sz="2800"/>
              <a:t>128 bits</a:t>
            </a:r>
            <a:endParaRPr/>
          </a:p>
          <a:p>
            <a:pPr marL="285750" lvl="0" indent="-278701" algn="l" rtl="0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ts val="4389"/>
              <a:buChar char="•"/>
            </a:pPr>
            <a:r>
              <a:rPr lang="en-US" sz="2800"/>
              <a:t>given below is a 128 bit IPv6 address represented in binary format and divided into eight 16-bits blocks</a:t>
            </a:r>
            <a:endParaRPr/>
          </a:p>
          <a:p>
            <a:pPr marL="285750" lvl="0" indent="0" algn="l" rtl="0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SzPts val="5016"/>
              <a:buNone/>
            </a:pPr>
            <a:endParaRPr sz="3200"/>
          </a:p>
          <a:p>
            <a:pPr marL="285750" lvl="0" indent="-27940" algn="l" rtl="0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ts val="4389"/>
              <a:buNone/>
            </a:pPr>
            <a:endParaRPr sz="2800"/>
          </a:p>
          <a:p>
            <a:pPr marL="285750" lvl="0" indent="0" algn="l" rtl="0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ts val="2800"/>
              <a:buNone/>
            </a:pPr>
            <a:endParaRPr sz="2800"/>
          </a:p>
          <a:p>
            <a:pPr marL="0" lvl="0" indent="0" algn="l" rtl="0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ts val="4389"/>
              <a:buNone/>
            </a:pPr>
            <a:endParaRPr sz="2800"/>
          </a:p>
          <a:p>
            <a:pPr marL="0" lvl="0" indent="0" algn="l" rtl="0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762"/>
              <a:buNone/>
            </a:pPr>
            <a:endParaRPr/>
          </a:p>
        </p:txBody>
      </p:sp>
      <p:sp>
        <p:nvSpPr>
          <p:cNvPr id="625" name="Google Shape;625;g2f48bd25098_0_287"/>
          <p:cNvSpPr txBox="1">
            <a:spLocks noGrp="1"/>
          </p:cNvSpPr>
          <p:nvPr>
            <p:ph type="sldNum" idx="12"/>
          </p:nvPr>
        </p:nvSpPr>
        <p:spPr>
          <a:xfrm>
            <a:off x="10951856" y="5867131"/>
            <a:ext cx="551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  <p:sp>
        <p:nvSpPr>
          <p:cNvPr id="626" name="Google Shape;626;g2f48bd25098_0_287"/>
          <p:cNvSpPr/>
          <p:nvPr/>
        </p:nvSpPr>
        <p:spPr>
          <a:xfrm>
            <a:off x="1484309" y="4356910"/>
            <a:ext cx="9513455" cy="16927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7870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4389"/>
              <a:buFont typeface="Arial"/>
              <a:buChar char="•"/>
            </a:pPr>
            <a:r>
              <a:rPr lang="en-US" sz="280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Each 4 bits is converted into a Hexadecimal digit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78701" algn="l" rtl="0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Clr>
                <a:srgbClr val="1186C3"/>
              </a:buClr>
              <a:buSzPts val="4389"/>
              <a:buFont typeface="Arial"/>
              <a:buChar char="•"/>
            </a:pPr>
            <a:r>
              <a:rPr lang="en-US" sz="280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Each block contains 4 Hexadecimal digits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78701" algn="l" rtl="0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Clr>
                <a:srgbClr val="1186C3"/>
              </a:buClr>
              <a:buSzPts val="4389"/>
              <a:buFont typeface="Arial"/>
              <a:buChar char="•"/>
            </a:pPr>
            <a:r>
              <a:rPr lang="en-US" sz="280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Each block is separated by ‘:’ symbol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27" name="Google Shape;627;g2f48bd25098_0_28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3751" y="3250911"/>
            <a:ext cx="10634572" cy="8008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2" name="Google Shape;632;p5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40223" y="3447159"/>
            <a:ext cx="9549534" cy="590449"/>
          </a:xfrm>
          <a:prstGeom prst="rect">
            <a:avLst/>
          </a:prstGeom>
          <a:noFill/>
          <a:ln>
            <a:noFill/>
          </a:ln>
        </p:spPr>
      </p:pic>
      <p:pic>
        <p:nvPicPr>
          <p:cNvPr id="633" name="Google Shape;633;p5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27293" y="1505313"/>
            <a:ext cx="10758486" cy="810153"/>
          </a:xfrm>
          <a:prstGeom prst="rect">
            <a:avLst/>
          </a:prstGeom>
          <a:noFill/>
          <a:ln>
            <a:noFill/>
          </a:ln>
        </p:spPr>
      </p:pic>
      <p:sp>
        <p:nvSpPr>
          <p:cNvPr id="634" name="Google Shape;634;p50"/>
          <p:cNvSpPr txBox="1"/>
          <p:nvPr/>
        </p:nvSpPr>
        <p:spPr>
          <a:xfrm>
            <a:off x="1327293" y="399472"/>
            <a:ext cx="10018800" cy="88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 sz="4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IPv6 Address</a:t>
            </a:r>
            <a:endParaRPr sz="4000" b="0" i="0" u="none" strike="noStrike" cap="non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635" name="Google Shape;635;p50"/>
          <p:cNvSpPr/>
          <p:nvPr/>
        </p:nvSpPr>
        <p:spPr>
          <a:xfrm>
            <a:off x="1249750" y="4427063"/>
            <a:ext cx="3785011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7870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4389"/>
              <a:buFont typeface="Arial"/>
              <a:buChar char="•"/>
            </a:pPr>
            <a:r>
              <a:rPr lang="en-US" sz="2800" b="0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Called </a:t>
            </a:r>
            <a:r>
              <a:rPr lang="en-US" sz="2800" b="1" i="0" u="none" strike="noStrike" cap="none">
                <a:solidFill>
                  <a:srgbClr val="000000"/>
                </a:solidFill>
                <a:latin typeface="Corbel"/>
                <a:ea typeface="Corbel"/>
                <a:cs typeface="Corbel"/>
                <a:sym typeface="Corbel"/>
              </a:rPr>
              <a:t>string notation</a:t>
            </a:r>
            <a:endParaRPr sz="2400" b="0" i="0" u="none" strike="noStrike" cap="none">
              <a:solidFill>
                <a:srgbClr val="000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636" name="Google Shape;636;p50"/>
          <p:cNvSpPr/>
          <p:nvPr/>
        </p:nvSpPr>
        <p:spPr>
          <a:xfrm>
            <a:off x="1410049" y="1515724"/>
            <a:ext cx="683491" cy="374020"/>
          </a:xfrm>
          <a:prstGeom prst="ellipse">
            <a:avLst/>
          </a:prstGeom>
          <a:noFill/>
          <a:ln w="25400" cap="flat" cmpd="sng">
            <a:solidFill>
              <a:srgbClr val="237D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37" name="Google Shape;637;p50"/>
          <p:cNvCxnSpPr>
            <a:stCxn id="636" idx="4"/>
          </p:cNvCxnSpPr>
          <p:nvPr/>
        </p:nvCxnSpPr>
        <p:spPr>
          <a:xfrm flipH="1">
            <a:off x="1410095" y="1889744"/>
            <a:ext cx="341700" cy="560400"/>
          </a:xfrm>
          <a:prstGeom prst="straightConnector1">
            <a:avLst/>
          </a:prstGeom>
          <a:noFill/>
          <a:ln w="28575" cap="flat" cmpd="sng">
            <a:solidFill>
              <a:srgbClr val="1186C3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38" name="Google Shape;638;p50"/>
          <p:cNvSpPr txBox="1"/>
          <p:nvPr/>
        </p:nvSpPr>
        <p:spPr>
          <a:xfrm>
            <a:off x="1421925" y="2410691"/>
            <a:ext cx="388877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rgbClr val="1186C3"/>
                </a:solidFill>
                <a:latin typeface="Corbel"/>
                <a:ea typeface="Corbel"/>
                <a:cs typeface="Corbel"/>
                <a:sym typeface="Corbel"/>
              </a:rPr>
              <a:t>2</a:t>
            </a:r>
            <a:endParaRPr sz="3200" b="0" i="0" u="none" strike="noStrike" cap="none">
              <a:solidFill>
                <a:srgbClr val="1186C3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639" name="Google Shape;639;p50"/>
          <p:cNvSpPr/>
          <p:nvPr/>
        </p:nvSpPr>
        <p:spPr>
          <a:xfrm>
            <a:off x="2026457" y="1568498"/>
            <a:ext cx="683491" cy="264878"/>
          </a:xfrm>
          <a:prstGeom prst="ellipse">
            <a:avLst/>
          </a:prstGeom>
          <a:noFill/>
          <a:ln w="25400" cap="flat" cmpd="sng">
            <a:solidFill>
              <a:srgbClr val="237D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40" name="Google Shape;640;p50"/>
          <p:cNvCxnSpPr>
            <a:stCxn id="639" idx="4"/>
          </p:cNvCxnSpPr>
          <p:nvPr/>
        </p:nvCxnSpPr>
        <p:spPr>
          <a:xfrm flipH="1">
            <a:off x="2026503" y="1833376"/>
            <a:ext cx="341700" cy="669600"/>
          </a:xfrm>
          <a:prstGeom prst="straightConnector1">
            <a:avLst/>
          </a:prstGeom>
          <a:noFill/>
          <a:ln w="28575" cap="flat" cmpd="sng">
            <a:solidFill>
              <a:srgbClr val="1186C3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41" name="Google Shape;641;p50"/>
          <p:cNvSpPr txBox="1"/>
          <p:nvPr/>
        </p:nvSpPr>
        <p:spPr>
          <a:xfrm>
            <a:off x="2052742" y="2498794"/>
            <a:ext cx="388877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rgbClr val="1186C3"/>
                </a:solidFill>
                <a:latin typeface="Corbel"/>
                <a:ea typeface="Corbel"/>
                <a:cs typeface="Corbel"/>
                <a:sym typeface="Corbel"/>
              </a:rPr>
              <a:t>0</a:t>
            </a:r>
            <a:endParaRPr sz="3200" b="0" i="0" u="none" strike="noStrike" cap="none">
              <a:solidFill>
                <a:srgbClr val="1186C3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642" name="Google Shape;642;p50"/>
          <p:cNvSpPr/>
          <p:nvPr/>
        </p:nvSpPr>
        <p:spPr>
          <a:xfrm>
            <a:off x="2726602" y="1575030"/>
            <a:ext cx="671510" cy="289796"/>
          </a:xfrm>
          <a:prstGeom prst="ellipse">
            <a:avLst/>
          </a:prstGeom>
          <a:noFill/>
          <a:ln w="25400" cap="flat" cmpd="sng">
            <a:solidFill>
              <a:srgbClr val="237D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43" name="Google Shape;643;p50"/>
          <p:cNvCxnSpPr>
            <a:stCxn id="642" idx="4"/>
          </p:cNvCxnSpPr>
          <p:nvPr/>
        </p:nvCxnSpPr>
        <p:spPr>
          <a:xfrm flipH="1">
            <a:off x="2726657" y="1864826"/>
            <a:ext cx="335700" cy="644700"/>
          </a:xfrm>
          <a:prstGeom prst="straightConnector1">
            <a:avLst/>
          </a:prstGeom>
          <a:noFill/>
          <a:ln w="28575" cap="flat" cmpd="sng">
            <a:solidFill>
              <a:srgbClr val="1186C3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44" name="Google Shape;644;p50"/>
          <p:cNvSpPr txBox="1"/>
          <p:nvPr/>
        </p:nvSpPr>
        <p:spPr>
          <a:xfrm>
            <a:off x="2695541" y="2473876"/>
            <a:ext cx="38206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rgbClr val="1186C3"/>
                </a:solidFill>
                <a:latin typeface="Corbel"/>
                <a:ea typeface="Corbel"/>
                <a:cs typeface="Corbel"/>
                <a:sym typeface="Corbel"/>
              </a:rPr>
              <a:t>0</a:t>
            </a:r>
            <a:endParaRPr sz="3200" b="0" i="0" u="none" strike="noStrike" cap="none">
              <a:solidFill>
                <a:srgbClr val="1186C3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645" name="Google Shape;645;p50"/>
          <p:cNvSpPr/>
          <p:nvPr/>
        </p:nvSpPr>
        <p:spPr>
          <a:xfrm>
            <a:off x="3348024" y="1575030"/>
            <a:ext cx="683491" cy="289796"/>
          </a:xfrm>
          <a:prstGeom prst="ellipse">
            <a:avLst/>
          </a:prstGeom>
          <a:noFill/>
          <a:ln w="25400" cap="flat" cmpd="sng">
            <a:solidFill>
              <a:srgbClr val="237D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46" name="Google Shape;646;p50"/>
          <p:cNvCxnSpPr>
            <a:stCxn id="645" idx="4"/>
          </p:cNvCxnSpPr>
          <p:nvPr/>
        </p:nvCxnSpPr>
        <p:spPr>
          <a:xfrm flipH="1">
            <a:off x="3348070" y="1864826"/>
            <a:ext cx="341700" cy="644700"/>
          </a:xfrm>
          <a:prstGeom prst="straightConnector1">
            <a:avLst/>
          </a:prstGeom>
          <a:noFill/>
          <a:ln w="28575" cap="flat" cmpd="sng">
            <a:solidFill>
              <a:srgbClr val="1186C3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47" name="Google Shape;647;p50"/>
          <p:cNvSpPr txBox="1"/>
          <p:nvPr/>
        </p:nvSpPr>
        <p:spPr>
          <a:xfrm>
            <a:off x="3300893" y="2473876"/>
            <a:ext cx="388877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0" i="0" u="none" strike="noStrike" cap="none">
                <a:solidFill>
                  <a:srgbClr val="1186C3"/>
                </a:solidFill>
                <a:latin typeface="Corbel"/>
                <a:ea typeface="Corbel"/>
                <a:cs typeface="Corbel"/>
                <a:sym typeface="Corbel"/>
              </a:rPr>
              <a:t>1</a:t>
            </a:r>
            <a:endParaRPr sz="3200" b="0" i="0" u="none" strike="noStrike" cap="none">
              <a:solidFill>
                <a:srgbClr val="1186C3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648" name="Google Shape;648;p50"/>
          <p:cNvSpPr/>
          <p:nvPr/>
        </p:nvSpPr>
        <p:spPr>
          <a:xfrm>
            <a:off x="1340621" y="3526344"/>
            <a:ext cx="1100998" cy="406875"/>
          </a:xfrm>
          <a:prstGeom prst="ellipse">
            <a:avLst/>
          </a:prstGeom>
          <a:noFill/>
          <a:ln w="25400" cap="flat" cmpd="sng">
            <a:solidFill>
              <a:srgbClr val="237D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g2f48bd25098_0_0"/>
          <p:cNvSpPr txBox="1">
            <a:spLocks noGrp="1"/>
          </p:cNvSpPr>
          <p:nvPr>
            <p:ph type="title"/>
          </p:nvPr>
        </p:nvSpPr>
        <p:spPr>
          <a:xfrm>
            <a:off x="1484156" y="196273"/>
            <a:ext cx="10018800" cy="94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IPv6 Address</a:t>
            </a:r>
            <a:endParaRPr/>
          </a:p>
        </p:txBody>
      </p:sp>
      <p:sp>
        <p:nvSpPr>
          <p:cNvPr id="655" name="Google Shape;655;g2f48bd25098_0_0"/>
          <p:cNvSpPr txBox="1">
            <a:spLocks noGrp="1"/>
          </p:cNvSpPr>
          <p:nvPr>
            <p:ph type="sldNum" idx="12"/>
          </p:nvPr>
        </p:nvSpPr>
        <p:spPr>
          <a:xfrm>
            <a:off x="10951856" y="5867131"/>
            <a:ext cx="551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33</a:t>
            </a:fld>
            <a:endParaRPr/>
          </a:p>
        </p:txBody>
      </p:sp>
      <p:pic>
        <p:nvPicPr>
          <p:cNvPr id="656" name="Google Shape;656;g2f48bd25098_0_0" descr="IPv6 Address Types, Notation, and Structure Explain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55065" y="1491173"/>
            <a:ext cx="8886825" cy="47410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g2f48bd25098_0_432"/>
          <p:cNvSpPr txBox="1">
            <a:spLocks noGrp="1"/>
          </p:cNvSpPr>
          <p:nvPr>
            <p:ph type="title"/>
          </p:nvPr>
        </p:nvSpPr>
        <p:spPr>
          <a:xfrm>
            <a:off x="1484311" y="685800"/>
            <a:ext cx="10018800" cy="8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IPv6 Addressing</a:t>
            </a:r>
            <a:endParaRPr/>
          </a:p>
        </p:txBody>
      </p:sp>
      <p:sp>
        <p:nvSpPr>
          <p:cNvPr id="662" name="Google Shape;662;g2f48bd25098_0_432"/>
          <p:cNvSpPr txBox="1">
            <a:spLocks noGrp="1"/>
          </p:cNvSpPr>
          <p:nvPr>
            <p:ph type="body" idx="1"/>
          </p:nvPr>
        </p:nvSpPr>
        <p:spPr>
          <a:xfrm>
            <a:off x="1308820" y="1611689"/>
            <a:ext cx="10018800" cy="402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 b="1">
                <a:solidFill>
                  <a:srgbClr val="660066"/>
                </a:solidFill>
              </a:rPr>
              <a:t>IPv6 Representation – Rule 1:</a:t>
            </a:r>
            <a:endParaRPr b="1"/>
          </a:p>
          <a:p>
            <a:pPr marL="742950" lvl="1" indent="-285750" algn="l" rtl="0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 sz="2400" b="1">
                <a:solidFill>
                  <a:srgbClr val="7D28CD"/>
                </a:solidFill>
              </a:rPr>
              <a:t>The leading zeros </a:t>
            </a:r>
            <a:r>
              <a:rPr lang="en-US" sz="2400"/>
              <a:t>in any 16-bit segment </a:t>
            </a:r>
            <a:r>
              <a:rPr lang="en-US" sz="2400">
                <a:solidFill>
                  <a:srgbClr val="7D28CD"/>
                </a:solidFill>
              </a:rPr>
              <a:t>do not have </a:t>
            </a:r>
            <a:r>
              <a:rPr lang="en-US" sz="2400"/>
              <a:t>to be written.  If any 16-bit segment has </a:t>
            </a:r>
            <a:r>
              <a:rPr lang="en-US" sz="2400">
                <a:solidFill>
                  <a:srgbClr val="660066"/>
                </a:solidFill>
              </a:rPr>
              <a:t>fewer than four hexadecimal digits, </a:t>
            </a:r>
            <a:r>
              <a:rPr lang="en-US" sz="2400"/>
              <a:t>it is assumed that the missing digits are leading zeros.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None/>
            </a:pPr>
            <a:endParaRPr/>
          </a:p>
        </p:txBody>
      </p:sp>
      <p:sp>
        <p:nvSpPr>
          <p:cNvPr id="663" name="Google Shape;663;g2f48bd25098_0_432"/>
          <p:cNvSpPr txBox="1">
            <a:spLocks noGrp="1"/>
          </p:cNvSpPr>
          <p:nvPr>
            <p:ph type="sldNum" idx="12"/>
          </p:nvPr>
        </p:nvSpPr>
        <p:spPr>
          <a:xfrm>
            <a:off x="10951856" y="5867131"/>
            <a:ext cx="551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34</a:t>
            </a:fld>
            <a:endParaRPr/>
          </a:p>
        </p:txBody>
      </p:sp>
      <p:pic>
        <p:nvPicPr>
          <p:cNvPr id="664" name="Google Shape;664;g2f48bd25098_0_4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29403" y="3625139"/>
            <a:ext cx="8461980" cy="278001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65" name="Google Shape;665;g2f48bd25098_0_432"/>
          <p:cNvCxnSpPr/>
          <p:nvPr/>
        </p:nvCxnSpPr>
        <p:spPr>
          <a:xfrm>
            <a:off x="1929403" y="4368085"/>
            <a:ext cx="8534400" cy="0"/>
          </a:xfrm>
          <a:prstGeom prst="straightConnector1">
            <a:avLst/>
          </a:prstGeom>
          <a:noFill/>
          <a:ln w="508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38100" dir="2700000" algn="tl" rotWithShape="0">
              <a:srgbClr val="000000">
                <a:alpha val="76078"/>
              </a:srgbClr>
            </a:outerShdw>
          </a:effectLst>
        </p:spPr>
      </p:cxnSp>
      <p:cxnSp>
        <p:nvCxnSpPr>
          <p:cNvPr id="666" name="Google Shape;666;g2f48bd25098_0_432"/>
          <p:cNvCxnSpPr/>
          <p:nvPr/>
        </p:nvCxnSpPr>
        <p:spPr>
          <a:xfrm>
            <a:off x="1929403" y="5359758"/>
            <a:ext cx="8534400" cy="0"/>
          </a:xfrm>
          <a:prstGeom prst="straightConnector1">
            <a:avLst/>
          </a:prstGeom>
          <a:noFill/>
          <a:ln w="508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38100" dir="2700000" algn="tl" rotWithShape="0">
              <a:srgbClr val="000000">
                <a:alpha val="76078"/>
              </a:srgbClr>
            </a:outerShdw>
          </a:effectLst>
        </p:spPr>
      </p:cxnSp>
      <p:sp>
        <p:nvSpPr>
          <p:cNvPr id="667" name="Google Shape;667;g2f48bd25098_0_432"/>
          <p:cNvSpPr txBox="1"/>
          <p:nvPr/>
        </p:nvSpPr>
        <p:spPr>
          <a:xfrm>
            <a:off x="9602675" y="3973025"/>
            <a:ext cx="788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130B</a:t>
            </a:r>
            <a:endParaRPr sz="1800" b="1" i="0" u="none" strike="noStrike" cap="none">
              <a:solidFill>
                <a:srgbClr val="000000"/>
              </a:solidFill>
              <a:highlight>
                <a:schemeClr val="lt1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g2f48bd25098_0_442"/>
          <p:cNvSpPr txBox="1">
            <a:spLocks noGrp="1"/>
          </p:cNvSpPr>
          <p:nvPr>
            <p:ph type="title"/>
          </p:nvPr>
        </p:nvSpPr>
        <p:spPr>
          <a:xfrm>
            <a:off x="203200" y="152400"/>
            <a:ext cx="117855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rbel"/>
              <a:buNone/>
            </a:pPr>
            <a:r>
              <a:rPr lang="en-US"/>
              <a:t>IPv6 Addressing</a:t>
            </a:r>
            <a:endParaRPr/>
          </a:p>
        </p:txBody>
      </p:sp>
      <p:sp>
        <p:nvSpPr>
          <p:cNvPr id="674" name="Google Shape;674;g2f48bd25098_0_442"/>
          <p:cNvSpPr txBox="1">
            <a:spLocks noGrp="1"/>
          </p:cNvSpPr>
          <p:nvPr>
            <p:ph type="body" idx="1"/>
          </p:nvPr>
        </p:nvSpPr>
        <p:spPr>
          <a:xfrm>
            <a:off x="1676400" y="1081650"/>
            <a:ext cx="8610600" cy="51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 b="1">
                <a:solidFill>
                  <a:srgbClr val="7030A0"/>
                </a:solidFill>
              </a:rPr>
              <a:t>IPv6 Representation – Rule 2:</a:t>
            </a:r>
            <a:endParaRPr b="1"/>
          </a:p>
          <a:p>
            <a:pPr marL="742950" lvl="1" indent="-285750" algn="l" rtl="0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 sz="2400">
                <a:solidFill>
                  <a:srgbClr val="000000"/>
                </a:solidFill>
              </a:rPr>
              <a:t>Any single, contiguous string of one or more 16-bit segments consisting of all zeroes can be represented once with a double colon.</a:t>
            </a:r>
            <a:endParaRPr/>
          </a:p>
        </p:txBody>
      </p:sp>
      <p:graphicFrame>
        <p:nvGraphicFramePr>
          <p:cNvPr id="675" name="Google Shape;675;g2f48bd25098_0_442"/>
          <p:cNvGraphicFramePr/>
          <p:nvPr/>
        </p:nvGraphicFramePr>
        <p:xfrm>
          <a:off x="2514600" y="3200400"/>
          <a:ext cx="7239000" cy="2751150"/>
        </p:xfrm>
        <a:graphic>
          <a:graphicData uri="http://schemas.openxmlformats.org/drawingml/2006/table">
            <a:tbl>
              <a:tblPr>
                <a:noFill/>
                <a:tableStyleId>{F3FEC051-1532-4065-B010-47EA12C16827}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50900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1080:0:0:0:8:800:200C:417A</a:t>
                      </a:r>
                      <a:endParaRPr sz="1400" u="none" strike="noStrike" cap="none"/>
                    </a:p>
                  </a:txBody>
                  <a:tcPr marL="82300" marR="82300" marT="36575" marB="3657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=</a:t>
                      </a:r>
                      <a:endParaRPr sz="1400" u="none" strike="noStrike" cap="none"/>
                    </a:p>
                  </a:txBody>
                  <a:tcPr marL="82300" marR="82300" marT="36575" marB="365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1080::8:800:200C:417A</a:t>
                      </a:r>
                      <a:endParaRPr sz="1400" u="none" strike="noStrike" cap="none"/>
                    </a:p>
                  </a:txBody>
                  <a:tcPr marL="82300" marR="82300" marT="36575" marB="365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54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FF01:0:0:0:0:0:0:101</a:t>
                      </a:r>
                      <a:endParaRPr sz="1400" u="none" strike="noStrike" cap="none"/>
                    </a:p>
                  </a:txBody>
                  <a:tcPr marL="82300" marR="82300" marT="36575" marB="3657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=</a:t>
                      </a:r>
                      <a:endParaRPr sz="1400" u="none" strike="noStrike" cap="none"/>
                    </a:p>
                  </a:txBody>
                  <a:tcPr marL="82300" marR="82300" marT="36575" marB="365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FF01::101</a:t>
                      </a:r>
                      <a:endParaRPr sz="1400" u="none" strike="noStrike" cap="none"/>
                    </a:p>
                  </a:txBody>
                  <a:tcPr marL="82300" marR="82300" marT="36575" marB="365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9300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0:0:0:0:0:0:0:1</a:t>
                      </a:r>
                      <a:endParaRPr sz="1400" u="none" strike="noStrike" cap="none"/>
                    </a:p>
                  </a:txBody>
                  <a:tcPr marL="82300" marR="82300" marT="36575" marB="3657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=</a:t>
                      </a:r>
                      <a:endParaRPr sz="1400" u="none" strike="noStrike" cap="none"/>
                    </a:p>
                  </a:txBody>
                  <a:tcPr marL="82300" marR="82300" marT="36575" marB="365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::1</a:t>
                      </a:r>
                      <a:endParaRPr sz="1400" u="none" strike="noStrike" cap="none"/>
                    </a:p>
                  </a:txBody>
                  <a:tcPr marL="82300" marR="82300" marT="36575" marB="365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54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0:0:0:0:0:0:0:0</a:t>
                      </a:r>
                      <a:endParaRPr sz="1400" u="none" strike="noStrike" cap="none"/>
                    </a:p>
                  </a:txBody>
                  <a:tcPr marL="82300" marR="82300" marT="36575" marB="36575" anchor="ctr">
                    <a:lnL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=</a:t>
                      </a:r>
                      <a:endParaRPr sz="1400" u="none" strike="noStrike" cap="none"/>
                    </a:p>
                  </a:txBody>
                  <a:tcPr marL="82300" marR="82300" marT="36575" marB="365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accent1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::</a:t>
                      </a:r>
                      <a:endParaRPr sz="1400" u="none" strike="noStrike" cap="none"/>
                    </a:p>
                  </a:txBody>
                  <a:tcPr marL="82300" marR="82300" marT="36575" marB="3657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676" name="Google Shape;676;g2f48bd25098_0_442"/>
          <p:cNvGrpSpPr/>
          <p:nvPr/>
        </p:nvGrpSpPr>
        <p:grpSpPr>
          <a:xfrm>
            <a:off x="3276600" y="3429000"/>
            <a:ext cx="4343400" cy="304800"/>
            <a:chOff x="1676400" y="2743200"/>
            <a:chExt cx="4343400" cy="304800"/>
          </a:xfrm>
        </p:grpSpPr>
        <p:sp>
          <p:nvSpPr>
            <p:cNvPr id="677" name="Google Shape;677;g2f48bd25098_0_442"/>
            <p:cNvSpPr/>
            <p:nvPr/>
          </p:nvSpPr>
          <p:spPr>
            <a:xfrm>
              <a:off x="1676400" y="2743200"/>
              <a:ext cx="762000" cy="304800"/>
            </a:xfrm>
            <a:prstGeom prst="rect">
              <a:avLst/>
            </a:prstGeom>
            <a:noFill/>
            <a:ln w="3810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63500" dist="38100" dir="2700000" algn="tl" rotWithShape="0">
                <a:srgbClr val="000000">
                  <a:alpha val="38039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8" name="Google Shape;678;g2f48bd25098_0_442"/>
            <p:cNvSpPr/>
            <p:nvPr/>
          </p:nvSpPr>
          <p:spPr>
            <a:xfrm>
              <a:off x="5791200" y="2743200"/>
              <a:ext cx="228600" cy="304800"/>
            </a:xfrm>
            <a:prstGeom prst="rect">
              <a:avLst/>
            </a:prstGeom>
            <a:noFill/>
            <a:ln w="3810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63500" dist="38100" dir="2700000" algn="tl" rotWithShape="0">
                <a:srgbClr val="000000">
                  <a:alpha val="38039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79" name="Google Shape;679;g2f48bd25098_0_442"/>
          <p:cNvSpPr/>
          <p:nvPr/>
        </p:nvSpPr>
        <p:spPr>
          <a:xfrm>
            <a:off x="6781800" y="3352800"/>
            <a:ext cx="2971800" cy="4572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80" name="Google Shape;680;g2f48bd25098_0_442"/>
          <p:cNvGrpSpPr/>
          <p:nvPr/>
        </p:nvGrpSpPr>
        <p:grpSpPr>
          <a:xfrm>
            <a:off x="4191000" y="4114800"/>
            <a:ext cx="3505200" cy="304800"/>
            <a:chOff x="2590800" y="3429000"/>
            <a:chExt cx="3505200" cy="304800"/>
          </a:xfrm>
        </p:grpSpPr>
        <p:sp>
          <p:nvSpPr>
            <p:cNvPr id="681" name="Google Shape;681;g2f48bd25098_0_442"/>
            <p:cNvSpPr/>
            <p:nvPr/>
          </p:nvSpPr>
          <p:spPr>
            <a:xfrm>
              <a:off x="2590800" y="3429000"/>
              <a:ext cx="1524000" cy="304800"/>
            </a:xfrm>
            <a:prstGeom prst="rect">
              <a:avLst/>
            </a:prstGeom>
            <a:noFill/>
            <a:ln w="3810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63500" dist="38100" dir="2700000" algn="tl" rotWithShape="0">
                <a:srgbClr val="000000">
                  <a:alpha val="38039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2" name="Google Shape;682;g2f48bd25098_0_442"/>
            <p:cNvSpPr/>
            <p:nvPr/>
          </p:nvSpPr>
          <p:spPr>
            <a:xfrm>
              <a:off x="5791200" y="3429000"/>
              <a:ext cx="304800" cy="304800"/>
            </a:xfrm>
            <a:prstGeom prst="rect">
              <a:avLst/>
            </a:prstGeom>
            <a:noFill/>
            <a:ln w="3810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63500" dist="38100" dir="2700000" algn="tl" rotWithShape="0">
                <a:srgbClr val="000000">
                  <a:alpha val="38039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83" name="Google Shape;683;g2f48bd25098_0_442"/>
          <p:cNvSpPr/>
          <p:nvPr/>
        </p:nvSpPr>
        <p:spPr>
          <a:xfrm>
            <a:off x="6629400" y="4038600"/>
            <a:ext cx="2971800" cy="4572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84" name="Google Shape;684;g2f48bd25098_0_442"/>
          <p:cNvGrpSpPr/>
          <p:nvPr/>
        </p:nvGrpSpPr>
        <p:grpSpPr>
          <a:xfrm>
            <a:off x="4267200" y="4800600"/>
            <a:ext cx="2971800" cy="304800"/>
            <a:chOff x="2590800" y="3429000"/>
            <a:chExt cx="2971800" cy="304800"/>
          </a:xfrm>
        </p:grpSpPr>
        <p:sp>
          <p:nvSpPr>
            <p:cNvPr id="685" name="Google Shape;685;g2f48bd25098_0_442"/>
            <p:cNvSpPr/>
            <p:nvPr/>
          </p:nvSpPr>
          <p:spPr>
            <a:xfrm>
              <a:off x="2590800" y="3429000"/>
              <a:ext cx="1828800" cy="304800"/>
            </a:xfrm>
            <a:prstGeom prst="rect">
              <a:avLst/>
            </a:prstGeom>
            <a:noFill/>
            <a:ln w="3810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63500" dist="38100" dir="2700000" algn="tl" rotWithShape="0">
                <a:srgbClr val="000000">
                  <a:alpha val="38039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6" name="Google Shape;686;g2f48bd25098_0_442"/>
            <p:cNvSpPr/>
            <p:nvPr/>
          </p:nvSpPr>
          <p:spPr>
            <a:xfrm>
              <a:off x="5105400" y="3429000"/>
              <a:ext cx="457200" cy="304800"/>
            </a:xfrm>
            <a:prstGeom prst="rect">
              <a:avLst/>
            </a:prstGeom>
            <a:noFill/>
            <a:ln w="3810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63500" dist="38100" dir="2700000" algn="tl" rotWithShape="0">
                <a:srgbClr val="000000">
                  <a:alpha val="38039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87" name="Google Shape;687;g2f48bd25098_0_442"/>
          <p:cNvSpPr/>
          <p:nvPr/>
        </p:nvSpPr>
        <p:spPr>
          <a:xfrm>
            <a:off x="6629400" y="4724400"/>
            <a:ext cx="2971800" cy="4572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88" name="Google Shape;688;g2f48bd25098_0_442"/>
          <p:cNvGrpSpPr/>
          <p:nvPr/>
        </p:nvGrpSpPr>
        <p:grpSpPr>
          <a:xfrm>
            <a:off x="4267200" y="5486400"/>
            <a:ext cx="2819400" cy="304800"/>
            <a:chOff x="2590800" y="3429000"/>
            <a:chExt cx="2819400" cy="304800"/>
          </a:xfrm>
        </p:grpSpPr>
        <p:sp>
          <p:nvSpPr>
            <p:cNvPr id="689" name="Google Shape;689;g2f48bd25098_0_442"/>
            <p:cNvSpPr/>
            <p:nvPr/>
          </p:nvSpPr>
          <p:spPr>
            <a:xfrm>
              <a:off x="2590800" y="3429000"/>
              <a:ext cx="1905000" cy="304800"/>
            </a:xfrm>
            <a:prstGeom prst="rect">
              <a:avLst/>
            </a:prstGeom>
            <a:noFill/>
            <a:ln w="3810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63500" dist="38100" dir="2700000" algn="tl" rotWithShape="0">
                <a:srgbClr val="000000">
                  <a:alpha val="38039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0" name="Google Shape;690;g2f48bd25098_0_442"/>
            <p:cNvSpPr/>
            <p:nvPr/>
          </p:nvSpPr>
          <p:spPr>
            <a:xfrm>
              <a:off x="5105400" y="3429000"/>
              <a:ext cx="304800" cy="304800"/>
            </a:xfrm>
            <a:prstGeom prst="rect">
              <a:avLst/>
            </a:prstGeom>
            <a:noFill/>
            <a:ln w="3810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63500" dist="38100" dir="2700000" algn="tl" rotWithShape="0">
                <a:srgbClr val="000000">
                  <a:alpha val="38039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91" name="Google Shape;691;g2f48bd25098_0_442"/>
          <p:cNvSpPr/>
          <p:nvPr/>
        </p:nvSpPr>
        <p:spPr>
          <a:xfrm>
            <a:off x="6553200" y="5410200"/>
            <a:ext cx="2971800" cy="457200"/>
          </a:xfrm>
          <a:prstGeom prst="rect">
            <a:avLst/>
          </a:prstGeom>
          <a:solidFill>
            <a:schemeClr val="lt1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2" name="Google Shape;692;g2f48bd25098_0_442"/>
          <p:cNvSpPr txBox="1"/>
          <p:nvPr/>
        </p:nvSpPr>
        <p:spPr>
          <a:xfrm>
            <a:off x="11183677" y="5887792"/>
            <a:ext cx="551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17</a:t>
            </a:r>
            <a:endParaRPr sz="1000" b="0" i="0" u="none" strike="noStrike" cap="non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g2f48bd25098_0_778"/>
          <p:cNvSpPr txBox="1">
            <a:spLocks noGrp="1"/>
          </p:cNvSpPr>
          <p:nvPr>
            <p:ph type="title"/>
          </p:nvPr>
        </p:nvSpPr>
        <p:spPr>
          <a:xfrm>
            <a:off x="1676400" y="609601"/>
            <a:ext cx="106344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rbel"/>
              <a:buNone/>
            </a:pPr>
            <a:r>
              <a:rPr lang="en-US"/>
              <a:t>IPv6 Addressing</a:t>
            </a:r>
            <a:endParaRPr/>
          </a:p>
        </p:txBody>
      </p:sp>
      <p:sp>
        <p:nvSpPr>
          <p:cNvPr id="698" name="Google Shape;698;g2f48bd25098_0_778"/>
          <p:cNvSpPr txBox="1">
            <a:spLocks noGrp="1"/>
          </p:cNvSpPr>
          <p:nvPr>
            <p:ph type="body" idx="1"/>
          </p:nvPr>
        </p:nvSpPr>
        <p:spPr>
          <a:xfrm>
            <a:off x="1726425" y="1182255"/>
            <a:ext cx="9533758" cy="5307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85750" lvl="0" indent="-28574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0"/>
              <a:buChar char="•"/>
            </a:pPr>
            <a:r>
              <a:rPr lang="en-US" sz="2800">
                <a:solidFill>
                  <a:srgbClr val="7030A0"/>
                </a:solidFill>
              </a:rPr>
              <a:t>IPv6 Representation – Rule 2: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1044"/>
              </a:spcBef>
              <a:spcAft>
                <a:spcPts val="0"/>
              </a:spcAft>
              <a:buSzPts val="3480"/>
              <a:buChar char="•"/>
            </a:pPr>
            <a:r>
              <a:rPr lang="en-US" sz="2400" i="1">
                <a:solidFill>
                  <a:schemeClr val="dk2"/>
                </a:solidFill>
              </a:rPr>
              <a:t>Any single, contiguous string of one or more 16-bit segments consisting of all zeroes can be represented once with a double colon.</a:t>
            </a:r>
            <a:endParaRPr/>
          </a:p>
          <a:p>
            <a:pPr marL="285750" lvl="0" indent="-285750" algn="l" rtl="0">
              <a:lnSpc>
                <a:spcPct val="100000"/>
              </a:lnSpc>
              <a:spcBef>
                <a:spcPts val="748"/>
              </a:spcBef>
              <a:spcAft>
                <a:spcPts val="0"/>
              </a:spcAft>
              <a:buSzPts val="1160"/>
              <a:buFont typeface="Tahoma"/>
              <a:buNone/>
            </a:pPr>
            <a:r>
              <a:rPr lang="en-US" sz="800" b="1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/>
          </a:p>
          <a:p>
            <a:pPr marL="285750" lvl="0" indent="-285750" algn="l" rtl="0">
              <a:lnSpc>
                <a:spcPct val="100000"/>
              </a:lnSpc>
              <a:spcBef>
                <a:spcPts val="1118"/>
              </a:spcBef>
              <a:spcAft>
                <a:spcPts val="0"/>
              </a:spcAft>
              <a:buSzPts val="4060"/>
              <a:buFont typeface="Tahoma"/>
              <a:buNone/>
            </a:pPr>
            <a:r>
              <a:rPr lang="en-US" sz="2800">
                <a:solidFill>
                  <a:schemeClr val="dk2"/>
                </a:solidFill>
              </a:rPr>
              <a:t>Example:</a:t>
            </a:r>
            <a:r>
              <a:rPr lang="en-US" sz="2800" b="1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 1843::22::fa</a:t>
            </a:r>
            <a:endParaRPr sz="2800" b="1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285750" lvl="0" indent="-285750" algn="l" rtl="0">
              <a:lnSpc>
                <a:spcPct val="100000"/>
              </a:lnSpc>
              <a:spcBef>
                <a:spcPts val="729"/>
              </a:spcBef>
              <a:spcAft>
                <a:spcPts val="0"/>
              </a:spcAft>
              <a:buSzPts val="1015"/>
              <a:buFont typeface="Tahoma"/>
              <a:buNone/>
            </a:pPr>
            <a:r>
              <a:rPr lang="en-US" sz="700" b="1" i="1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700" i="1">
              <a:solidFill>
                <a:schemeClr val="dk2"/>
              </a:solidFill>
            </a:endParaRPr>
          </a:p>
          <a:p>
            <a:pPr marL="742950" lvl="1" indent="-285750" algn="l" rtl="0">
              <a:lnSpc>
                <a:spcPct val="100000"/>
              </a:lnSpc>
              <a:spcBef>
                <a:spcPts val="1044"/>
              </a:spcBef>
              <a:spcAft>
                <a:spcPts val="0"/>
              </a:spcAft>
              <a:buSzPts val="3480"/>
              <a:buChar char="•"/>
            </a:pPr>
            <a:r>
              <a:rPr lang="en-US" sz="2400">
                <a:solidFill>
                  <a:schemeClr val="dk2"/>
                </a:solidFill>
              </a:rPr>
              <a:t>Illegal because the length of the two all-zero strings is ambiguous.</a:t>
            </a:r>
            <a:endParaRPr/>
          </a:p>
          <a:p>
            <a:pPr marL="742950" lvl="1" indent="-226175" algn="l" rtl="0">
              <a:lnSpc>
                <a:spcPct val="100000"/>
              </a:lnSpc>
              <a:spcBef>
                <a:spcPts val="729"/>
              </a:spcBef>
              <a:spcAft>
                <a:spcPts val="0"/>
              </a:spcAft>
              <a:buSzPts val="1015"/>
              <a:buNone/>
            </a:pPr>
            <a:endParaRPr sz="700" b="1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742950" lvl="1" indent="-285750" algn="l" rtl="0">
              <a:lnSpc>
                <a:spcPct val="80000"/>
              </a:lnSpc>
              <a:spcBef>
                <a:spcPts val="1044"/>
              </a:spcBef>
              <a:spcAft>
                <a:spcPts val="0"/>
              </a:spcAft>
              <a:buSzPts val="3480"/>
              <a:buNone/>
            </a:pPr>
            <a:r>
              <a:rPr lang="en-US" sz="2400" b="1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1843:</a:t>
            </a:r>
            <a:r>
              <a:rPr lang="en-US" sz="2400" b="1">
                <a:solidFill>
                  <a:srgbClr val="FF6600"/>
                </a:solidFill>
                <a:latin typeface="Courier New"/>
                <a:ea typeface="Courier New"/>
                <a:cs typeface="Courier New"/>
                <a:sym typeface="Courier New"/>
              </a:rPr>
              <a:t>0000</a:t>
            </a:r>
            <a:r>
              <a:rPr lang="en-US" sz="2400" b="1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-US" sz="2400" b="1">
                <a:solidFill>
                  <a:srgbClr val="FF6600"/>
                </a:solidFill>
                <a:latin typeface="Courier New"/>
                <a:ea typeface="Courier New"/>
                <a:cs typeface="Courier New"/>
                <a:sym typeface="Courier New"/>
              </a:rPr>
              <a:t>0000:0000</a:t>
            </a:r>
            <a:r>
              <a:rPr lang="en-US" sz="2400" b="1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:0022:</a:t>
            </a:r>
            <a:r>
              <a:rPr lang="en-US" sz="2400" b="1">
                <a:solidFill>
                  <a:srgbClr val="FF6600"/>
                </a:solidFill>
                <a:latin typeface="Courier New"/>
                <a:ea typeface="Courier New"/>
                <a:cs typeface="Courier New"/>
                <a:sym typeface="Courier New"/>
              </a:rPr>
              <a:t>0000:0000</a:t>
            </a:r>
            <a:r>
              <a:rPr lang="en-US" sz="2400" b="1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:00fa</a:t>
            </a:r>
            <a:endParaRPr/>
          </a:p>
          <a:p>
            <a:pPr marL="742950" lvl="1" indent="-285750" algn="l" rtl="0">
              <a:lnSpc>
                <a:spcPct val="80000"/>
              </a:lnSpc>
              <a:spcBef>
                <a:spcPts val="729"/>
              </a:spcBef>
              <a:spcAft>
                <a:spcPts val="0"/>
              </a:spcAft>
              <a:buSzPts val="1015"/>
              <a:buFont typeface="Noto Sans Symbols"/>
              <a:buNone/>
            </a:pPr>
            <a:r>
              <a:rPr lang="en-US" sz="700" b="1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/>
          </a:p>
          <a:p>
            <a:pPr marL="742950" lvl="1" indent="-285750" algn="l" rtl="0">
              <a:lnSpc>
                <a:spcPct val="80000"/>
              </a:lnSpc>
              <a:spcBef>
                <a:spcPts val="729"/>
              </a:spcBef>
              <a:spcAft>
                <a:spcPts val="0"/>
              </a:spcAft>
              <a:buSzPts val="1015"/>
              <a:buFont typeface="Noto Sans Symbols"/>
              <a:buNone/>
            </a:pPr>
            <a:r>
              <a:rPr lang="en-US" sz="700" b="1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/>
          </a:p>
          <a:p>
            <a:pPr marL="742950" lvl="1" indent="-285750" algn="l" rtl="0">
              <a:lnSpc>
                <a:spcPct val="80000"/>
              </a:lnSpc>
              <a:spcBef>
                <a:spcPts val="1044"/>
              </a:spcBef>
              <a:spcAft>
                <a:spcPts val="0"/>
              </a:spcAft>
              <a:buSzPts val="3480"/>
              <a:buNone/>
            </a:pPr>
            <a:r>
              <a:rPr lang="en-US" sz="2400" b="1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1843:</a:t>
            </a:r>
            <a:r>
              <a:rPr lang="en-US" sz="2400" b="1">
                <a:solidFill>
                  <a:srgbClr val="FF6600"/>
                </a:solidFill>
                <a:latin typeface="Courier New"/>
                <a:ea typeface="Courier New"/>
                <a:cs typeface="Courier New"/>
                <a:sym typeface="Courier New"/>
              </a:rPr>
              <a:t>0000</a:t>
            </a:r>
            <a:r>
              <a:rPr lang="en-US" sz="2400" b="1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-US" sz="2400" b="1">
                <a:solidFill>
                  <a:srgbClr val="FF6600"/>
                </a:solidFill>
                <a:latin typeface="Courier New"/>
                <a:ea typeface="Courier New"/>
                <a:cs typeface="Courier New"/>
                <a:sym typeface="Courier New"/>
              </a:rPr>
              <a:t>0000</a:t>
            </a:r>
            <a:r>
              <a:rPr lang="en-US" sz="2400" b="1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:0022:</a:t>
            </a:r>
            <a:r>
              <a:rPr lang="en-US" sz="2400" b="1">
                <a:solidFill>
                  <a:srgbClr val="FF6600"/>
                </a:solidFill>
                <a:latin typeface="Courier New"/>
                <a:ea typeface="Courier New"/>
                <a:cs typeface="Courier New"/>
                <a:sym typeface="Courier New"/>
              </a:rPr>
              <a:t>0000:0000:0000</a:t>
            </a:r>
            <a:r>
              <a:rPr lang="en-US" sz="2400" b="1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:00fa</a:t>
            </a:r>
            <a:br>
              <a:rPr lang="en-US">
                <a:solidFill>
                  <a:schemeClr val="dk2"/>
                </a:solidFill>
              </a:rPr>
            </a:br>
            <a:endParaRPr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699" name="Google Shape;699;g2f48bd25098_0_778"/>
          <p:cNvGrpSpPr/>
          <p:nvPr/>
        </p:nvGrpSpPr>
        <p:grpSpPr>
          <a:xfrm>
            <a:off x="9728200" y="5112327"/>
            <a:ext cx="685800" cy="533400"/>
            <a:chOff x="8001000" y="5334000"/>
            <a:chExt cx="685800" cy="533400"/>
          </a:xfrm>
        </p:grpSpPr>
        <p:cxnSp>
          <p:nvCxnSpPr>
            <p:cNvPr id="700" name="Google Shape;700;g2f48bd25098_0_778"/>
            <p:cNvCxnSpPr/>
            <p:nvPr/>
          </p:nvCxnSpPr>
          <p:spPr>
            <a:xfrm rot="10800000">
              <a:off x="8001000" y="5867400"/>
              <a:ext cx="685800" cy="0"/>
            </a:xfrm>
            <a:prstGeom prst="straightConnector1">
              <a:avLst/>
            </a:prstGeom>
            <a:noFill/>
            <a:ln w="50800" cap="flat" cmpd="sng">
              <a:solidFill>
                <a:srgbClr val="FF0000"/>
              </a:solidFill>
              <a:prstDash val="solid"/>
              <a:round/>
              <a:headEnd type="none" w="sm" len="sm"/>
              <a:tailEnd type="triangle" w="med" len="med"/>
            </a:ln>
            <a:effectLst>
              <a:outerShdw blurRad="63500" dist="38100" dir="2700000" algn="tl" rotWithShape="0">
                <a:srgbClr val="000000">
                  <a:alpha val="76078"/>
                </a:srgbClr>
              </a:outerShdw>
            </a:effectLst>
          </p:spPr>
        </p:cxnSp>
        <p:sp>
          <p:nvSpPr>
            <p:cNvPr id="701" name="Google Shape;701;g2f48bd25098_0_778"/>
            <p:cNvSpPr txBox="1"/>
            <p:nvPr/>
          </p:nvSpPr>
          <p:spPr>
            <a:xfrm>
              <a:off x="8153400" y="5334000"/>
              <a:ext cx="4587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0" i="0" u="none" strike="noStrike" cap="none">
                  <a:solidFill>
                    <a:srgbClr val="FF6600"/>
                  </a:solidFill>
                  <a:latin typeface="Arial"/>
                  <a:ea typeface="Arial"/>
                  <a:cs typeface="Arial"/>
                  <a:sym typeface="Arial"/>
                </a:rPr>
                <a:t>or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02" name="Google Shape;702;g2f48bd25098_0_778"/>
          <p:cNvSpPr/>
          <p:nvPr/>
        </p:nvSpPr>
        <p:spPr>
          <a:xfrm>
            <a:off x="6402029" y="2605600"/>
            <a:ext cx="685800" cy="282000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3" name="Google Shape;703;g2f48bd25098_0_778"/>
          <p:cNvSpPr txBox="1"/>
          <p:nvPr/>
        </p:nvSpPr>
        <p:spPr>
          <a:xfrm>
            <a:off x="11260183" y="5887792"/>
            <a:ext cx="474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18</a:t>
            </a:r>
            <a:endParaRPr sz="1000" b="0" i="0" u="none" strike="noStrike" cap="non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8" name="Google Shape;708;p5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06105" y="1741307"/>
            <a:ext cx="4229100" cy="1504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9" name="Google Shape;709;p5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32922" y="4097914"/>
            <a:ext cx="10172700" cy="1266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10" name="Google Shape;710;p5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078451" y="3613178"/>
            <a:ext cx="1084407" cy="481959"/>
          </a:xfrm>
          <a:prstGeom prst="rect">
            <a:avLst/>
          </a:prstGeom>
          <a:noFill/>
          <a:ln>
            <a:noFill/>
          </a:ln>
        </p:spPr>
      </p:pic>
      <p:pic>
        <p:nvPicPr>
          <p:cNvPr id="711" name="Google Shape;711;p5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531033" y="3744081"/>
            <a:ext cx="718843" cy="339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712" name="Google Shape;712;p51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129520" y="1948473"/>
            <a:ext cx="116205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13" name="Google Shape;713;p51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500589" y="3792187"/>
            <a:ext cx="1274479" cy="302950"/>
          </a:xfrm>
          <a:prstGeom prst="rect">
            <a:avLst/>
          </a:prstGeom>
          <a:noFill/>
          <a:ln>
            <a:noFill/>
          </a:ln>
        </p:spPr>
      </p:pic>
      <p:sp>
        <p:nvSpPr>
          <p:cNvPr id="714" name="Google Shape;714;p51"/>
          <p:cNvSpPr txBox="1"/>
          <p:nvPr/>
        </p:nvSpPr>
        <p:spPr>
          <a:xfrm>
            <a:off x="1409872" y="259329"/>
            <a:ext cx="10018800" cy="9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 sz="40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Representing IPv6 addresses </a:t>
            </a:r>
            <a:endParaRPr sz="4000" b="0" i="0" u="none" strike="noStrike" cap="non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15" name="Google Shape;715;p51"/>
          <p:cNvSpPr/>
          <p:nvPr/>
        </p:nvSpPr>
        <p:spPr>
          <a:xfrm>
            <a:off x="2716069" y="5943453"/>
            <a:ext cx="7945124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1312" marR="0" lvl="0" indent="-31783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406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No Subnet masks in dotted decimal format in IPv6</a:t>
            </a:r>
            <a:endParaRPr sz="2800" b="0" i="0" u="none" strike="noStrike" cap="non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16" name="Google Shape;716;p51"/>
          <p:cNvSpPr/>
          <p:nvPr/>
        </p:nvSpPr>
        <p:spPr>
          <a:xfrm>
            <a:off x="6157235" y="2143201"/>
            <a:ext cx="2448427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1312" marR="0" lvl="0" indent="-31783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406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IPv4 Address</a:t>
            </a:r>
            <a:endParaRPr sz="2800" b="0" i="0" u="none" strike="noStrike" cap="non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17" name="Google Shape;717;p51"/>
          <p:cNvSpPr/>
          <p:nvPr/>
        </p:nvSpPr>
        <p:spPr>
          <a:xfrm>
            <a:off x="4813344" y="5424991"/>
            <a:ext cx="245003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1312" marR="0" lvl="0" indent="-31783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4060"/>
              <a:buFont typeface="Arial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IPv6 Address</a:t>
            </a:r>
            <a:endParaRPr sz="2800" b="0" i="0" u="none" strike="noStrike" cap="non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p52"/>
          <p:cNvSpPr txBox="1">
            <a:spLocks noGrp="1"/>
          </p:cNvSpPr>
          <p:nvPr>
            <p:ph type="title"/>
          </p:nvPr>
        </p:nvSpPr>
        <p:spPr>
          <a:xfrm>
            <a:off x="1419656" y="1590777"/>
            <a:ext cx="10018713" cy="3807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Corbel"/>
              <a:buNone/>
            </a:pPr>
            <a:r>
              <a:rPr lang="en-US" sz="7200"/>
              <a:t>The End</a:t>
            </a:r>
            <a:endParaRPr/>
          </a:p>
        </p:txBody>
      </p:sp>
      <p:pic>
        <p:nvPicPr>
          <p:cNvPr id="723" name="Google Shape;723;p5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29276" y="0"/>
            <a:ext cx="1162724" cy="1066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Parallax">
  <a:themeElements>
    <a:clrScheme name="Parallax">
      <a:dk1>
        <a:srgbClr val="000000"/>
      </a:dk1>
      <a:lt1>
        <a:srgbClr val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Parallax">
  <a:themeElements>
    <a:clrScheme name="Parallax">
      <a:dk1>
        <a:srgbClr val="000000"/>
      </a:dk1>
      <a:lt1>
        <a:srgbClr val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1487</Words>
  <Application>Microsoft Office PowerPoint</Application>
  <PresentationFormat>Widescreen</PresentationFormat>
  <Paragraphs>358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38</vt:i4>
      </vt:variant>
    </vt:vector>
  </HeadingPairs>
  <TitlesOfParts>
    <vt:vector size="47" baseType="lpstr">
      <vt:lpstr>Arial</vt:lpstr>
      <vt:lpstr>Noto Sans Symbols</vt:lpstr>
      <vt:lpstr>Tahoma</vt:lpstr>
      <vt:lpstr>Calibri</vt:lpstr>
      <vt:lpstr>Verdana</vt:lpstr>
      <vt:lpstr>Corbel</vt:lpstr>
      <vt:lpstr>Courier New</vt:lpstr>
      <vt:lpstr>Parallax</vt:lpstr>
      <vt:lpstr>Parallax</vt:lpstr>
      <vt:lpstr>Network Layer: IP Addressing</vt:lpstr>
      <vt:lpstr>Objectives</vt:lpstr>
      <vt:lpstr>Anatomy of IPv4</vt:lpstr>
      <vt:lpstr>Anatomy of an IPv4 Address</vt:lpstr>
      <vt:lpstr>IPv4 Addressing Structure</vt:lpstr>
      <vt:lpstr>Anatomy of an IPv4 Address</vt:lpstr>
      <vt:lpstr>Binary to decimal and Vice Versa</vt:lpstr>
      <vt:lpstr>Networks and Hosts</vt:lpstr>
      <vt:lpstr>Network Portion</vt:lpstr>
      <vt:lpstr>Network Portion</vt:lpstr>
      <vt:lpstr>Prefix Mask</vt:lpstr>
      <vt:lpstr>Subnet Mask</vt:lpstr>
      <vt:lpstr>Exercise</vt:lpstr>
      <vt:lpstr>ANDing the Binaries</vt:lpstr>
      <vt:lpstr>But Why AND?</vt:lpstr>
      <vt:lpstr>IPv4 Addresses</vt:lpstr>
      <vt:lpstr>The Addresses</vt:lpstr>
      <vt:lpstr>The Addresses</vt:lpstr>
      <vt:lpstr>The Addresses</vt:lpstr>
      <vt:lpstr>The Addresses</vt:lpstr>
      <vt:lpstr>Network Prefix</vt:lpstr>
      <vt:lpstr>Types of IPv4 Addresses</vt:lpstr>
      <vt:lpstr>Special Addresses</vt:lpstr>
      <vt:lpstr>Unicast</vt:lpstr>
      <vt:lpstr>Broadcast</vt:lpstr>
      <vt:lpstr>Broadcast</vt:lpstr>
      <vt:lpstr>Multicast</vt:lpstr>
      <vt:lpstr>Loopback </vt:lpstr>
      <vt:lpstr>Anatomy of IPv6 Address</vt:lpstr>
      <vt:lpstr>Reasons for using IPv6</vt:lpstr>
      <vt:lpstr>IPv6 Address</vt:lpstr>
      <vt:lpstr>PowerPoint Presentation</vt:lpstr>
      <vt:lpstr>IPv6 Address</vt:lpstr>
      <vt:lpstr>IPv6 Addressing</vt:lpstr>
      <vt:lpstr>IPv6 Addressing</vt:lpstr>
      <vt:lpstr>IPv6 Addressing</vt:lpstr>
      <vt:lpstr>PowerPoint Presentation</vt:lpstr>
      <vt:lpstr>The End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Network Layer: IP Addressing</dc:title>
  <dc:creator>Arif Shakil</dc:creator>
  <cp:lastModifiedBy>Md. Sakir Hossain</cp:lastModifiedBy>
  <cp:revision>1</cp:revision>
  <dcterms:created xsi:type="dcterms:W3CDTF">2020-06-17T13:03:26Z</dcterms:created>
  <dcterms:modified xsi:type="dcterms:W3CDTF">2026-04-19T04:44:49Z</dcterms:modified>
</cp:coreProperties>
</file>