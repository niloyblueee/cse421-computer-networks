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9" r:id="rId26"/>
    <p:sldId id="300"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12192000" cy="6858000"/>
  <p:notesSz cx="6858000" cy="9144000"/>
  <p:embeddedFontLst>
    <p:embeddedFont>
      <p:font typeface="Calibri" panose="020F0502020204030204" pitchFamily="34" charset="0"/>
      <p:regular r:id="rId48"/>
      <p:bold r:id="rId49"/>
      <p:italic r:id="rId50"/>
      <p:boldItalic r:id="rId51"/>
    </p:embeddedFont>
    <p:embeddedFont>
      <p:font typeface="Cambria Math" panose="02040503050406030204" pitchFamily="18" charset="0"/>
      <p:regular r:id="rId52"/>
    </p:embeddedFont>
    <p:embeddedFont>
      <p:font typeface="Comic Sans MS" panose="030F0702030302020204" pitchFamily="66" charset="0"/>
      <p:regular r:id="rId53"/>
      <p:bold r:id="rId54"/>
      <p:italic r:id="rId55"/>
      <p:boldItalic r:id="rId56"/>
    </p:embeddedFont>
    <p:embeddedFont>
      <p:font typeface="Corbel" panose="020B0503020204020204" pitchFamily="34" charset="0"/>
      <p:regular r:id="rId57"/>
      <p:bold r:id="rId58"/>
      <p:italic r:id="rId59"/>
      <p:boldItalic r:id="rId60"/>
    </p:embeddedFont>
    <p:embeddedFont>
      <p:font typeface="Helvetica Neue" panose="020B060402020202020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hX7k7XDQcjcc9ganr2ZAaFp9X5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027314-E74B-4E65-9563-5C5FCB49FCD6}">
  <a:tblStyle styleId="{B2027314-E74B-4E65-9563-5C5FCB49FCD6}"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40000"/>
            </a:schemeClr>
          </a:solidFill>
        </a:fill>
      </a:tcStyle>
    </a:band1H>
    <a:band2H>
      <a:tcTxStyle/>
      <a:tcStyle>
        <a:tcBdr/>
      </a:tcStyle>
    </a:band2H>
    <a:band1V>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fill>
          <a:solidFill>
            <a:schemeClr val="accent2">
              <a:alpha val="40000"/>
            </a:schemeClr>
          </a:solidFill>
        </a:fill>
      </a:tcStyle>
    </a:band1V>
    <a:band2V>
      <a:tcTxStyle/>
      <a:tcStyle>
        <a:tcBdr/>
      </a:tcStyle>
    </a:band2V>
    <a:la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2"/>
          </a:solidFill>
        </a:fill>
      </a:tcStyle>
    </a:firstRow>
    <a:neCell>
      <a:tcTxStyle/>
      <a:tcStyle>
        <a:tcBdr/>
      </a:tcStyle>
    </a:neCell>
    <a:nwCell>
      <a:tcTxStyle/>
      <a:tcStyle>
        <a:tcBdr/>
      </a:tcStyle>
    </a:nwCell>
  </a:tblStyle>
  <a:tblStyle styleId="{B237A19C-D93E-4AED-B024-BD428AB711CC}" styleName="Table_1">
    <a:wholeTbl>
      <a:tcTxStyle b="off" i="off">
        <a:font>
          <a:latin typeface="Arial"/>
          <a:ea typeface="Arial"/>
          <a:cs typeface="Arial"/>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40000"/>
            </a:schemeClr>
          </a:solidFill>
        </a:fill>
      </a:tcStyle>
    </a:band1H>
    <a:band2H>
      <a:tcTxStyle/>
      <a:tcStyle>
        <a:tcBdr/>
      </a:tcStyle>
    </a:band2H>
    <a:band1V>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fill>
          <a:solidFill>
            <a:schemeClr val="accent3">
              <a:alpha val="40000"/>
            </a:schemeClr>
          </a:solidFill>
        </a:fill>
      </a:tcStyle>
    </a:band1V>
    <a:band2V>
      <a:tcTxStyle/>
      <a:tcStyle>
        <a:tcBdr/>
      </a:tcStyle>
    </a:band2V>
    <a:la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notesMaster" Target="notesMasters/notesMaster1.xml"/><Relationship Id="rId63" Type="http://schemas.openxmlformats.org/officeDocument/2006/relationships/font" Target="fonts/font1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3.fntdata"/><Relationship Id="rId5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Data Communications and Networking. Behrouz A. Forouzan</a:t>
            </a:r>
            <a:endParaRPr/>
          </a:p>
          <a:p>
            <a:pPr marL="457200" marR="0" lvl="0" indent="-228600" algn="l" rtl="0">
              <a:lnSpc>
                <a:spcPct val="100000"/>
              </a:lnSpc>
              <a:spcBef>
                <a:spcPts val="0"/>
              </a:spcBef>
              <a:spcAft>
                <a:spcPts val="0"/>
              </a:spcAft>
              <a:buSzPts val="1400"/>
              <a:buNone/>
            </a:pPr>
            <a:r>
              <a:rPr lang="en-US"/>
              <a:t>Section 18.2</a:t>
            </a:r>
            <a:endParaRPr/>
          </a:p>
          <a:p>
            <a:pPr marL="0" lvl="0" indent="0" algn="l" rtl="0">
              <a:lnSpc>
                <a:spcPct val="100000"/>
              </a:lnSpc>
              <a:spcBef>
                <a:spcPts val="0"/>
              </a:spcBef>
              <a:spcAft>
                <a:spcPts val="0"/>
              </a:spcAft>
              <a:buSzPts val="1400"/>
              <a:buNone/>
            </a:pPr>
            <a:endParaRPr/>
          </a:p>
        </p:txBody>
      </p:sp>
      <p:sp>
        <p:nvSpPr>
          <p:cNvPr id="775" name="Google Shape;7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a:t>Each router does not maintain information about previously forwarded packets.</a:t>
            </a:r>
            <a:endParaRPr/>
          </a:p>
          <a:p>
            <a:pPr marL="0" lvl="0" indent="0" algn="l" rtl="0">
              <a:lnSpc>
                <a:spcPct val="100000"/>
              </a:lnSpc>
              <a:spcBef>
                <a:spcPts val="0"/>
              </a:spcBef>
              <a:spcAft>
                <a:spcPts val="0"/>
              </a:spcAft>
              <a:buSzPts val="1400"/>
              <a:buNone/>
            </a:pPr>
            <a:endParaRPr/>
          </a:p>
        </p:txBody>
      </p:sp>
      <p:sp>
        <p:nvSpPr>
          <p:cNvPr id="789" name="Google Shape;7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b="1"/>
              <a:t>Example</a:t>
            </a:r>
            <a:r>
              <a:rPr lang="en-US"/>
              <a:t>:</a:t>
            </a:r>
            <a:endParaRPr/>
          </a:p>
          <a:p>
            <a:pPr marL="457200" lvl="0" indent="-228600" algn="l" rtl="0">
              <a:lnSpc>
                <a:spcPct val="100000"/>
              </a:lnSpc>
              <a:spcBef>
                <a:spcPts val="0"/>
              </a:spcBef>
              <a:spcAft>
                <a:spcPts val="0"/>
              </a:spcAft>
              <a:buSzPts val="1400"/>
              <a:buFont typeface="Arial"/>
              <a:buChar char="•"/>
            </a:pPr>
            <a:r>
              <a:rPr lang="en-US" b="1"/>
              <a:t>Asynchronous Transfer Mode (ATM)</a:t>
            </a:r>
            <a:r>
              <a:rPr lang="en-US"/>
              <a:t> or </a:t>
            </a:r>
            <a:r>
              <a:rPr lang="en-US" b="1"/>
              <a:t>MPLS (Multiprotocol Label Switching)</a:t>
            </a:r>
            <a:r>
              <a:rPr lang="en-US"/>
              <a:t> networks.</a:t>
            </a:r>
            <a:endParaRPr/>
          </a:p>
          <a:p>
            <a:pPr marL="0" lvl="0" indent="0" algn="l" rtl="0">
              <a:lnSpc>
                <a:spcPct val="100000"/>
              </a:lnSpc>
              <a:spcBef>
                <a:spcPts val="0"/>
              </a:spcBef>
              <a:spcAft>
                <a:spcPts val="0"/>
              </a:spcAft>
              <a:buSzPts val="1400"/>
              <a:buNone/>
            </a:pPr>
            <a:endParaRPr/>
          </a:p>
        </p:txBody>
      </p:sp>
      <p:sp>
        <p:nvSpPr>
          <p:cNvPr id="944" name="Google Shape;9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1" name="Google Shape;112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2" name="Google Shape;112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9" name="Google Shape;11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1" name="Google Shape;130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302" name="Google Shape;130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1" name="Google Shape;13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9" name="Google Shape;13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5" name="Google Shape;1375;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a:t>Green box is a physical layer responsible for receiving bit level transmission.  Copper, fiber wireless.</a:t>
            </a:r>
            <a:endParaRPr/>
          </a:p>
          <a:p>
            <a:pPr marL="457200" marR="0" lvl="0" indent="-228600" algn="l" rtl="0">
              <a:lnSpc>
                <a:spcPct val="100000"/>
              </a:lnSpc>
              <a:spcBef>
                <a:spcPts val="0"/>
              </a:spcBef>
              <a:spcAft>
                <a:spcPts val="0"/>
              </a:spcAft>
              <a:buClr>
                <a:srgbClr val="000000"/>
              </a:buClr>
              <a:buSzPts val="1400"/>
              <a:buFont typeface="Arial"/>
              <a:buNone/>
            </a:pPr>
            <a:r>
              <a:rPr lang="en-US"/>
              <a:t>Link layer in blue – bit assemble into Ethernet frame.   We will discuss this in details in chapter 6.  </a:t>
            </a:r>
            <a:endParaRPr/>
          </a:p>
          <a:p>
            <a:pPr marL="457200" marR="0" lvl="0" indent="-228600" algn="l" rtl="0">
              <a:lnSpc>
                <a:spcPct val="100000"/>
              </a:lnSpc>
              <a:spcBef>
                <a:spcPts val="0"/>
              </a:spcBef>
              <a:spcAft>
                <a:spcPts val="0"/>
              </a:spcAft>
              <a:buClr>
                <a:srgbClr val="000000"/>
              </a:buClr>
              <a:buSzPts val="1400"/>
              <a:buFont typeface="Arial"/>
              <a:buNone/>
            </a:pPr>
            <a:r>
              <a:rPr lang="en-US"/>
              <a:t>But most critical one, is here.  Lookup, forwarding function.    Lookup and forward is “Match plus action” behavior.  </a:t>
            </a:r>
            <a:endParaRPr/>
          </a:p>
          <a:p>
            <a:pPr marL="457200" marR="0" lvl="0" indent="-228600" algn="l" rtl="0">
              <a:lnSpc>
                <a:spcPct val="100000"/>
              </a:lnSpc>
              <a:spcBef>
                <a:spcPts val="0"/>
              </a:spcBef>
              <a:spcAft>
                <a:spcPts val="0"/>
              </a:spcAft>
              <a:buClr>
                <a:srgbClr val="000000"/>
              </a:buClr>
              <a:buSzPts val="1400"/>
              <a:buFont typeface="Arial"/>
              <a:buNone/>
            </a:pPr>
            <a:r>
              <a:rPr lang="en-US"/>
              <a:t>GOAL – processing at “line speed”,  otherwise, buffer will be full and packet will be lost</a:t>
            </a: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a:t> </a:t>
            </a:r>
            <a:endParaRPr/>
          </a:p>
          <a:p>
            <a:pPr marL="457200" marR="0" lvl="0" indent="-228600" algn="l" rtl="0">
              <a:lnSpc>
                <a:spcPct val="100000"/>
              </a:lnSpc>
              <a:spcBef>
                <a:spcPts val="0"/>
              </a:spcBef>
              <a:spcAft>
                <a:spcPts val="0"/>
              </a:spcAft>
              <a:buClr>
                <a:srgbClr val="000000"/>
              </a:buClr>
              <a:buSzPts val="1400"/>
              <a:buFont typeface="Arial"/>
              <a:buNone/>
            </a:pPr>
            <a:endParaRPr/>
          </a:p>
        </p:txBody>
      </p:sp>
      <p:sp>
        <p:nvSpPr>
          <p:cNvPr id="1376" name="Google Shape;1376;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0" name="Google Shape;141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411" name="Google Shape;141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7" name="Google Shape;14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3" name="Google Shape;14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494" name="Google Shape;149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02" name="Google Shape;15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17" name="Google Shape;151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4" name="Google Shape;153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1" name="Google Shape;154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59" name="Google Shape;15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7" name="Google Shape;156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Another example – for students to work out</a:t>
            </a:r>
            <a:endParaRPr/>
          </a:p>
        </p:txBody>
      </p:sp>
      <p:sp>
        <p:nvSpPr>
          <p:cNvPr id="1730" name="Google Shape;173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200150" lvl="2" indent="-285750" algn="just" rtl="0">
              <a:lnSpc>
                <a:spcPct val="100000"/>
              </a:lnSpc>
              <a:spcBef>
                <a:spcPts val="0"/>
              </a:spcBef>
              <a:spcAft>
                <a:spcPts val="0"/>
              </a:spcAft>
              <a:buSzPts val="2900"/>
              <a:buChar char="•"/>
            </a:pPr>
            <a:r>
              <a:rPr lang="en-US"/>
              <a:t>The value of the offset is measured in units of 8 bytes. </a:t>
            </a:r>
            <a:endParaRPr/>
          </a:p>
          <a:p>
            <a:pPr marL="1200150" lvl="2" indent="-285750" algn="just" rtl="0">
              <a:lnSpc>
                <a:spcPct val="100000"/>
              </a:lnSpc>
              <a:spcBef>
                <a:spcPts val="0"/>
              </a:spcBef>
              <a:spcAft>
                <a:spcPts val="0"/>
              </a:spcAft>
              <a:buSzPts val="2900"/>
              <a:buChar char="•"/>
            </a:pPr>
            <a:r>
              <a:rPr lang="en-US"/>
              <a:t>This is done because the length of the offset field is only 13 bits long and cannot represent a sequence of bytes greater than 8191. </a:t>
            </a:r>
            <a:endParaRPr/>
          </a:p>
          <a:p>
            <a:pPr marL="1200150" lvl="2" indent="-285750" algn="just" rtl="0">
              <a:lnSpc>
                <a:spcPct val="100000"/>
              </a:lnSpc>
              <a:spcBef>
                <a:spcPts val="0"/>
              </a:spcBef>
              <a:spcAft>
                <a:spcPts val="0"/>
              </a:spcAft>
              <a:buSzPts val="2900"/>
              <a:buChar char="•"/>
            </a:pPr>
            <a:r>
              <a:rPr lang="en-US"/>
              <a:t>This forces hosts or routers that fragment datagrams to choose the size of each fragment so that the first byte number is divisible by 8.</a:t>
            </a:r>
            <a:endParaRPr/>
          </a:p>
          <a:p>
            <a:pPr marL="0" lvl="0" indent="0" algn="l" rtl="0">
              <a:lnSpc>
                <a:spcPct val="100000"/>
              </a:lnSpc>
              <a:spcBef>
                <a:spcPts val="0"/>
              </a:spcBef>
              <a:spcAft>
                <a:spcPts val="0"/>
              </a:spcAft>
              <a:buSzPts val="1400"/>
              <a:buNone/>
            </a:pPr>
            <a:endParaRPr/>
          </a:p>
        </p:txBody>
      </p:sp>
      <p:sp>
        <p:nvSpPr>
          <p:cNvPr id="1755" name="Google Shape;175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3"/>
        <p:cNvGrpSpPr/>
        <p:nvPr/>
      </p:nvGrpSpPr>
      <p:grpSpPr>
        <a:xfrm>
          <a:off x="0" y="0"/>
          <a:ext cx="0" cy="0"/>
          <a:chOff x="0" y="0"/>
          <a:chExt cx="0" cy="0"/>
        </a:xfrm>
      </p:grpSpPr>
      <p:sp>
        <p:nvSpPr>
          <p:cNvPr id="1854" name="Google Shape;185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5" name="Google Shape;18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2" name="Google Shape;186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7" name="Google Shape;187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7"/>
        <p:cNvGrpSpPr/>
        <p:nvPr/>
      </p:nvGrpSpPr>
      <p:grpSpPr>
        <a:xfrm>
          <a:off x="0" y="0"/>
          <a:ext cx="0" cy="0"/>
          <a:chOff x="0" y="0"/>
          <a:chExt cx="0" cy="0"/>
        </a:xfrm>
      </p:grpSpPr>
      <p:sp>
        <p:nvSpPr>
          <p:cNvPr id="1888" name="Google Shape;188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TTL is 114, which means that the original TTL value (commonly 128 or 255 depending on the operating system) was decremented by 14 during the journey. This suggests the packet passed through 14 routers.</a:t>
            </a:r>
            <a:br>
              <a:rPr lang="en-US"/>
            </a:br>
            <a:r>
              <a:rPr lang="en-US" b="1"/>
              <a:t>Why it matters</a:t>
            </a:r>
            <a:r>
              <a:rPr lang="en-US"/>
              <a:t>: The </a:t>
            </a:r>
            <a:r>
              <a:rPr lang="en-US" b="1"/>
              <a:t>TTL</a:t>
            </a:r>
            <a:r>
              <a:rPr lang="en-US"/>
              <a:t> value in the ping response indicates how many hops remained before reaching your device. It can give an indirect idea of how far (in terms of network hops) the target is.</a:t>
            </a:r>
            <a:br>
              <a:rPr lang="en-US"/>
            </a:br>
            <a:r>
              <a:rPr lang="en-US"/>
              <a:t>represents the </a:t>
            </a:r>
            <a:r>
              <a:rPr lang="en-US" b="1"/>
              <a:t>round-trip time</a:t>
            </a:r>
            <a:r>
              <a:rPr lang="en-US"/>
              <a:t> it takes for an ICMP echo request to travel from your device to the target </a:t>
            </a:r>
            <a:br>
              <a:rPr lang="en-US"/>
            </a:br>
            <a:r>
              <a:rPr lang="en-US"/>
              <a:t>It indicates the latency or delay in the network connection. Lower values mean faster responses and better network performance.</a:t>
            </a:r>
            <a:r>
              <a:rPr lang="en-US" b="1"/>
              <a:t>Example in the output</a:t>
            </a:r>
            <a:r>
              <a:rPr lang="en-US"/>
              <a:t>: The times vary slightly, such as 36ms, 37ms, and 38ms, showing minor variations in network latency.</a:t>
            </a:r>
            <a:endParaRPr/>
          </a:p>
        </p:txBody>
      </p:sp>
      <p:sp>
        <p:nvSpPr>
          <p:cNvPr id="1889" name="Google Shape;188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8"/>
        <p:cNvGrpSpPr/>
        <p:nvPr/>
      </p:nvGrpSpPr>
      <p:grpSpPr>
        <a:xfrm>
          <a:off x="0" y="0"/>
          <a:ext cx="0" cy="0"/>
          <a:chOff x="0" y="0"/>
          <a:chExt cx="0" cy="0"/>
        </a:xfrm>
      </p:grpSpPr>
      <p:sp>
        <p:nvSpPr>
          <p:cNvPr id="1899" name="Google Shape;189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0" name="Google Shape;190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p:cNvGrpSpPr/>
        <p:nvPr/>
      </p:nvGrpSpPr>
      <p:grpSpPr>
        <a:xfrm>
          <a:off x="0" y="0"/>
          <a:ext cx="0" cy="0"/>
          <a:chOff x="0" y="0"/>
          <a:chExt cx="0" cy="0"/>
        </a:xfrm>
      </p:grpSpPr>
      <p:sp>
        <p:nvSpPr>
          <p:cNvPr id="1907" name="Google Shape;190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8" name="Google Shape;19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6" name="Google Shape;191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0"/>
        <p:cNvGrpSpPr/>
        <p:nvPr/>
      </p:nvGrpSpPr>
      <p:grpSpPr>
        <a:xfrm>
          <a:off x="0" y="0"/>
          <a:ext cx="0" cy="0"/>
          <a:chOff x="0" y="0"/>
          <a:chExt cx="0" cy="0"/>
        </a:xfrm>
      </p:grpSpPr>
      <p:sp>
        <p:nvSpPr>
          <p:cNvPr id="1921" name="Google Shape;192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742950" lvl="1" indent="-285750" algn="l" rtl="0">
              <a:lnSpc>
                <a:spcPct val="100000"/>
              </a:lnSpc>
              <a:spcBef>
                <a:spcPts val="1000"/>
              </a:spcBef>
              <a:spcAft>
                <a:spcPts val="0"/>
              </a:spcAft>
              <a:buSzPts val="2900"/>
              <a:buChar char="•"/>
            </a:pPr>
            <a:r>
              <a:rPr lang="en-US"/>
              <a:t>Much like the ping flood method, only multiple computers are being used. </a:t>
            </a:r>
            <a:endParaRPr/>
          </a:p>
          <a:p>
            <a:pPr marL="742950" lvl="1" indent="-285750" algn="l" rtl="0">
              <a:lnSpc>
                <a:spcPct val="100000"/>
              </a:lnSpc>
              <a:spcBef>
                <a:spcPts val="1000"/>
              </a:spcBef>
              <a:spcAft>
                <a:spcPts val="0"/>
              </a:spcAft>
              <a:buSzPts val="2900"/>
              <a:buChar char="•"/>
            </a:pPr>
            <a:r>
              <a:rPr lang="en-US"/>
              <a:t>In this instance, the computers that are being used may or may not be aware of the fact that they are attacking a website or network. </a:t>
            </a:r>
            <a:endParaRPr/>
          </a:p>
          <a:p>
            <a:pPr marL="742950" lvl="1" indent="-285750" algn="l" rtl="0">
              <a:lnSpc>
                <a:spcPct val="100000"/>
              </a:lnSpc>
              <a:spcBef>
                <a:spcPts val="1000"/>
              </a:spcBef>
              <a:spcAft>
                <a:spcPts val="0"/>
              </a:spcAft>
              <a:buSzPts val="2900"/>
              <a:buChar char="•"/>
            </a:pPr>
            <a:r>
              <a:rPr lang="en-US"/>
              <a:t>Trojans and viruses commonly give the hacker control of a computer, and thus, the ability to use them for attack. In this case the victim computers are called zombies.</a:t>
            </a:r>
            <a:endParaRPr/>
          </a:p>
          <a:p>
            <a:pPr marL="0" lvl="0" indent="0" algn="l" rtl="0">
              <a:lnSpc>
                <a:spcPct val="100000"/>
              </a:lnSpc>
              <a:spcBef>
                <a:spcPts val="0"/>
              </a:spcBef>
              <a:spcAft>
                <a:spcPts val="0"/>
              </a:spcAft>
              <a:buSzPts val="1400"/>
              <a:buNone/>
            </a:pPr>
            <a:endParaRPr/>
          </a:p>
        </p:txBody>
      </p:sp>
      <p:sp>
        <p:nvSpPr>
          <p:cNvPr id="1922" name="Google Shape;192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An attacker sends forged ICMP echo packets to vulnerable networks' broadcast addresses. All the systems on those networks send ICMP echo replies to the victim.</a:t>
            </a:r>
            <a:br>
              <a:rPr lang="en-US"/>
            </a:br>
            <a:r>
              <a:rPr lang="en-US"/>
              <a:t>Prevention:</a:t>
            </a:r>
            <a:br>
              <a:rPr lang="en-US"/>
            </a:br>
            <a:r>
              <a:rPr lang="en-US" b="1"/>
              <a:t>Disable ICMP Echo Requests</a:t>
            </a:r>
            <a:r>
              <a:rPr lang="en-US"/>
              <a:t>: Configure firewalls or routers to block incoming ICMP packets, especially "Echo Request" packets, to prevent attackers from exploiting ping.</a:t>
            </a:r>
            <a:endParaRPr/>
          </a:p>
          <a:p>
            <a:pPr marL="457200" marR="0" lvl="0" indent="-228600" algn="l" rtl="0">
              <a:lnSpc>
                <a:spcPct val="100000"/>
              </a:lnSpc>
              <a:spcBef>
                <a:spcPts val="0"/>
              </a:spcBef>
              <a:spcAft>
                <a:spcPts val="0"/>
              </a:spcAft>
              <a:buClr>
                <a:srgbClr val="000000"/>
              </a:buClr>
              <a:buSzPts val="1400"/>
              <a:buFont typeface="Arial"/>
              <a:buNone/>
            </a:pPr>
            <a:r>
              <a:rPr lang="en-US" b="1"/>
              <a:t>Use Rate Limiting</a:t>
            </a:r>
            <a:r>
              <a:rPr lang="en-US"/>
              <a:t>: Limit the number of ICMP packets a device or network can process per second, reducing the impact of flood attacks.</a:t>
            </a:r>
            <a:endParaRPr/>
          </a:p>
          <a:p>
            <a:pPr marL="457200" marR="0" lvl="0" indent="-228600" algn="l" rtl="0">
              <a:lnSpc>
                <a:spcPct val="100000"/>
              </a:lnSpc>
              <a:spcBef>
                <a:spcPts val="0"/>
              </a:spcBef>
              <a:spcAft>
                <a:spcPts val="0"/>
              </a:spcAft>
              <a:buClr>
                <a:srgbClr val="000000"/>
              </a:buClr>
              <a:buSzPts val="1400"/>
              <a:buFont typeface="Arial"/>
              <a:buNone/>
            </a:pPr>
            <a:r>
              <a:rPr lang="en-US" b="1"/>
              <a:t>Prevent IP Spoofing</a:t>
            </a:r>
            <a:r>
              <a:rPr lang="en-US"/>
              <a:t>: </a:t>
            </a:r>
            <a:endParaRPr/>
          </a:p>
          <a:p>
            <a:pPr marL="742950" lvl="1" indent="-101600" algn="l" rtl="0">
              <a:lnSpc>
                <a:spcPct val="100000"/>
              </a:lnSpc>
              <a:spcBef>
                <a:spcPts val="1000"/>
              </a:spcBef>
              <a:spcAft>
                <a:spcPts val="0"/>
              </a:spcAft>
              <a:buSzPts val="2900"/>
              <a:buNone/>
            </a:pPr>
            <a:endParaRPr/>
          </a:p>
          <a:p>
            <a:pPr marL="285750" lvl="0" indent="-64770" algn="l" rtl="0">
              <a:lnSpc>
                <a:spcPct val="100000"/>
              </a:lnSpc>
              <a:spcBef>
                <a:spcPts val="1080"/>
              </a:spcBef>
              <a:spcAft>
                <a:spcPts val="0"/>
              </a:spcAft>
              <a:buSzPts val="3480"/>
              <a:buNone/>
            </a:pPr>
            <a:endParaRPr/>
          </a:p>
          <a:p>
            <a:pPr marL="0" lvl="0" indent="0" algn="l" rtl="0">
              <a:lnSpc>
                <a:spcPct val="100000"/>
              </a:lnSpc>
              <a:spcBef>
                <a:spcPts val="0"/>
              </a:spcBef>
              <a:spcAft>
                <a:spcPts val="0"/>
              </a:spcAft>
              <a:buSzPts val="1400"/>
              <a:buNone/>
            </a:pPr>
            <a:endParaRPr/>
          </a:p>
        </p:txBody>
      </p:sp>
      <p:sp>
        <p:nvSpPr>
          <p:cNvPr id="1931" name="Google Shape;193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3"/>
        <p:cNvGrpSpPr/>
        <p:nvPr/>
      </p:nvGrpSpPr>
      <p:grpSpPr>
        <a:xfrm>
          <a:off x="0" y="0"/>
          <a:ext cx="0" cy="0"/>
          <a:chOff x="0" y="0"/>
          <a:chExt cx="0" cy="0"/>
        </a:xfrm>
      </p:grpSpPr>
      <p:sp>
        <p:nvSpPr>
          <p:cNvPr id="1944" name="Google Shape;1944;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5" name="Google Shape;194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3"/>
        <p:cNvGrpSpPr/>
        <p:nvPr/>
      </p:nvGrpSpPr>
      <p:grpSpPr>
        <a:xfrm>
          <a:off x="0" y="0"/>
          <a:ext cx="0" cy="0"/>
          <a:chOff x="0" y="0"/>
          <a:chExt cx="0" cy="0"/>
        </a:xfrm>
      </p:grpSpPr>
      <p:sp>
        <p:nvSpPr>
          <p:cNvPr id="1974" name="Google Shape;1974;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5" name="Google Shape;197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3"/>
        <p:cNvGrpSpPr/>
        <p:nvPr/>
      </p:nvGrpSpPr>
      <p:grpSpPr>
        <a:xfrm>
          <a:off x="0" y="0"/>
          <a:ext cx="0" cy="0"/>
          <a:chOff x="0" y="0"/>
          <a:chExt cx="0" cy="0"/>
        </a:xfrm>
      </p:grpSpPr>
      <p:sp>
        <p:nvSpPr>
          <p:cNvPr id="2004" name="Google Shape;2004;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5" name="Google Shape;200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8"/>
        <p:cNvGrpSpPr/>
        <p:nvPr/>
      </p:nvGrpSpPr>
      <p:grpSpPr>
        <a:xfrm>
          <a:off x="0" y="0"/>
          <a:ext cx="0" cy="0"/>
          <a:chOff x="0" y="0"/>
          <a:chExt cx="0" cy="0"/>
        </a:xfrm>
      </p:grpSpPr>
      <p:sp>
        <p:nvSpPr>
          <p:cNvPr id="2029" name="Google Shape;202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0" name="Google Shape;203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6"/>
        <p:cNvGrpSpPr/>
        <p:nvPr/>
      </p:nvGrpSpPr>
      <p:grpSpPr>
        <a:xfrm>
          <a:off x="0" y="0"/>
          <a:ext cx="0" cy="0"/>
          <a:chOff x="0" y="0"/>
          <a:chExt cx="0" cy="0"/>
        </a:xfrm>
      </p:grpSpPr>
      <p:sp>
        <p:nvSpPr>
          <p:cNvPr id="2037" name="Google Shape;203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8" name="Google Shape;203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3"/>
        <p:cNvGrpSpPr/>
        <p:nvPr/>
      </p:nvGrpSpPr>
      <p:grpSpPr>
        <a:xfrm>
          <a:off x="0" y="0"/>
          <a:ext cx="0" cy="0"/>
          <a:chOff x="0" y="0"/>
          <a:chExt cx="0" cy="0"/>
        </a:xfrm>
      </p:grpSpPr>
      <p:sp>
        <p:nvSpPr>
          <p:cNvPr id="2044" name="Google Shape;204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5" name="Google Shape;204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3"/>
        <p:cNvGrpSpPr/>
        <p:nvPr/>
      </p:nvGrpSpPr>
      <p:grpSpPr>
        <a:xfrm>
          <a:off x="0" y="0"/>
          <a:ext cx="0" cy="0"/>
          <a:chOff x="0" y="0"/>
          <a:chExt cx="0" cy="0"/>
        </a:xfrm>
      </p:grpSpPr>
      <p:sp>
        <p:nvSpPr>
          <p:cNvPr id="2054" name="Google Shape;2054;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5" name="Google Shape;2055;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056" name="Google Shape;2056;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1"/>
        <p:cNvGrpSpPr/>
        <p:nvPr/>
      </p:nvGrpSpPr>
      <p:grpSpPr>
        <a:xfrm>
          <a:off x="0" y="0"/>
          <a:ext cx="0" cy="0"/>
          <a:chOff x="0" y="0"/>
          <a:chExt cx="0" cy="0"/>
        </a:xfrm>
      </p:grpSpPr>
      <p:sp>
        <p:nvSpPr>
          <p:cNvPr id="2062" name="Google Shape;206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3" name="Google Shape;206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9"/>
        <p:cNvGrpSpPr/>
        <p:nvPr/>
      </p:nvGrpSpPr>
      <p:grpSpPr>
        <a:xfrm>
          <a:off x="0" y="0"/>
          <a:ext cx="0" cy="0"/>
          <a:chOff x="0" y="0"/>
          <a:chExt cx="0" cy="0"/>
        </a:xfrm>
      </p:grpSpPr>
      <p:sp>
        <p:nvSpPr>
          <p:cNvPr id="2070" name="Google Shape;207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1" name="Google Shape;207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7"/>
        <p:cNvGrpSpPr/>
        <p:nvPr/>
      </p:nvGrpSpPr>
      <p:grpSpPr>
        <a:xfrm>
          <a:off x="0" y="0"/>
          <a:ext cx="0" cy="0"/>
          <a:chOff x="0" y="0"/>
          <a:chExt cx="0" cy="0"/>
        </a:xfrm>
      </p:grpSpPr>
      <p:sp>
        <p:nvSpPr>
          <p:cNvPr id="2078" name="Google Shape;207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9" name="Google Shape;207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42"/>
          <p:cNvGrpSpPr/>
          <p:nvPr/>
        </p:nvGrpSpPr>
        <p:grpSpPr>
          <a:xfrm>
            <a:off x="546100" y="-4763"/>
            <a:ext cx="5014912" cy="6862763"/>
            <a:chOff x="2928938" y="-4763"/>
            <a:chExt cx="5014912" cy="6862763"/>
          </a:xfrm>
        </p:grpSpPr>
        <p:sp>
          <p:nvSpPr>
            <p:cNvPr id="24" name="Google Shape;24;p42"/>
            <p:cNvSpPr/>
            <p:nvPr/>
          </p:nvSpPr>
          <p:spPr>
            <a:xfrm>
              <a:off x="3367088" y="-4763"/>
              <a:ext cx="1063625" cy="2782888"/>
            </a:xfrm>
            <a:custGeom>
              <a:avLst/>
              <a:gdLst/>
              <a:ahLst/>
              <a:cxnLst/>
              <a:rect l="l" t="t" r="r" b="b"/>
              <a:pathLst>
                <a:path w="670" h="1753" extrusionOk="0">
                  <a:moveTo>
                    <a:pt x="0" y="1696"/>
                  </a:moveTo>
                  <a:lnTo>
                    <a:pt x="225" y="1753"/>
                  </a:lnTo>
                  <a:lnTo>
                    <a:pt x="670" y="0"/>
                  </a:lnTo>
                  <a:lnTo>
                    <a:pt x="430" y="0"/>
                  </a:lnTo>
                  <a:lnTo>
                    <a:pt x="0" y="1696"/>
                  </a:lnTo>
                  <a:close/>
                </a:path>
              </a:pathLst>
            </a:custGeom>
            <a:solidFill>
              <a:schemeClr val="accent1"/>
            </a:solidFill>
            <a:ln>
              <a:noFill/>
            </a:ln>
          </p:spPr>
        </p:sp>
        <p:sp>
          <p:nvSpPr>
            <p:cNvPr id="25" name="Google Shape;25;p42"/>
            <p:cNvSpPr/>
            <p:nvPr/>
          </p:nvSpPr>
          <p:spPr>
            <a:xfrm>
              <a:off x="2928938" y="-4763"/>
              <a:ext cx="1035050" cy="2673350"/>
            </a:xfrm>
            <a:custGeom>
              <a:avLst/>
              <a:gdLst/>
              <a:ahLst/>
              <a:cxnLst/>
              <a:rect l="l" t="t" r="r" b="b"/>
              <a:pathLst>
                <a:path w="652" h="1684" extrusionOk="0">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42"/>
            <p:cNvSpPr/>
            <p:nvPr/>
          </p:nvSpPr>
          <p:spPr>
            <a:xfrm>
              <a:off x="2928938" y="2582862"/>
              <a:ext cx="2693987" cy="4275138"/>
            </a:xfrm>
            <a:custGeom>
              <a:avLst/>
              <a:gdLst/>
              <a:ahLst/>
              <a:cxnLst/>
              <a:rect l="l" t="t" r="r" b="b"/>
              <a:pathLst>
                <a:path w="1697" h="2693" extrusionOk="0">
                  <a:moveTo>
                    <a:pt x="0" y="0"/>
                  </a:moveTo>
                  <a:lnTo>
                    <a:pt x="1622" y="2693"/>
                  </a:lnTo>
                  <a:lnTo>
                    <a:pt x="1697" y="2693"/>
                  </a:lnTo>
                  <a:lnTo>
                    <a:pt x="0" y="0"/>
                  </a:lnTo>
                  <a:close/>
                </a:path>
              </a:pathLst>
            </a:custGeom>
            <a:solidFill>
              <a:srgbClr val="262626"/>
            </a:solidFill>
            <a:ln>
              <a:noFill/>
            </a:ln>
          </p:spPr>
        </p:sp>
        <p:sp>
          <p:nvSpPr>
            <p:cNvPr id="27" name="Google Shape;27;p42"/>
            <p:cNvSpPr/>
            <p:nvPr/>
          </p:nvSpPr>
          <p:spPr>
            <a:xfrm>
              <a:off x="3371850" y="2692400"/>
              <a:ext cx="3332162" cy="4165600"/>
            </a:xfrm>
            <a:custGeom>
              <a:avLst/>
              <a:gdLst/>
              <a:ahLst/>
              <a:cxnLst/>
              <a:rect l="l" t="t" r="r" b="b"/>
              <a:pathLst>
                <a:path w="2099" h="2624" extrusionOk="0">
                  <a:moveTo>
                    <a:pt x="2099" y="2624"/>
                  </a:moveTo>
                  <a:lnTo>
                    <a:pt x="0" y="0"/>
                  </a:lnTo>
                  <a:lnTo>
                    <a:pt x="2021" y="2624"/>
                  </a:lnTo>
                  <a:lnTo>
                    <a:pt x="2099" y="2624"/>
                  </a:lnTo>
                  <a:close/>
                </a:path>
              </a:pathLst>
            </a:custGeom>
            <a:solidFill>
              <a:srgbClr val="0B5982"/>
            </a:solidFill>
            <a:ln>
              <a:noFill/>
            </a:ln>
          </p:spPr>
        </p:sp>
        <p:sp>
          <p:nvSpPr>
            <p:cNvPr id="28" name="Google Shape;28;p42"/>
            <p:cNvSpPr/>
            <p:nvPr/>
          </p:nvSpPr>
          <p:spPr>
            <a:xfrm>
              <a:off x="3367088" y="2687637"/>
              <a:ext cx="4576762" cy="4170363"/>
            </a:xfrm>
            <a:custGeom>
              <a:avLst/>
              <a:gdLst/>
              <a:ahLst/>
              <a:cxnLst/>
              <a:rect l="l" t="t" r="r" b="b"/>
              <a:pathLst>
                <a:path w="2883" h="2627" extrusionOk="0">
                  <a:moveTo>
                    <a:pt x="0" y="0"/>
                  </a:moveTo>
                  <a:lnTo>
                    <a:pt x="3" y="3"/>
                  </a:lnTo>
                  <a:lnTo>
                    <a:pt x="2102" y="2627"/>
                  </a:lnTo>
                  <a:lnTo>
                    <a:pt x="2883" y="2627"/>
                  </a:lnTo>
                  <a:lnTo>
                    <a:pt x="225" y="57"/>
                  </a:lnTo>
                  <a:lnTo>
                    <a:pt x="0" y="0"/>
                  </a:lnTo>
                  <a:close/>
                </a:path>
              </a:pathLst>
            </a:custGeom>
            <a:solidFill>
              <a:srgbClr val="1186C3"/>
            </a:solidFill>
            <a:ln>
              <a:noFill/>
            </a:ln>
          </p:spPr>
        </p:sp>
        <p:sp>
          <p:nvSpPr>
            <p:cNvPr id="29" name="Google Shape;29;p42"/>
            <p:cNvSpPr/>
            <p:nvPr/>
          </p:nvSpPr>
          <p:spPr>
            <a:xfrm>
              <a:off x="2928938" y="2578100"/>
              <a:ext cx="3584575" cy="4279900"/>
            </a:xfrm>
            <a:custGeom>
              <a:avLst/>
              <a:gdLst/>
              <a:ahLst/>
              <a:cxnLst/>
              <a:rect l="l" t="t" r="r" b="b"/>
              <a:pathLst>
                <a:path w="2258" h="2696" extrusionOk="0">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42"/>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2"/>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a:endParaRPr/>
          </a:p>
        </p:txBody>
      </p:sp>
      <p:sp>
        <p:nvSpPr>
          <p:cNvPr id="32" name="Google Shape;32;p4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2"/>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43"/>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3"/>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38" name="Google Shape;38;p4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3"/>
          <p:cNvSpPr txBox="1">
            <a:spLocks noGrp="1"/>
          </p:cNvSpPr>
          <p:nvPr>
            <p:ph type="sldNum" idx="12"/>
          </p:nvPr>
        </p:nvSpPr>
        <p:spPr>
          <a:xfrm>
            <a:off x="10951856" y="5867131"/>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45"/>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5"/>
          <p:cNvSpPr txBox="1">
            <a:spLocks noGrp="1"/>
          </p:cNvSpPr>
          <p:nvPr>
            <p:ph type="body" idx="1"/>
          </p:nvPr>
        </p:nvSpPr>
        <p:spPr>
          <a:xfrm>
            <a:off x="1484312" y="2666999"/>
            <a:ext cx="4895055" cy="3124201"/>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44" name="Google Shape;44;p45"/>
          <p:cNvSpPr txBox="1">
            <a:spLocks noGrp="1"/>
          </p:cNvSpPr>
          <p:nvPr>
            <p:ph type="body" idx="2"/>
          </p:nvPr>
        </p:nvSpPr>
        <p:spPr>
          <a:xfrm>
            <a:off x="6607967" y="2667000"/>
            <a:ext cx="4895056" cy="3124200"/>
          </a:xfrm>
          <a:prstGeom prst="rect">
            <a:avLst/>
          </a:prstGeom>
          <a:noFill/>
          <a:ln>
            <a:noFill/>
          </a:ln>
        </p:spPr>
        <p:txBody>
          <a:bodyPr spcFirstLastPara="1" wrap="square" lIns="91425" tIns="45700" rIns="91425" bIns="45700" anchor="ctr"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45" name="Google Shape;45;p4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47"/>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44"/>
          <p:cNvSpPr txBox="1">
            <a:spLocks noGrp="1"/>
          </p:cNvSpPr>
          <p:nvPr>
            <p:ph type="title"/>
          </p:nvPr>
        </p:nvSpPr>
        <p:spPr>
          <a:xfrm>
            <a:off x="2572279" y="2666999"/>
            <a:ext cx="8930747" cy="2110382"/>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4000"/>
              <a:buFont typeface="Corbel"/>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4"/>
          <p:cNvSpPr txBox="1">
            <a:spLocks noGrp="1"/>
          </p:cNvSpPr>
          <p:nvPr>
            <p:ph type="body" idx="1"/>
          </p:nvPr>
        </p:nvSpPr>
        <p:spPr>
          <a:xfrm>
            <a:off x="2572278" y="4777381"/>
            <a:ext cx="8930748" cy="8604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56" name="Google Shape;56;p4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4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9"/>
        <p:cNvGrpSpPr/>
        <p:nvPr/>
      </p:nvGrpSpPr>
      <p:grpSpPr>
        <a:xfrm>
          <a:off x="0" y="0"/>
          <a:ext cx="0" cy="0"/>
          <a:chOff x="0" y="0"/>
          <a:chExt cx="0" cy="0"/>
        </a:xfrm>
      </p:grpSpPr>
      <p:sp>
        <p:nvSpPr>
          <p:cNvPr id="60" name="Google Shape;60;p46"/>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6"/>
          <p:cNvSpPr txBox="1">
            <a:spLocks noGrp="1"/>
          </p:cNvSpPr>
          <p:nvPr>
            <p:ph type="body" idx="1"/>
          </p:nvPr>
        </p:nvSpPr>
        <p:spPr>
          <a:xfrm>
            <a:off x="1772179" y="2658533"/>
            <a:ext cx="4607188"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60"/>
              </a:spcBef>
              <a:spcAft>
                <a:spcPts val="0"/>
              </a:spcAft>
              <a:buSzPts val="4060"/>
              <a:buNone/>
              <a:defRPr sz="2800" b="0">
                <a:solidFill>
                  <a:srgbClr val="1186C3"/>
                </a:solidFill>
              </a:defRPr>
            </a:lvl1pPr>
            <a:lvl2pPr marL="914400" lvl="1" indent="-228600" algn="l">
              <a:lnSpc>
                <a:spcPct val="100000"/>
              </a:lnSpc>
              <a:spcBef>
                <a:spcPts val="600"/>
              </a:spcBef>
              <a:spcAft>
                <a:spcPts val="0"/>
              </a:spcAft>
              <a:buSzPts val="2900"/>
              <a:buNone/>
              <a:defRPr sz="2000" b="1"/>
            </a:lvl2pPr>
            <a:lvl3pPr marL="1371600" lvl="2" indent="-228600" algn="l">
              <a:lnSpc>
                <a:spcPct val="100000"/>
              </a:lnSpc>
              <a:spcBef>
                <a:spcPts val="600"/>
              </a:spcBef>
              <a:spcAft>
                <a:spcPts val="0"/>
              </a:spcAft>
              <a:buSzPts val="2610"/>
              <a:buNone/>
              <a:defRPr sz="1800" b="1"/>
            </a:lvl3pPr>
            <a:lvl4pPr marL="1828800" lvl="3" indent="-228600" algn="l">
              <a:lnSpc>
                <a:spcPct val="100000"/>
              </a:lnSpc>
              <a:spcBef>
                <a:spcPts val="600"/>
              </a:spcBef>
              <a:spcAft>
                <a:spcPts val="0"/>
              </a:spcAft>
              <a:buSzPts val="2320"/>
              <a:buNone/>
              <a:defRPr sz="1600" b="1"/>
            </a:lvl4pPr>
            <a:lvl5pPr marL="2286000" lvl="4" indent="-228600" algn="l">
              <a:lnSpc>
                <a:spcPct val="100000"/>
              </a:lnSpc>
              <a:spcBef>
                <a:spcPts val="600"/>
              </a:spcBef>
              <a:spcAft>
                <a:spcPts val="0"/>
              </a:spcAft>
              <a:buSzPts val="2320"/>
              <a:buNone/>
              <a:defRPr sz="1600" b="1"/>
            </a:lvl5pPr>
            <a:lvl6pPr marL="2743200" lvl="5" indent="-228600" algn="l">
              <a:lnSpc>
                <a:spcPct val="100000"/>
              </a:lnSpc>
              <a:spcBef>
                <a:spcPts val="600"/>
              </a:spcBef>
              <a:spcAft>
                <a:spcPts val="0"/>
              </a:spcAft>
              <a:buSzPts val="2320"/>
              <a:buNone/>
              <a:defRPr sz="1600" b="1"/>
            </a:lvl6pPr>
            <a:lvl7pPr marL="3200400" lvl="6" indent="-228600" algn="l">
              <a:lnSpc>
                <a:spcPct val="100000"/>
              </a:lnSpc>
              <a:spcBef>
                <a:spcPts val="600"/>
              </a:spcBef>
              <a:spcAft>
                <a:spcPts val="0"/>
              </a:spcAft>
              <a:buSzPts val="2320"/>
              <a:buNone/>
              <a:defRPr sz="1600" b="1"/>
            </a:lvl7pPr>
            <a:lvl8pPr marL="3657600" lvl="7" indent="-228600" algn="l">
              <a:lnSpc>
                <a:spcPct val="100000"/>
              </a:lnSpc>
              <a:spcBef>
                <a:spcPts val="600"/>
              </a:spcBef>
              <a:spcAft>
                <a:spcPts val="0"/>
              </a:spcAft>
              <a:buSzPts val="2320"/>
              <a:buNone/>
              <a:defRPr sz="1600" b="1"/>
            </a:lvl8pPr>
            <a:lvl9pPr marL="4114800" lvl="8" indent="-228600" algn="l">
              <a:lnSpc>
                <a:spcPct val="100000"/>
              </a:lnSpc>
              <a:spcBef>
                <a:spcPts val="600"/>
              </a:spcBef>
              <a:spcAft>
                <a:spcPts val="600"/>
              </a:spcAft>
              <a:buSzPts val="2320"/>
              <a:buNone/>
              <a:defRPr sz="1600" b="1"/>
            </a:lvl9pPr>
          </a:lstStyle>
          <a:p>
            <a:endParaRPr/>
          </a:p>
        </p:txBody>
      </p:sp>
      <p:sp>
        <p:nvSpPr>
          <p:cNvPr id="62" name="Google Shape;62;p46"/>
          <p:cNvSpPr txBox="1">
            <a:spLocks noGrp="1"/>
          </p:cNvSpPr>
          <p:nvPr>
            <p:ph type="body" idx="2"/>
          </p:nvPr>
        </p:nvSpPr>
        <p:spPr>
          <a:xfrm>
            <a:off x="1484311"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63" name="Google Shape;63;p46"/>
          <p:cNvSpPr txBox="1">
            <a:spLocks noGrp="1"/>
          </p:cNvSpPr>
          <p:nvPr>
            <p:ph type="body" idx="3"/>
          </p:nvPr>
        </p:nvSpPr>
        <p:spPr>
          <a:xfrm>
            <a:off x="6880487" y="2667000"/>
            <a:ext cx="4622537"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60"/>
              </a:spcBef>
              <a:spcAft>
                <a:spcPts val="0"/>
              </a:spcAft>
              <a:buSzPts val="4060"/>
              <a:buNone/>
              <a:defRPr sz="2800" b="0">
                <a:solidFill>
                  <a:srgbClr val="1186C3"/>
                </a:solidFill>
              </a:defRPr>
            </a:lvl1pPr>
            <a:lvl2pPr marL="914400" lvl="1" indent="-228600" algn="l">
              <a:lnSpc>
                <a:spcPct val="100000"/>
              </a:lnSpc>
              <a:spcBef>
                <a:spcPts val="600"/>
              </a:spcBef>
              <a:spcAft>
                <a:spcPts val="0"/>
              </a:spcAft>
              <a:buSzPts val="2900"/>
              <a:buNone/>
              <a:defRPr sz="2000" b="1"/>
            </a:lvl2pPr>
            <a:lvl3pPr marL="1371600" lvl="2" indent="-228600" algn="l">
              <a:lnSpc>
                <a:spcPct val="100000"/>
              </a:lnSpc>
              <a:spcBef>
                <a:spcPts val="600"/>
              </a:spcBef>
              <a:spcAft>
                <a:spcPts val="0"/>
              </a:spcAft>
              <a:buSzPts val="2610"/>
              <a:buNone/>
              <a:defRPr sz="1800" b="1"/>
            </a:lvl3pPr>
            <a:lvl4pPr marL="1828800" lvl="3" indent="-228600" algn="l">
              <a:lnSpc>
                <a:spcPct val="100000"/>
              </a:lnSpc>
              <a:spcBef>
                <a:spcPts val="600"/>
              </a:spcBef>
              <a:spcAft>
                <a:spcPts val="0"/>
              </a:spcAft>
              <a:buSzPts val="2320"/>
              <a:buNone/>
              <a:defRPr sz="1600" b="1"/>
            </a:lvl4pPr>
            <a:lvl5pPr marL="2286000" lvl="4" indent="-228600" algn="l">
              <a:lnSpc>
                <a:spcPct val="100000"/>
              </a:lnSpc>
              <a:spcBef>
                <a:spcPts val="600"/>
              </a:spcBef>
              <a:spcAft>
                <a:spcPts val="0"/>
              </a:spcAft>
              <a:buSzPts val="2320"/>
              <a:buNone/>
              <a:defRPr sz="1600" b="1"/>
            </a:lvl5pPr>
            <a:lvl6pPr marL="2743200" lvl="5" indent="-228600" algn="l">
              <a:lnSpc>
                <a:spcPct val="100000"/>
              </a:lnSpc>
              <a:spcBef>
                <a:spcPts val="600"/>
              </a:spcBef>
              <a:spcAft>
                <a:spcPts val="0"/>
              </a:spcAft>
              <a:buSzPts val="2320"/>
              <a:buNone/>
              <a:defRPr sz="1600" b="1"/>
            </a:lvl6pPr>
            <a:lvl7pPr marL="3200400" lvl="6" indent="-228600" algn="l">
              <a:lnSpc>
                <a:spcPct val="100000"/>
              </a:lnSpc>
              <a:spcBef>
                <a:spcPts val="600"/>
              </a:spcBef>
              <a:spcAft>
                <a:spcPts val="0"/>
              </a:spcAft>
              <a:buSzPts val="2320"/>
              <a:buNone/>
              <a:defRPr sz="1600" b="1"/>
            </a:lvl7pPr>
            <a:lvl8pPr marL="3657600" lvl="7" indent="-228600" algn="l">
              <a:lnSpc>
                <a:spcPct val="100000"/>
              </a:lnSpc>
              <a:spcBef>
                <a:spcPts val="600"/>
              </a:spcBef>
              <a:spcAft>
                <a:spcPts val="0"/>
              </a:spcAft>
              <a:buSzPts val="2320"/>
              <a:buNone/>
              <a:defRPr sz="1600" b="1"/>
            </a:lvl8pPr>
            <a:lvl9pPr marL="4114800" lvl="8" indent="-228600" algn="l">
              <a:lnSpc>
                <a:spcPct val="100000"/>
              </a:lnSpc>
              <a:spcBef>
                <a:spcPts val="600"/>
              </a:spcBef>
              <a:spcAft>
                <a:spcPts val="600"/>
              </a:spcAft>
              <a:buSzPts val="2320"/>
              <a:buNone/>
              <a:defRPr sz="1600" b="1"/>
            </a:lvl9pPr>
          </a:lstStyle>
          <a:p>
            <a:endParaRPr/>
          </a:p>
        </p:txBody>
      </p:sp>
      <p:sp>
        <p:nvSpPr>
          <p:cNvPr id="64" name="Google Shape;64;p46"/>
          <p:cNvSpPr txBox="1">
            <a:spLocks noGrp="1"/>
          </p:cNvSpPr>
          <p:nvPr>
            <p:ph type="body" idx="4"/>
          </p:nvPr>
        </p:nvSpPr>
        <p:spPr>
          <a:xfrm>
            <a:off x="6607967"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sz="1800"/>
            </a:lvl1pPr>
            <a:lvl2pPr marL="914400" lvl="1" indent="-375919" algn="l">
              <a:lnSpc>
                <a:spcPct val="100000"/>
              </a:lnSpc>
              <a:spcBef>
                <a:spcPts val="600"/>
              </a:spcBef>
              <a:spcAft>
                <a:spcPts val="0"/>
              </a:spcAft>
              <a:buSzPts val="2320"/>
              <a:buChar char="•"/>
              <a:defRPr sz="1600"/>
            </a:lvl2pPr>
            <a:lvl3pPr marL="1371600" lvl="2" indent="-357505" algn="l">
              <a:lnSpc>
                <a:spcPct val="100000"/>
              </a:lnSpc>
              <a:spcBef>
                <a:spcPts val="600"/>
              </a:spcBef>
              <a:spcAft>
                <a:spcPts val="0"/>
              </a:spcAft>
              <a:buSzPts val="2030"/>
              <a:buChar char="•"/>
              <a:defRPr sz="1400"/>
            </a:lvl3pPr>
            <a:lvl4pPr marL="1828800" lvl="3" indent="-339089" algn="l">
              <a:lnSpc>
                <a:spcPct val="100000"/>
              </a:lnSpc>
              <a:spcBef>
                <a:spcPts val="600"/>
              </a:spcBef>
              <a:spcAft>
                <a:spcPts val="0"/>
              </a:spcAft>
              <a:buSzPts val="1740"/>
              <a:buChar char="•"/>
              <a:defRPr sz="1200"/>
            </a:lvl4pPr>
            <a:lvl5pPr marL="2286000" lvl="4" indent="-339089" algn="l">
              <a:lnSpc>
                <a:spcPct val="100000"/>
              </a:lnSpc>
              <a:spcBef>
                <a:spcPts val="600"/>
              </a:spcBef>
              <a:spcAft>
                <a:spcPts val="0"/>
              </a:spcAft>
              <a:buSzPts val="1740"/>
              <a:buChar char="•"/>
              <a:defRPr sz="1200"/>
            </a:lvl5pPr>
            <a:lvl6pPr marL="2743200" lvl="5" indent="-339089" algn="l">
              <a:lnSpc>
                <a:spcPct val="100000"/>
              </a:lnSpc>
              <a:spcBef>
                <a:spcPts val="600"/>
              </a:spcBef>
              <a:spcAft>
                <a:spcPts val="0"/>
              </a:spcAft>
              <a:buSzPts val="1740"/>
              <a:buChar char="•"/>
              <a:defRPr sz="1200"/>
            </a:lvl6pPr>
            <a:lvl7pPr marL="3200400" lvl="6" indent="-339089" algn="l">
              <a:lnSpc>
                <a:spcPct val="100000"/>
              </a:lnSpc>
              <a:spcBef>
                <a:spcPts val="600"/>
              </a:spcBef>
              <a:spcAft>
                <a:spcPts val="0"/>
              </a:spcAft>
              <a:buSzPts val="1740"/>
              <a:buChar char="•"/>
              <a:defRPr sz="1200"/>
            </a:lvl7pPr>
            <a:lvl8pPr marL="3657600" lvl="7" indent="-339090" algn="l">
              <a:lnSpc>
                <a:spcPct val="100000"/>
              </a:lnSpc>
              <a:spcBef>
                <a:spcPts val="600"/>
              </a:spcBef>
              <a:spcAft>
                <a:spcPts val="0"/>
              </a:spcAft>
              <a:buSzPts val="1740"/>
              <a:buChar char="•"/>
              <a:defRPr sz="1200"/>
            </a:lvl8pPr>
            <a:lvl9pPr marL="4114800" lvl="8" indent="-339090" algn="l">
              <a:lnSpc>
                <a:spcPct val="100000"/>
              </a:lnSpc>
              <a:spcBef>
                <a:spcPts val="600"/>
              </a:spcBef>
              <a:spcAft>
                <a:spcPts val="600"/>
              </a:spcAft>
              <a:buSzPts val="1740"/>
              <a:buChar char="•"/>
              <a:defRPr sz="1200"/>
            </a:lvl9pPr>
          </a:lstStyle>
          <a:p>
            <a:endParaRPr/>
          </a:p>
        </p:txBody>
      </p:sp>
      <p:sp>
        <p:nvSpPr>
          <p:cNvPr id="65" name="Google Shape;65;p4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4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49"/>
          <p:cNvSpPr txBox="1">
            <a:spLocks noGrp="1"/>
          </p:cNvSpPr>
          <p:nvPr>
            <p:ph type="title"/>
          </p:nvPr>
        </p:nvSpPr>
        <p:spPr>
          <a:xfrm>
            <a:off x="1484312" y="1600200"/>
            <a:ext cx="3549121"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dk1"/>
              </a:buClr>
              <a:buSzPts val="2400"/>
              <a:buFont typeface="Corbel"/>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9"/>
          <p:cNvSpPr txBox="1">
            <a:spLocks noGrp="1"/>
          </p:cNvSpPr>
          <p:nvPr>
            <p:ph type="body" idx="1"/>
          </p:nvPr>
        </p:nvSpPr>
        <p:spPr>
          <a:xfrm>
            <a:off x="5262033" y="685799"/>
            <a:ext cx="6240990" cy="5105401"/>
          </a:xfrm>
          <a:prstGeom prst="rect">
            <a:avLst/>
          </a:prstGeom>
          <a:noFill/>
          <a:ln>
            <a:noFill/>
          </a:ln>
        </p:spPr>
        <p:txBody>
          <a:bodyPr spcFirstLastPara="1" wrap="square" lIns="91425" tIns="45700" rIns="91425" bIns="45700" anchor="ctr" anchorCtr="0">
            <a:normAutofit/>
          </a:bodyPr>
          <a:lstStyle>
            <a:lvl1pPr marL="457200" lvl="0" indent="-412750" algn="l">
              <a:lnSpc>
                <a:spcPct val="100000"/>
              </a:lnSpc>
              <a:spcBef>
                <a:spcPts val="400"/>
              </a:spcBef>
              <a:spcAft>
                <a:spcPts val="0"/>
              </a:spcAft>
              <a:buSzPts val="2900"/>
              <a:buChar char="•"/>
              <a:defRPr sz="2000"/>
            </a:lvl1pPr>
            <a:lvl2pPr marL="914400" lvl="1" indent="-394335" algn="l">
              <a:lnSpc>
                <a:spcPct val="100000"/>
              </a:lnSpc>
              <a:spcBef>
                <a:spcPts val="600"/>
              </a:spcBef>
              <a:spcAft>
                <a:spcPts val="0"/>
              </a:spcAft>
              <a:buSzPts val="2610"/>
              <a:buChar char="•"/>
              <a:defRPr sz="1800"/>
            </a:lvl2pPr>
            <a:lvl3pPr marL="1371600" lvl="2" indent="-375919" algn="l">
              <a:lnSpc>
                <a:spcPct val="100000"/>
              </a:lnSpc>
              <a:spcBef>
                <a:spcPts val="600"/>
              </a:spcBef>
              <a:spcAft>
                <a:spcPts val="0"/>
              </a:spcAft>
              <a:buSzPts val="2320"/>
              <a:buChar char="•"/>
              <a:defRPr sz="1600"/>
            </a:lvl3pPr>
            <a:lvl4pPr marL="1828800" lvl="3" indent="-357505" algn="l">
              <a:lnSpc>
                <a:spcPct val="100000"/>
              </a:lnSpc>
              <a:spcBef>
                <a:spcPts val="600"/>
              </a:spcBef>
              <a:spcAft>
                <a:spcPts val="0"/>
              </a:spcAft>
              <a:buSzPts val="2030"/>
              <a:buChar char="•"/>
              <a:defRPr sz="1400"/>
            </a:lvl4pPr>
            <a:lvl5pPr marL="2286000" lvl="4" indent="-357504" algn="l">
              <a:lnSpc>
                <a:spcPct val="100000"/>
              </a:lnSpc>
              <a:spcBef>
                <a:spcPts val="600"/>
              </a:spcBef>
              <a:spcAft>
                <a:spcPts val="0"/>
              </a:spcAft>
              <a:buSzPts val="2030"/>
              <a:buChar char="•"/>
              <a:defRPr sz="1400"/>
            </a:lvl5pPr>
            <a:lvl6pPr marL="2743200" lvl="5" indent="-357504" algn="l">
              <a:lnSpc>
                <a:spcPct val="100000"/>
              </a:lnSpc>
              <a:spcBef>
                <a:spcPts val="600"/>
              </a:spcBef>
              <a:spcAft>
                <a:spcPts val="0"/>
              </a:spcAft>
              <a:buSzPts val="2030"/>
              <a:buChar char="•"/>
              <a:defRPr sz="1400"/>
            </a:lvl6pPr>
            <a:lvl7pPr marL="3200400" lvl="6" indent="-357504" algn="l">
              <a:lnSpc>
                <a:spcPct val="100000"/>
              </a:lnSpc>
              <a:spcBef>
                <a:spcPts val="600"/>
              </a:spcBef>
              <a:spcAft>
                <a:spcPts val="0"/>
              </a:spcAft>
              <a:buSzPts val="2030"/>
              <a:buChar char="•"/>
              <a:defRPr sz="1400"/>
            </a:lvl7pPr>
            <a:lvl8pPr marL="3657600" lvl="7" indent="-357504" algn="l">
              <a:lnSpc>
                <a:spcPct val="100000"/>
              </a:lnSpc>
              <a:spcBef>
                <a:spcPts val="600"/>
              </a:spcBef>
              <a:spcAft>
                <a:spcPts val="0"/>
              </a:spcAft>
              <a:buSzPts val="2030"/>
              <a:buChar char="•"/>
              <a:defRPr sz="1400"/>
            </a:lvl8pPr>
            <a:lvl9pPr marL="4114800" lvl="8" indent="-357504" algn="l">
              <a:lnSpc>
                <a:spcPct val="100000"/>
              </a:lnSpc>
              <a:spcBef>
                <a:spcPts val="600"/>
              </a:spcBef>
              <a:spcAft>
                <a:spcPts val="600"/>
              </a:spcAft>
              <a:buSzPts val="2030"/>
              <a:buChar char="•"/>
              <a:defRPr sz="1400"/>
            </a:lvl9pPr>
          </a:lstStyle>
          <a:p>
            <a:endParaRPr/>
          </a:p>
        </p:txBody>
      </p:sp>
      <p:sp>
        <p:nvSpPr>
          <p:cNvPr id="75" name="Google Shape;75;p49"/>
          <p:cNvSpPr txBox="1">
            <a:spLocks noGrp="1"/>
          </p:cNvSpPr>
          <p:nvPr>
            <p:ph type="body" idx="2"/>
          </p:nvPr>
        </p:nvSpPr>
        <p:spPr>
          <a:xfrm>
            <a:off x="1484312" y="2971800"/>
            <a:ext cx="3549121" cy="1828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320"/>
              </a:spcBef>
              <a:spcAft>
                <a:spcPts val="0"/>
              </a:spcAft>
              <a:buSzPts val="2320"/>
              <a:buNone/>
              <a:defRPr sz="1600"/>
            </a:lvl1pPr>
            <a:lvl2pPr marL="914400" lvl="1" indent="-228600" algn="l">
              <a:lnSpc>
                <a:spcPct val="100000"/>
              </a:lnSpc>
              <a:spcBef>
                <a:spcPts val="600"/>
              </a:spcBef>
              <a:spcAft>
                <a:spcPts val="0"/>
              </a:spcAft>
              <a:buSzPts val="1740"/>
              <a:buNone/>
              <a:defRPr sz="1200"/>
            </a:lvl2pPr>
            <a:lvl3pPr marL="1371600" lvl="2" indent="-228600" algn="l">
              <a:lnSpc>
                <a:spcPct val="100000"/>
              </a:lnSpc>
              <a:spcBef>
                <a:spcPts val="600"/>
              </a:spcBef>
              <a:spcAft>
                <a:spcPts val="0"/>
              </a:spcAft>
              <a:buSzPts val="1450"/>
              <a:buNone/>
              <a:defRPr sz="1000"/>
            </a:lvl3pPr>
            <a:lvl4pPr marL="1828800" lvl="3" indent="-228600" algn="l">
              <a:lnSpc>
                <a:spcPct val="100000"/>
              </a:lnSpc>
              <a:spcBef>
                <a:spcPts val="600"/>
              </a:spcBef>
              <a:spcAft>
                <a:spcPts val="0"/>
              </a:spcAft>
              <a:buSzPts val="1305"/>
              <a:buNone/>
              <a:defRPr sz="900"/>
            </a:lvl4pPr>
            <a:lvl5pPr marL="2286000" lvl="4" indent="-228600" algn="l">
              <a:lnSpc>
                <a:spcPct val="100000"/>
              </a:lnSpc>
              <a:spcBef>
                <a:spcPts val="600"/>
              </a:spcBef>
              <a:spcAft>
                <a:spcPts val="0"/>
              </a:spcAft>
              <a:buSzPts val="1305"/>
              <a:buNone/>
              <a:defRPr sz="900"/>
            </a:lvl5pPr>
            <a:lvl6pPr marL="2743200" lvl="5" indent="-228600" algn="l">
              <a:lnSpc>
                <a:spcPct val="100000"/>
              </a:lnSpc>
              <a:spcBef>
                <a:spcPts val="600"/>
              </a:spcBef>
              <a:spcAft>
                <a:spcPts val="0"/>
              </a:spcAft>
              <a:buSzPts val="1305"/>
              <a:buNone/>
              <a:defRPr sz="900"/>
            </a:lvl6pPr>
            <a:lvl7pPr marL="3200400" lvl="6" indent="-228600" algn="l">
              <a:lnSpc>
                <a:spcPct val="100000"/>
              </a:lnSpc>
              <a:spcBef>
                <a:spcPts val="600"/>
              </a:spcBef>
              <a:spcAft>
                <a:spcPts val="0"/>
              </a:spcAft>
              <a:buSzPts val="1305"/>
              <a:buNone/>
              <a:defRPr sz="900"/>
            </a:lvl7pPr>
            <a:lvl8pPr marL="3657600" lvl="7" indent="-228600" algn="l">
              <a:lnSpc>
                <a:spcPct val="100000"/>
              </a:lnSpc>
              <a:spcBef>
                <a:spcPts val="600"/>
              </a:spcBef>
              <a:spcAft>
                <a:spcPts val="0"/>
              </a:spcAft>
              <a:buSzPts val="1305"/>
              <a:buNone/>
              <a:defRPr sz="900"/>
            </a:lvl8pPr>
            <a:lvl9pPr marL="4114800" lvl="8" indent="-228600" algn="l">
              <a:lnSpc>
                <a:spcPct val="100000"/>
              </a:lnSpc>
              <a:spcBef>
                <a:spcPts val="600"/>
              </a:spcBef>
              <a:spcAft>
                <a:spcPts val="600"/>
              </a:spcAft>
              <a:buSzPts val="1305"/>
              <a:buNone/>
              <a:defRPr sz="900"/>
            </a:lvl9pPr>
          </a:lstStyle>
          <a:p>
            <a:endParaRPr/>
          </a:p>
        </p:txBody>
      </p:sp>
      <p:sp>
        <p:nvSpPr>
          <p:cNvPr id="76" name="Google Shape;76;p4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9"/>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50"/>
          <p:cNvSpPr txBox="1">
            <a:spLocks noGrp="1"/>
          </p:cNvSpPr>
          <p:nvPr>
            <p:ph type="title"/>
          </p:nvPr>
        </p:nvSpPr>
        <p:spPr>
          <a:xfrm>
            <a:off x="1482724" y="1752599"/>
            <a:ext cx="5426158"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dk1"/>
              </a:buClr>
              <a:buSzPts val="2800"/>
              <a:buFont typeface="Corbel"/>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0"/>
          <p:cNvSpPr>
            <a:spLocks noGrp="1"/>
          </p:cNvSpPr>
          <p:nvPr>
            <p:ph type="pic" idx="2"/>
          </p:nvPr>
        </p:nvSpPr>
        <p:spPr>
          <a:xfrm>
            <a:off x="7594682" y="914400"/>
            <a:ext cx="3280974" cy="4572000"/>
          </a:xfrm>
          <a:prstGeom prst="roundRect">
            <a:avLst>
              <a:gd name="adj" fmla="val 4280"/>
            </a:avLst>
          </a:prstGeom>
          <a:noFill/>
          <a:ln w="38100" cap="flat" cmpd="sng">
            <a:solidFill>
              <a:schemeClr val="lt2"/>
            </a:solidFill>
            <a:prstDash val="solid"/>
            <a:round/>
            <a:headEnd type="none" w="sm" len="sm"/>
            <a:tailEnd type="none" w="sm" len="sm"/>
          </a:ln>
        </p:spPr>
      </p:sp>
      <p:sp>
        <p:nvSpPr>
          <p:cNvPr id="82" name="Google Shape;82;p50"/>
          <p:cNvSpPr txBox="1">
            <a:spLocks noGrp="1"/>
          </p:cNvSpPr>
          <p:nvPr>
            <p:ph type="body" idx="1"/>
          </p:nvPr>
        </p:nvSpPr>
        <p:spPr>
          <a:xfrm>
            <a:off x="1482724" y="3124199"/>
            <a:ext cx="5426158" cy="1828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360"/>
              </a:spcBef>
              <a:spcAft>
                <a:spcPts val="0"/>
              </a:spcAft>
              <a:buSzPts val="2610"/>
              <a:buNone/>
              <a:defRPr sz="1800"/>
            </a:lvl1pPr>
            <a:lvl2pPr marL="914400" lvl="1" indent="-228600" algn="l">
              <a:lnSpc>
                <a:spcPct val="100000"/>
              </a:lnSpc>
              <a:spcBef>
                <a:spcPts val="600"/>
              </a:spcBef>
              <a:spcAft>
                <a:spcPts val="0"/>
              </a:spcAft>
              <a:buSzPts val="1740"/>
              <a:buNone/>
              <a:defRPr sz="1200"/>
            </a:lvl2pPr>
            <a:lvl3pPr marL="1371600" lvl="2" indent="-228600" algn="l">
              <a:lnSpc>
                <a:spcPct val="100000"/>
              </a:lnSpc>
              <a:spcBef>
                <a:spcPts val="600"/>
              </a:spcBef>
              <a:spcAft>
                <a:spcPts val="0"/>
              </a:spcAft>
              <a:buSzPts val="1450"/>
              <a:buNone/>
              <a:defRPr sz="1000"/>
            </a:lvl3pPr>
            <a:lvl4pPr marL="1828800" lvl="3" indent="-228600" algn="l">
              <a:lnSpc>
                <a:spcPct val="100000"/>
              </a:lnSpc>
              <a:spcBef>
                <a:spcPts val="600"/>
              </a:spcBef>
              <a:spcAft>
                <a:spcPts val="0"/>
              </a:spcAft>
              <a:buSzPts val="1305"/>
              <a:buNone/>
              <a:defRPr sz="900"/>
            </a:lvl4pPr>
            <a:lvl5pPr marL="2286000" lvl="4" indent="-228600" algn="l">
              <a:lnSpc>
                <a:spcPct val="100000"/>
              </a:lnSpc>
              <a:spcBef>
                <a:spcPts val="600"/>
              </a:spcBef>
              <a:spcAft>
                <a:spcPts val="0"/>
              </a:spcAft>
              <a:buSzPts val="1305"/>
              <a:buNone/>
              <a:defRPr sz="900"/>
            </a:lvl5pPr>
            <a:lvl6pPr marL="2743200" lvl="5" indent="-228600" algn="l">
              <a:lnSpc>
                <a:spcPct val="100000"/>
              </a:lnSpc>
              <a:spcBef>
                <a:spcPts val="600"/>
              </a:spcBef>
              <a:spcAft>
                <a:spcPts val="0"/>
              </a:spcAft>
              <a:buSzPts val="1305"/>
              <a:buNone/>
              <a:defRPr sz="900"/>
            </a:lvl6pPr>
            <a:lvl7pPr marL="3200400" lvl="6" indent="-228600" algn="l">
              <a:lnSpc>
                <a:spcPct val="100000"/>
              </a:lnSpc>
              <a:spcBef>
                <a:spcPts val="600"/>
              </a:spcBef>
              <a:spcAft>
                <a:spcPts val="0"/>
              </a:spcAft>
              <a:buSzPts val="1305"/>
              <a:buNone/>
              <a:defRPr sz="900"/>
            </a:lvl7pPr>
            <a:lvl8pPr marL="3657600" lvl="7" indent="-228600" algn="l">
              <a:lnSpc>
                <a:spcPct val="100000"/>
              </a:lnSpc>
              <a:spcBef>
                <a:spcPts val="600"/>
              </a:spcBef>
              <a:spcAft>
                <a:spcPts val="0"/>
              </a:spcAft>
              <a:buSzPts val="1305"/>
              <a:buNone/>
              <a:defRPr sz="900"/>
            </a:lvl8pPr>
            <a:lvl9pPr marL="4114800" lvl="8" indent="-228600" algn="l">
              <a:lnSpc>
                <a:spcPct val="100000"/>
              </a:lnSpc>
              <a:spcBef>
                <a:spcPts val="600"/>
              </a:spcBef>
              <a:spcAft>
                <a:spcPts val="600"/>
              </a:spcAft>
              <a:buSzPts val="1305"/>
              <a:buNone/>
              <a:defRPr sz="900"/>
            </a:lvl9pPr>
          </a:lstStyle>
          <a:p>
            <a:endParaRPr/>
          </a:p>
        </p:txBody>
      </p:sp>
      <p:sp>
        <p:nvSpPr>
          <p:cNvPr id="83" name="Google Shape;83;p5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5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6"/>
        <p:cNvGrpSpPr/>
        <p:nvPr/>
      </p:nvGrpSpPr>
      <p:grpSpPr>
        <a:xfrm>
          <a:off x="0" y="0"/>
          <a:ext cx="0" cy="0"/>
          <a:chOff x="0" y="0"/>
          <a:chExt cx="0" cy="0"/>
        </a:xfrm>
      </p:grpSpPr>
      <p:sp>
        <p:nvSpPr>
          <p:cNvPr id="87" name="Google Shape;87;p51"/>
          <p:cNvSpPr txBox="1">
            <a:spLocks noGrp="1"/>
          </p:cNvSpPr>
          <p:nvPr>
            <p:ph type="title"/>
          </p:nvPr>
        </p:nvSpPr>
        <p:spPr>
          <a:xfrm>
            <a:off x="1484311" y="4732865"/>
            <a:ext cx="10018711" cy="56673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dk1"/>
              </a:buClr>
              <a:buSzPts val="2400"/>
              <a:buFont typeface="Corbel"/>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51"/>
          <p:cNvSpPr>
            <a:spLocks noGrp="1"/>
          </p:cNvSpPr>
          <p:nvPr>
            <p:ph type="pic" idx="2"/>
          </p:nvPr>
        </p:nvSpPr>
        <p:spPr>
          <a:xfrm>
            <a:off x="2386012" y="932112"/>
            <a:ext cx="8225944" cy="3164976"/>
          </a:xfrm>
          <a:prstGeom prst="roundRect">
            <a:avLst>
              <a:gd name="adj" fmla="val 4380"/>
            </a:avLst>
          </a:prstGeom>
          <a:noFill/>
          <a:ln w="38100" cap="flat" cmpd="sng">
            <a:solidFill>
              <a:schemeClr val="lt2"/>
            </a:solidFill>
            <a:prstDash val="solid"/>
            <a:round/>
            <a:headEnd type="none" w="sm" len="sm"/>
            <a:tailEnd type="none" w="sm" len="sm"/>
          </a:ln>
        </p:spPr>
      </p:sp>
      <p:sp>
        <p:nvSpPr>
          <p:cNvPr id="89" name="Google Shape;89;p51"/>
          <p:cNvSpPr txBox="1">
            <a:spLocks noGrp="1"/>
          </p:cNvSpPr>
          <p:nvPr>
            <p:ph type="body" idx="1"/>
          </p:nvPr>
        </p:nvSpPr>
        <p:spPr>
          <a:xfrm>
            <a:off x="1484311" y="5299603"/>
            <a:ext cx="10018711" cy="493712"/>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280"/>
              </a:spcBef>
              <a:spcAft>
                <a:spcPts val="0"/>
              </a:spcAft>
              <a:buSzPts val="2030"/>
              <a:buNone/>
              <a:defRPr sz="1400"/>
            </a:lvl1pPr>
            <a:lvl2pPr marL="914400" lvl="1" indent="-228600" algn="l">
              <a:lnSpc>
                <a:spcPct val="100000"/>
              </a:lnSpc>
              <a:spcBef>
                <a:spcPts val="600"/>
              </a:spcBef>
              <a:spcAft>
                <a:spcPts val="0"/>
              </a:spcAft>
              <a:buSzPts val="1740"/>
              <a:buNone/>
              <a:defRPr sz="1200"/>
            </a:lvl2pPr>
            <a:lvl3pPr marL="1371600" lvl="2" indent="-228600" algn="l">
              <a:lnSpc>
                <a:spcPct val="100000"/>
              </a:lnSpc>
              <a:spcBef>
                <a:spcPts val="600"/>
              </a:spcBef>
              <a:spcAft>
                <a:spcPts val="0"/>
              </a:spcAft>
              <a:buSzPts val="1450"/>
              <a:buNone/>
              <a:defRPr sz="1000"/>
            </a:lvl3pPr>
            <a:lvl4pPr marL="1828800" lvl="3" indent="-228600" algn="l">
              <a:lnSpc>
                <a:spcPct val="100000"/>
              </a:lnSpc>
              <a:spcBef>
                <a:spcPts val="600"/>
              </a:spcBef>
              <a:spcAft>
                <a:spcPts val="0"/>
              </a:spcAft>
              <a:buSzPts val="1305"/>
              <a:buNone/>
              <a:defRPr sz="900"/>
            </a:lvl4pPr>
            <a:lvl5pPr marL="2286000" lvl="4" indent="-228600" algn="l">
              <a:lnSpc>
                <a:spcPct val="100000"/>
              </a:lnSpc>
              <a:spcBef>
                <a:spcPts val="600"/>
              </a:spcBef>
              <a:spcAft>
                <a:spcPts val="0"/>
              </a:spcAft>
              <a:buSzPts val="1305"/>
              <a:buNone/>
              <a:defRPr sz="900"/>
            </a:lvl5pPr>
            <a:lvl6pPr marL="2743200" lvl="5" indent="-228600" algn="l">
              <a:lnSpc>
                <a:spcPct val="100000"/>
              </a:lnSpc>
              <a:spcBef>
                <a:spcPts val="600"/>
              </a:spcBef>
              <a:spcAft>
                <a:spcPts val="0"/>
              </a:spcAft>
              <a:buSzPts val="1305"/>
              <a:buNone/>
              <a:defRPr sz="900"/>
            </a:lvl6pPr>
            <a:lvl7pPr marL="3200400" lvl="6" indent="-228600" algn="l">
              <a:lnSpc>
                <a:spcPct val="100000"/>
              </a:lnSpc>
              <a:spcBef>
                <a:spcPts val="600"/>
              </a:spcBef>
              <a:spcAft>
                <a:spcPts val="0"/>
              </a:spcAft>
              <a:buSzPts val="1305"/>
              <a:buNone/>
              <a:defRPr sz="900"/>
            </a:lvl7pPr>
            <a:lvl8pPr marL="3657600" lvl="7" indent="-228600" algn="l">
              <a:lnSpc>
                <a:spcPct val="100000"/>
              </a:lnSpc>
              <a:spcBef>
                <a:spcPts val="600"/>
              </a:spcBef>
              <a:spcAft>
                <a:spcPts val="0"/>
              </a:spcAft>
              <a:buSzPts val="1305"/>
              <a:buNone/>
              <a:defRPr sz="900"/>
            </a:lvl8pPr>
            <a:lvl9pPr marL="4114800" lvl="8" indent="-228600" algn="l">
              <a:lnSpc>
                <a:spcPct val="100000"/>
              </a:lnSpc>
              <a:spcBef>
                <a:spcPts val="600"/>
              </a:spcBef>
              <a:spcAft>
                <a:spcPts val="600"/>
              </a:spcAft>
              <a:buSzPts val="1305"/>
              <a:buNone/>
              <a:defRPr sz="900"/>
            </a:lvl9pPr>
          </a:lstStyle>
          <a:p>
            <a:endParaRPr/>
          </a:p>
        </p:txBody>
      </p:sp>
      <p:sp>
        <p:nvSpPr>
          <p:cNvPr id="90" name="Google Shape;90;p5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5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3"/>
        <p:cNvGrpSpPr/>
        <p:nvPr/>
      </p:nvGrpSpPr>
      <p:grpSpPr>
        <a:xfrm>
          <a:off x="0" y="0"/>
          <a:ext cx="0" cy="0"/>
          <a:chOff x="0" y="0"/>
          <a:chExt cx="0" cy="0"/>
        </a:xfrm>
      </p:grpSpPr>
      <p:sp>
        <p:nvSpPr>
          <p:cNvPr id="94" name="Google Shape;94;p52"/>
          <p:cNvSpPr txBox="1">
            <a:spLocks noGrp="1"/>
          </p:cNvSpPr>
          <p:nvPr>
            <p:ph type="title"/>
          </p:nvPr>
        </p:nvSpPr>
        <p:spPr>
          <a:xfrm>
            <a:off x="1484312" y="685800"/>
            <a:ext cx="10018711" cy="3048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Corbel"/>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52"/>
          <p:cNvSpPr txBox="1">
            <a:spLocks noGrp="1"/>
          </p:cNvSpPr>
          <p:nvPr>
            <p:ph type="body" idx="1"/>
          </p:nvPr>
        </p:nvSpPr>
        <p:spPr>
          <a:xfrm>
            <a:off x="1484312" y="4343400"/>
            <a:ext cx="10018713" cy="1447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96" name="Google Shape;96;p5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5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5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53"/>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01" name="Google Shape;101;p53"/>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02" name="Google Shape;102;p53"/>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Corbel"/>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53"/>
          <p:cNvSpPr txBox="1">
            <a:spLocks noGrp="1"/>
          </p:cNvSpPr>
          <p:nvPr>
            <p:ph type="body" idx="1"/>
          </p:nvPr>
        </p:nvSpPr>
        <p:spPr>
          <a:xfrm>
            <a:off x="2436811" y="3428999"/>
            <a:ext cx="8532815" cy="381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360"/>
              </a:spcBef>
              <a:spcAft>
                <a:spcPts val="0"/>
              </a:spcAft>
              <a:buSzPts val="2610"/>
              <a:buFont typeface="Corbel"/>
              <a:buNone/>
              <a:defRPr sz="1800"/>
            </a:lvl1pPr>
            <a:lvl2pPr marL="914400" lvl="1" indent="-228600" algn="l">
              <a:lnSpc>
                <a:spcPct val="100000"/>
              </a:lnSpc>
              <a:spcBef>
                <a:spcPts val="600"/>
              </a:spcBef>
              <a:spcAft>
                <a:spcPts val="0"/>
              </a:spcAft>
              <a:buSzPts val="2900"/>
              <a:buFont typeface="Corbel"/>
              <a:buNone/>
              <a:defRPr/>
            </a:lvl2pPr>
            <a:lvl3pPr marL="1371600" lvl="2" indent="-228600" algn="l">
              <a:lnSpc>
                <a:spcPct val="100000"/>
              </a:lnSpc>
              <a:spcBef>
                <a:spcPts val="600"/>
              </a:spcBef>
              <a:spcAft>
                <a:spcPts val="0"/>
              </a:spcAft>
              <a:buSzPts val="2610"/>
              <a:buFont typeface="Corbel"/>
              <a:buNone/>
              <a:defRPr/>
            </a:lvl3pPr>
            <a:lvl4pPr marL="1828800" lvl="3" indent="-228600" algn="l">
              <a:lnSpc>
                <a:spcPct val="100000"/>
              </a:lnSpc>
              <a:spcBef>
                <a:spcPts val="600"/>
              </a:spcBef>
              <a:spcAft>
                <a:spcPts val="0"/>
              </a:spcAft>
              <a:buSzPts val="2320"/>
              <a:buFont typeface="Corbel"/>
              <a:buNone/>
              <a:defRPr/>
            </a:lvl4pPr>
            <a:lvl5pPr marL="2286000" lvl="4" indent="-228600" algn="l">
              <a:lnSpc>
                <a:spcPct val="100000"/>
              </a:lnSpc>
              <a:spcBef>
                <a:spcPts val="600"/>
              </a:spcBef>
              <a:spcAft>
                <a:spcPts val="0"/>
              </a:spcAft>
              <a:buSzPts val="2030"/>
              <a:buFont typeface="Corbel"/>
              <a:buNone/>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04" name="Google Shape;104;p53"/>
          <p:cNvSpPr txBox="1">
            <a:spLocks noGrp="1"/>
          </p:cNvSpPr>
          <p:nvPr>
            <p:ph type="body" idx="2"/>
          </p:nvPr>
        </p:nvSpPr>
        <p:spPr>
          <a:xfrm>
            <a:off x="1484311" y="4343400"/>
            <a:ext cx="10018711" cy="144780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05" name="Google Shape;105;p5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5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5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8"/>
        <p:cNvGrpSpPr/>
        <p:nvPr/>
      </p:nvGrpSpPr>
      <p:grpSpPr>
        <a:xfrm>
          <a:off x="0" y="0"/>
          <a:ext cx="0" cy="0"/>
          <a:chOff x="0" y="0"/>
          <a:chExt cx="0" cy="0"/>
        </a:xfrm>
      </p:grpSpPr>
      <p:sp>
        <p:nvSpPr>
          <p:cNvPr id="109" name="Google Shape;109;p54"/>
          <p:cNvSpPr txBox="1">
            <a:spLocks noGrp="1"/>
          </p:cNvSpPr>
          <p:nvPr>
            <p:ph type="title"/>
          </p:nvPr>
        </p:nvSpPr>
        <p:spPr>
          <a:xfrm>
            <a:off x="1484313" y="3308581"/>
            <a:ext cx="10018709" cy="1468800"/>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3200"/>
              <a:buFont typeface="Corbel"/>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54"/>
          <p:cNvSpPr txBox="1">
            <a:spLocks noGrp="1"/>
          </p:cNvSpPr>
          <p:nvPr>
            <p:ph type="body" idx="1"/>
          </p:nvPr>
        </p:nvSpPr>
        <p:spPr>
          <a:xfrm>
            <a:off x="1484312" y="4777381"/>
            <a:ext cx="10018710" cy="8604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400"/>
              </a:spcBef>
              <a:spcAft>
                <a:spcPts val="0"/>
              </a:spcAft>
              <a:buSzPts val="2900"/>
              <a:buNone/>
              <a:defRPr sz="20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11" name="Google Shape;111;p5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5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5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4"/>
        <p:cNvGrpSpPr/>
        <p:nvPr/>
      </p:nvGrpSpPr>
      <p:grpSpPr>
        <a:xfrm>
          <a:off x="0" y="0"/>
          <a:ext cx="0" cy="0"/>
          <a:chOff x="0" y="0"/>
          <a:chExt cx="0" cy="0"/>
        </a:xfrm>
      </p:grpSpPr>
      <p:sp>
        <p:nvSpPr>
          <p:cNvPr id="115" name="Google Shape;115;p55"/>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16" name="Google Shape;116;p55"/>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p:txBody>
      </p:sp>
      <p:sp>
        <p:nvSpPr>
          <p:cNvPr id="117" name="Google Shape;117;p55"/>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Corbel"/>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55"/>
          <p:cNvSpPr txBox="1">
            <a:spLocks noGrp="1"/>
          </p:cNvSpPr>
          <p:nvPr>
            <p:ph type="body" idx="1"/>
          </p:nvPr>
        </p:nvSpPr>
        <p:spPr>
          <a:xfrm>
            <a:off x="1484313" y="3886200"/>
            <a:ext cx="10018710" cy="889000"/>
          </a:xfrm>
          <a:prstGeom prst="rect">
            <a:avLst/>
          </a:prstGeom>
          <a:noFill/>
          <a:ln>
            <a:noFill/>
          </a:ln>
        </p:spPr>
        <p:txBody>
          <a:bodyPr spcFirstLastPara="1" wrap="square" lIns="91425" tIns="45700" rIns="91425" bIns="45700" anchor="b" anchorCtr="0">
            <a:normAutofit/>
          </a:bodyPr>
          <a:lstStyle>
            <a:lvl1pPr marL="457200" lvl="0" indent="-228600" algn="r">
              <a:lnSpc>
                <a:spcPct val="100000"/>
              </a:lnSpc>
              <a:spcBef>
                <a:spcPts val="480"/>
              </a:spcBef>
              <a:spcAft>
                <a:spcPts val="0"/>
              </a:spcAft>
              <a:buSzPts val="3480"/>
              <a:buNone/>
              <a:defRPr sz="2400" b="0" cap="none">
                <a:solidFill>
                  <a:schemeClr val="dk1"/>
                </a:solidFill>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19" name="Google Shape;119;p55"/>
          <p:cNvSpPr txBox="1">
            <a:spLocks noGrp="1"/>
          </p:cNvSpPr>
          <p:nvPr>
            <p:ph type="body" idx="2"/>
          </p:nvPr>
        </p:nvSpPr>
        <p:spPr>
          <a:xfrm>
            <a:off x="1484312" y="4775200"/>
            <a:ext cx="10018710" cy="10160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360"/>
              </a:spcBef>
              <a:spcAft>
                <a:spcPts val="0"/>
              </a:spcAft>
              <a:buSzPts val="2610"/>
              <a:buNone/>
              <a:defRPr sz="18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20" name="Google Shape;120;p5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5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5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3"/>
        <p:cNvGrpSpPr/>
        <p:nvPr/>
      </p:nvGrpSpPr>
      <p:grpSpPr>
        <a:xfrm>
          <a:off x="0" y="0"/>
          <a:ext cx="0" cy="0"/>
          <a:chOff x="0" y="0"/>
          <a:chExt cx="0" cy="0"/>
        </a:xfrm>
      </p:grpSpPr>
      <p:sp>
        <p:nvSpPr>
          <p:cNvPr id="124" name="Google Shape;124;p56"/>
          <p:cNvSpPr txBox="1">
            <a:spLocks noGrp="1"/>
          </p:cNvSpPr>
          <p:nvPr>
            <p:ph type="title"/>
          </p:nvPr>
        </p:nvSpPr>
        <p:spPr>
          <a:xfrm>
            <a:off x="1484313" y="685800"/>
            <a:ext cx="10018712" cy="27273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56"/>
          <p:cNvSpPr txBox="1">
            <a:spLocks noGrp="1"/>
          </p:cNvSpPr>
          <p:nvPr>
            <p:ph type="body" idx="1"/>
          </p:nvPr>
        </p:nvSpPr>
        <p:spPr>
          <a:xfrm>
            <a:off x="1484312" y="3505200"/>
            <a:ext cx="10018713" cy="8382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560"/>
              </a:spcBef>
              <a:spcAft>
                <a:spcPts val="0"/>
              </a:spcAft>
              <a:buSzPts val="4060"/>
              <a:buNone/>
              <a:defRPr sz="2800" b="0" cap="none">
                <a:solidFill>
                  <a:schemeClr val="dk1"/>
                </a:solidFill>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26" name="Google Shape;126;p56"/>
          <p:cNvSpPr txBox="1">
            <a:spLocks noGrp="1"/>
          </p:cNvSpPr>
          <p:nvPr>
            <p:ph type="body" idx="2"/>
          </p:nvPr>
        </p:nvSpPr>
        <p:spPr>
          <a:xfrm>
            <a:off x="1484311" y="4343400"/>
            <a:ext cx="10018713" cy="1447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610"/>
              <a:buNone/>
              <a:defRPr sz="1800">
                <a:solidFill>
                  <a:schemeClr val="dk1"/>
                </a:solidFill>
              </a:defRPr>
            </a:lvl1pPr>
            <a:lvl2pPr marL="914400" lvl="1" indent="-228600" algn="l">
              <a:lnSpc>
                <a:spcPct val="100000"/>
              </a:lnSpc>
              <a:spcBef>
                <a:spcPts val="600"/>
              </a:spcBef>
              <a:spcAft>
                <a:spcPts val="0"/>
              </a:spcAft>
              <a:buSzPts val="2610"/>
              <a:buNone/>
              <a:defRPr sz="1800">
                <a:solidFill>
                  <a:srgbClr val="888888"/>
                </a:solidFill>
              </a:defRPr>
            </a:lvl2pPr>
            <a:lvl3pPr marL="1371600" lvl="2" indent="-228600" algn="l">
              <a:lnSpc>
                <a:spcPct val="100000"/>
              </a:lnSpc>
              <a:spcBef>
                <a:spcPts val="600"/>
              </a:spcBef>
              <a:spcAft>
                <a:spcPts val="0"/>
              </a:spcAft>
              <a:buSzPts val="2320"/>
              <a:buNone/>
              <a:defRPr sz="1600">
                <a:solidFill>
                  <a:srgbClr val="888888"/>
                </a:solidFill>
              </a:defRPr>
            </a:lvl3pPr>
            <a:lvl4pPr marL="1828800" lvl="3" indent="-228600" algn="l">
              <a:lnSpc>
                <a:spcPct val="100000"/>
              </a:lnSpc>
              <a:spcBef>
                <a:spcPts val="600"/>
              </a:spcBef>
              <a:spcAft>
                <a:spcPts val="0"/>
              </a:spcAft>
              <a:buSzPts val="2030"/>
              <a:buNone/>
              <a:defRPr sz="1400">
                <a:solidFill>
                  <a:srgbClr val="888888"/>
                </a:solidFill>
              </a:defRPr>
            </a:lvl4pPr>
            <a:lvl5pPr marL="2286000" lvl="4" indent="-228600" algn="l">
              <a:lnSpc>
                <a:spcPct val="100000"/>
              </a:lnSpc>
              <a:spcBef>
                <a:spcPts val="600"/>
              </a:spcBef>
              <a:spcAft>
                <a:spcPts val="0"/>
              </a:spcAft>
              <a:buSzPts val="2030"/>
              <a:buNone/>
              <a:defRPr sz="1400">
                <a:solidFill>
                  <a:srgbClr val="888888"/>
                </a:solidFill>
              </a:defRPr>
            </a:lvl5pPr>
            <a:lvl6pPr marL="2743200" lvl="5" indent="-228600" algn="l">
              <a:lnSpc>
                <a:spcPct val="100000"/>
              </a:lnSpc>
              <a:spcBef>
                <a:spcPts val="600"/>
              </a:spcBef>
              <a:spcAft>
                <a:spcPts val="0"/>
              </a:spcAft>
              <a:buSzPts val="2030"/>
              <a:buNone/>
              <a:defRPr sz="1400">
                <a:solidFill>
                  <a:srgbClr val="888888"/>
                </a:solidFill>
              </a:defRPr>
            </a:lvl6pPr>
            <a:lvl7pPr marL="3200400" lvl="6" indent="-228600" algn="l">
              <a:lnSpc>
                <a:spcPct val="100000"/>
              </a:lnSpc>
              <a:spcBef>
                <a:spcPts val="600"/>
              </a:spcBef>
              <a:spcAft>
                <a:spcPts val="0"/>
              </a:spcAft>
              <a:buSzPts val="2030"/>
              <a:buNone/>
              <a:defRPr sz="1400">
                <a:solidFill>
                  <a:srgbClr val="888888"/>
                </a:solidFill>
              </a:defRPr>
            </a:lvl7pPr>
            <a:lvl8pPr marL="3657600" lvl="7" indent="-228600" algn="l">
              <a:lnSpc>
                <a:spcPct val="100000"/>
              </a:lnSpc>
              <a:spcBef>
                <a:spcPts val="600"/>
              </a:spcBef>
              <a:spcAft>
                <a:spcPts val="0"/>
              </a:spcAft>
              <a:buSzPts val="2030"/>
              <a:buNone/>
              <a:defRPr sz="1400">
                <a:solidFill>
                  <a:srgbClr val="888888"/>
                </a:solidFill>
              </a:defRPr>
            </a:lvl8pPr>
            <a:lvl9pPr marL="4114800" lvl="8" indent="-228600" algn="l">
              <a:lnSpc>
                <a:spcPct val="100000"/>
              </a:lnSpc>
              <a:spcBef>
                <a:spcPts val="600"/>
              </a:spcBef>
              <a:spcAft>
                <a:spcPts val="600"/>
              </a:spcAft>
              <a:buSzPts val="2030"/>
              <a:buNone/>
              <a:defRPr sz="1400">
                <a:solidFill>
                  <a:srgbClr val="888888"/>
                </a:solidFill>
              </a:defRPr>
            </a:lvl9pPr>
          </a:lstStyle>
          <a:p>
            <a:endParaRPr/>
          </a:p>
        </p:txBody>
      </p:sp>
      <p:sp>
        <p:nvSpPr>
          <p:cNvPr id="127" name="Google Shape;127;p5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5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5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0"/>
        <p:cNvGrpSpPr/>
        <p:nvPr/>
      </p:nvGrpSpPr>
      <p:grpSpPr>
        <a:xfrm>
          <a:off x="0" y="0"/>
          <a:ext cx="0" cy="0"/>
          <a:chOff x="0" y="0"/>
          <a:chExt cx="0" cy="0"/>
        </a:xfrm>
      </p:grpSpPr>
      <p:sp>
        <p:nvSpPr>
          <p:cNvPr id="131" name="Google Shape;131;p57"/>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57"/>
          <p:cNvSpPr txBox="1">
            <a:spLocks noGrp="1"/>
          </p:cNvSpPr>
          <p:nvPr>
            <p:ph type="body" idx="1"/>
          </p:nvPr>
        </p:nvSpPr>
        <p:spPr>
          <a:xfrm rot="5400000">
            <a:off x="4931566" y="-780257"/>
            <a:ext cx="3124201" cy="10018713"/>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33" name="Google Shape;133;p5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5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5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58"/>
          <p:cNvSpPr txBox="1">
            <a:spLocks noGrp="1"/>
          </p:cNvSpPr>
          <p:nvPr>
            <p:ph type="title"/>
          </p:nvPr>
        </p:nvSpPr>
        <p:spPr>
          <a:xfrm rot="5400000">
            <a:off x="8065140" y="2353316"/>
            <a:ext cx="5105400" cy="177036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58"/>
          <p:cNvSpPr txBox="1">
            <a:spLocks noGrp="1"/>
          </p:cNvSpPr>
          <p:nvPr>
            <p:ph type="body" idx="1"/>
          </p:nvPr>
        </p:nvSpPr>
        <p:spPr>
          <a:xfrm rot="5400000">
            <a:off x="2941483" y="-771371"/>
            <a:ext cx="5105400" cy="8019742"/>
          </a:xfrm>
          <a:prstGeom prst="rect">
            <a:avLst/>
          </a:prstGeom>
          <a:noFill/>
          <a:ln>
            <a:noFill/>
          </a:ln>
        </p:spPr>
        <p:txBody>
          <a:bodyPr spcFirstLastPara="1" wrap="square" lIns="91425" tIns="45700" rIns="91425" bIns="45700" anchor="t" anchorCtr="0">
            <a:normAutofit/>
          </a:bodyPr>
          <a:lstStyle>
            <a:lvl1pPr marL="457200" lvl="0" indent="-394335" algn="l">
              <a:lnSpc>
                <a:spcPct val="100000"/>
              </a:lnSpc>
              <a:spcBef>
                <a:spcPts val="360"/>
              </a:spcBef>
              <a:spcAft>
                <a:spcPts val="0"/>
              </a:spcAft>
              <a:buSzPts val="2610"/>
              <a:buChar char="•"/>
              <a:defRPr/>
            </a:lvl1pPr>
            <a:lvl2pPr marL="914400" lvl="1" indent="-394335" algn="l">
              <a:lnSpc>
                <a:spcPct val="100000"/>
              </a:lnSpc>
              <a:spcBef>
                <a:spcPts val="600"/>
              </a:spcBef>
              <a:spcAft>
                <a:spcPts val="0"/>
              </a:spcAft>
              <a:buSzPts val="2610"/>
              <a:buChar char="•"/>
              <a:defRPr/>
            </a:lvl2pPr>
            <a:lvl3pPr marL="1371600" lvl="2" indent="-394335" algn="l">
              <a:lnSpc>
                <a:spcPct val="100000"/>
              </a:lnSpc>
              <a:spcBef>
                <a:spcPts val="600"/>
              </a:spcBef>
              <a:spcAft>
                <a:spcPts val="0"/>
              </a:spcAft>
              <a:buSzPts val="2610"/>
              <a:buChar char="•"/>
              <a:defRPr/>
            </a:lvl3pPr>
            <a:lvl4pPr marL="1828800" lvl="3" indent="-394335" algn="l">
              <a:lnSpc>
                <a:spcPct val="100000"/>
              </a:lnSpc>
              <a:spcBef>
                <a:spcPts val="600"/>
              </a:spcBef>
              <a:spcAft>
                <a:spcPts val="0"/>
              </a:spcAft>
              <a:buSzPts val="2610"/>
              <a:buChar char="•"/>
              <a:defRPr/>
            </a:lvl4pPr>
            <a:lvl5pPr marL="2286000" lvl="4" indent="-394335" algn="l">
              <a:lnSpc>
                <a:spcPct val="100000"/>
              </a:lnSpc>
              <a:spcBef>
                <a:spcPts val="600"/>
              </a:spcBef>
              <a:spcAft>
                <a:spcPts val="0"/>
              </a:spcAft>
              <a:buSzPts val="2610"/>
              <a:buChar char="•"/>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139" name="Google Shape;139;p5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5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5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41"/>
          <p:cNvGrpSpPr/>
          <p:nvPr/>
        </p:nvGrpSpPr>
        <p:grpSpPr>
          <a:xfrm>
            <a:off x="150812" y="0"/>
            <a:ext cx="2436813" cy="6858001"/>
            <a:chOff x="1320800" y="0"/>
            <a:chExt cx="2436813" cy="6858001"/>
          </a:xfrm>
        </p:grpSpPr>
        <p:sp>
          <p:nvSpPr>
            <p:cNvPr id="11" name="Google Shape;11;p41"/>
            <p:cNvSpPr/>
            <p:nvPr/>
          </p:nvSpPr>
          <p:spPr>
            <a:xfrm>
              <a:off x="1627188" y="0"/>
              <a:ext cx="1122363" cy="5329238"/>
            </a:xfrm>
            <a:custGeom>
              <a:avLst/>
              <a:gdLst/>
              <a:ahLst/>
              <a:cxnLst/>
              <a:rect l="l" t="t" r="r" b="b"/>
              <a:pathLst>
                <a:path w="707" h="3357" extrusionOk="0">
                  <a:moveTo>
                    <a:pt x="0" y="3330"/>
                  </a:moveTo>
                  <a:lnTo>
                    <a:pt x="156" y="3357"/>
                  </a:lnTo>
                  <a:lnTo>
                    <a:pt x="707" y="0"/>
                  </a:lnTo>
                  <a:lnTo>
                    <a:pt x="547" y="0"/>
                  </a:lnTo>
                  <a:lnTo>
                    <a:pt x="0" y="3330"/>
                  </a:lnTo>
                  <a:close/>
                </a:path>
              </a:pathLst>
            </a:custGeom>
            <a:solidFill>
              <a:schemeClr val="accent1"/>
            </a:solidFill>
            <a:ln>
              <a:noFill/>
            </a:ln>
          </p:spPr>
        </p:sp>
        <p:sp>
          <p:nvSpPr>
            <p:cNvPr id="12" name="Google Shape;12;p41"/>
            <p:cNvSpPr/>
            <p:nvPr/>
          </p:nvSpPr>
          <p:spPr>
            <a:xfrm>
              <a:off x="1320800" y="0"/>
              <a:ext cx="1117600" cy="5276850"/>
            </a:xfrm>
            <a:custGeom>
              <a:avLst/>
              <a:gdLst/>
              <a:ahLst/>
              <a:cxnLst/>
              <a:rect l="l" t="t" r="r" b="b"/>
              <a:pathLst>
                <a:path w="704" h="3324" extrusionOk="0">
                  <a:moveTo>
                    <a:pt x="704" y="0"/>
                  </a:moveTo>
                  <a:lnTo>
                    <a:pt x="545" y="0"/>
                  </a:lnTo>
                  <a:lnTo>
                    <a:pt x="0" y="3300"/>
                  </a:lnTo>
                  <a:lnTo>
                    <a:pt x="157" y="3324"/>
                  </a:lnTo>
                  <a:lnTo>
                    <a:pt x="704" y="0"/>
                  </a:lnTo>
                  <a:close/>
                </a:path>
              </a:pathLst>
            </a:custGeom>
            <a:solidFill>
              <a:srgbClr val="595959"/>
            </a:solidFill>
            <a:ln>
              <a:noFill/>
            </a:ln>
          </p:spPr>
        </p:sp>
        <p:sp>
          <p:nvSpPr>
            <p:cNvPr id="13" name="Google Shape;13;p41"/>
            <p:cNvSpPr/>
            <p:nvPr/>
          </p:nvSpPr>
          <p:spPr>
            <a:xfrm>
              <a:off x="1320800" y="5238750"/>
              <a:ext cx="1228725" cy="1619250"/>
            </a:xfrm>
            <a:custGeom>
              <a:avLst/>
              <a:gdLst/>
              <a:ahLst/>
              <a:cxnLst/>
              <a:rect l="l" t="t" r="r" b="b"/>
              <a:pathLst>
                <a:path w="774" h="1020" extrusionOk="0">
                  <a:moveTo>
                    <a:pt x="0" y="0"/>
                  </a:moveTo>
                  <a:lnTo>
                    <a:pt x="740" y="1020"/>
                  </a:lnTo>
                  <a:lnTo>
                    <a:pt x="774" y="1020"/>
                  </a:lnTo>
                  <a:lnTo>
                    <a:pt x="0" y="0"/>
                  </a:lnTo>
                  <a:close/>
                </a:path>
              </a:pathLst>
            </a:custGeom>
            <a:solidFill>
              <a:srgbClr val="262626"/>
            </a:solidFill>
            <a:ln>
              <a:noFill/>
            </a:ln>
          </p:spPr>
        </p:sp>
        <p:sp>
          <p:nvSpPr>
            <p:cNvPr id="14" name="Google Shape;14;p41"/>
            <p:cNvSpPr/>
            <p:nvPr/>
          </p:nvSpPr>
          <p:spPr>
            <a:xfrm>
              <a:off x="1627188" y="5291138"/>
              <a:ext cx="1495425" cy="1566863"/>
            </a:xfrm>
            <a:custGeom>
              <a:avLst/>
              <a:gdLst/>
              <a:ahLst/>
              <a:cxnLst/>
              <a:rect l="l" t="t" r="r" b="b"/>
              <a:pathLst>
                <a:path w="942" h="987" extrusionOk="0">
                  <a:moveTo>
                    <a:pt x="0" y="0"/>
                  </a:moveTo>
                  <a:lnTo>
                    <a:pt x="909" y="987"/>
                  </a:lnTo>
                  <a:lnTo>
                    <a:pt x="942" y="987"/>
                  </a:lnTo>
                  <a:lnTo>
                    <a:pt x="0" y="0"/>
                  </a:lnTo>
                  <a:close/>
                </a:path>
              </a:pathLst>
            </a:custGeom>
            <a:solidFill>
              <a:srgbClr val="0B5982"/>
            </a:solidFill>
            <a:ln>
              <a:noFill/>
            </a:ln>
          </p:spPr>
        </p:sp>
        <p:sp>
          <p:nvSpPr>
            <p:cNvPr id="15" name="Google Shape;15;p41"/>
            <p:cNvSpPr/>
            <p:nvPr/>
          </p:nvSpPr>
          <p:spPr>
            <a:xfrm>
              <a:off x="1627188" y="5286375"/>
              <a:ext cx="2130425" cy="1571625"/>
            </a:xfrm>
            <a:custGeom>
              <a:avLst/>
              <a:gdLst/>
              <a:ahLst/>
              <a:cxnLst/>
              <a:rect l="l" t="t" r="r" b="b"/>
              <a:pathLst>
                <a:path w="1342" h="990" extrusionOk="0">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41"/>
            <p:cNvSpPr/>
            <p:nvPr/>
          </p:nvSpPr>
          <p:spPr>
            <a:xfrm>
              <a:off x="1320800" y="5238750"/>
              <a:ext cx="1695450" cy="1619250"/>
            </a:xfrm>
            <a:custGeom>
              <a:avLst/>
              <a:gdLst/>
              <a:ahLst/>
              <a:cxnLst/>
              <a:rect l="l" t="t" r="r" b="b"/>
              <a:pathLst>
                <a:path w="1068" h="1020" extrusionOk="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41"/>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000"/>
              <a:buFont typeface="Corbel"/>
              <a:buNone/>
              <a:defRPr sz="40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8" name="Google Shape;18;p41"/>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marR="0" lvl="0" indent="-449580" algn="l" rtl="0">
              <a:lnSpc>
                <a:spcPct val="100000"/>
              </a:lnSpc>
              <a:spcBef>
                <a:spcPts val="480"/>
              </a:spcBef>
              <a:spcAft>
                <a:spcPts val="0"/>
              </a:spcAft>
              <a:buClr>
                <a:srgbClr val="1186C3"/>
              </a:buClr>
              <a:buSzPts val="3480"/>
              <a:buFont typeface="Arial"/>
              <a:buChar char="•"/>
              <a:defRPr sz="2400" b="0" i="0" u="none" strike="noStrike" cap="none">
                <a:solidFill>
                  <a:schemeClr val="dk1"/>
                </a:solidFill>
                <a:latin typeface="Corbel"/>
                <a:ea typeface="Corbel"/>
                <a:cs typeface="Corbel"/>
                <a:sym typeface="Corbel"/>
              </a:defRPr>
            </a:lvl1pPr>
            <a:lvl2pPr marL="914400" marR="0" lvl="1" indent="-412750" algn="l" rtl="0">
              <a:lnSpc>
                <a:spcPct val="100000"/>
              </a:lnSpc>
              <a:spcBef>
                <a:spcPts val="600"/>
              </a:spcBef>
              <a:spcAft>
                <a:spcPts val="0"/>
              </a:spcAft>
              <a:buClr>
                <a:srgbClr val="1186C3"/>
              </a:buClr>
              <a:buSzPts val="2900"/>
              <a:buFont typeface="Arial"/>
              <a:buChar char="•"/>
              <a:defRPr sz="2000" b="0" i="0" u="none" strike="noStrike" cap="none">
                <a:solidFill>
                  <a:schemeClr val="dk1"/>
                </a:solidFill>
                <a:latin typeface="Corbel"/>
                <a:ea typeface="Corbel"/>
                <a:cs typeface="Corbel"/>
                <a:sym typeface="Corbel"/>
              </a:defRPr>
            </a:lvl2pPr>
            <a:lvl3pPr marL="1371600" marR="0" lvl="2" indent="-394335" algn="l" rtl="0">
              <a:lnSpc>
                <a:spcPct val="100000"/>
              </a:lnSpc>
              <a:spcBef>
                <a:spcPts val="600"/>
              </a:spcBef>
              <a:spcAft>
                <a:spcPts val="0"/>
              </a:spcAft>
              <a:buClr>
                <a:srgbClr val="1186C3"/>
              </a:buClr>
              <a:buSzPts val="2610"/>
              <a:buFont typeface="Arial"/>
              <a:buChar char="•"/>
              <a:defRPr sz="1800" b="0" i="0" u="none" strike="noStrike" cap="none">
                <a:solidFill>
                  <a:schemeClr val="dk1"/>
                </a:solidFill>
                <a:latin typeface="Corbel"/>
                <a:ea typeface="Corbel"/>
                <a:cs typeface="Corbel"/>
                <a:sym typeface="Corbel"/>
              </a:defRPr>
            </a:lvl3pPr>
            <a:lvl4pPr marL="1828800" marR="0" lvl="3" indent="-375919" algn="l" rtl="0">
              <a:lnSpc>
                <a:spcPct val="100000"/>
              </a:lnSpc>
              <a:spcBef>
                <a:spcPts val="600"/>
              </a:spcBef>
              <a:spcAft>
                <a:spcPts val="0"/>
              </a:spcAft>
              <a:buClr>
                <a:srgbClr val="1186C3"/>
              </a:buClr>
              <a:buSzPts val="2320"/>
              <a:buFont typeface="Arial"/>
              <a:buChar char="•"/>
              <a:defRPr sz="1600" b="0" i="0" u="none" strike="noStrike" cap="none">
                <a:solidFill>
                  <a:schemeClr val="dk1"/>
                </a:solidFill>
                <a:latin typeface="Corbel"/>
                <a:ea typeface="Corbel"/>
                <a:cs typeface="Corbel"/>
                <a:sym typeface="Corbel"/>
              </a:defRPr>
            </a:lvl4pPr>
            <a:lvl5pPr marL="2286000" marR="0" lvl="4"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5pPr>
            <a:lvl6pPr marL="2743200" marR="0" lvl="5"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6pPr>
            <a:lvl7pPr marL="3200400" marR="0" lvl="6"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7pPr>
            <a:lvl8pPr marL="3657600" marR="0" lvl="7" indent="-357504" algn="l" rtl="0">
              <a:lnSpc>
                <a:spcPct val="100000"/>
              </a:lnSpc>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8pPr>
            <a:lvl9pPr marL="4114800" marR="0" lvl="8" indent="-357504" algn="l" rtl="0">
              <a:lnSpc>
                <a:spcPct val="100000"/>
              </a:lnSpc>
              <a:spcBef>
                <a:spcPts val="600"/>
              </a:spcBef>
              <a:spcAft>
                <a:spcPts val="600"/>
              </a:spcAft>
              <a:buClr>
                <a:srgbClr val="1186C3"/>
              </a:buClr>
              <a:buSzPts val="2030"/>
              <a:buFont typeface="Arial"/>
              <a:buChar char="•"/>
              <a:defRPr sz="1400" b="0" i="0" u="none" strike="noStrike" cap="none">
                <a:solidFill>
                  <a:schemeClr val="dk1"/>
                </a:solidFill>
                <a:latin typeface="Corbel"/>
                <a:ea typeface="Corbel"/>
                <a:cs typeface="Corbel"/>
                <a:sym typeface="Corbel"/>
              </a:defRPr>
            </a:lvl9pPr>
          </a:lstStyle>
          <a:p>
            <a:endParaRPr/>
          </a:p>
        </p:txBody>
      </p:sp>
      <p:sp>
        <p:nvSpPr>
          <p:cNvPr id="19" name="Google Shape;19;p4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9pPr>
          </a:lstStyle>
          <a:p>
            <a:endParaRPr/>
          </a:p>
        </p:txBody>
      </p:sp>
      <p:sp>
        <p:nvSpPr>
          <p:cNvPr id="20" name="Google Shape;20;p4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orbel"/>
                <a:ea typeface="Corbel"/>
                <a:cs typeface="Corbel"/>
                <a:sym typeface="Corbel"/>
              </a:defRPr>
            </a:lvl9pPr>
          </a:lstStyle>
          <a:p>
            <a:endParaRPr/>
          </a:p>
        </p:txBody>
      </p:sp>
      <p:sp>
        <p:nvSpPr>
          <p:cNvPr id="21" name="Google Shape;21;p4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23.png"/><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23.png"/><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oleObject" Target="../embeddings/oleObject7.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33.png"/><Relationship Id="rId4" Type="http://schemas.openxmlformats.org/officeDocument/2006/relationships/oleObject" Target="../embeddings/oleObject5.bin"/><Relationship Id="rId9"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2.png"/><Relationship Id="rId9" Type="http://schemas.openxmlformats.org/officeDocument/2006/relationships/image" Target="../media/image66.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8.jp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Objectives</a:t>
            </a:r>
            <a:endParaRPr/>
          </a:p>
        </p:txBody>
      </p:sp>
      <p:sp>
        <p:nvSpPr>
          <p:cNvPr id="147" name="Google Shape;147;p2"/>
          <p:cNvSpPr txBox="1">
            <a:spLocks noGrp="1"/>
          </p:cNvSpPr>
          <p:nvPr>
            <p:ph type="body" idx="1"/>
          </p:nvPr>
        </p:nvSpPr>
        <p:spPr>
          <a:xfrm>
            <a:off x="1484310" y="1066801"/>
            <a:ext cx="10018713" cy="4724400"/>
          </a:xfrm>
          <a:prstGeom prst="rect">
            <a:avLst/>
          </a:prstGeom>
          <a:noFill/>
          <a:ln>
            <a:noFill/>
          </a:ln>
        </p:spPr>
        <p:txBody>
          <a:bodyPr spcFirstLastPara="1" wrap="square" lIns="91425" tIns="45700" rIns="91425" bIns="45700" anchor="ctr" anchorCtr="0">
            <a:normAutofit/>
          </a:bodyPr>
          <a:lstStyle/>
          <a:p>
            <a:pPr marL="285750" lvl="0" indent="-285750" algn="l" rtl="0">
              <a:lnSpc>
                <a:spcPct val="100000"/>
              </a:lnSpc>
              <a:spcBef>
                <a:spcPts val="0"/>
              </a:spcBef>
              <a:spcAft>
                <a:spcPts val="0"/>
              </a:spcAft>
              <a:buSzPts val="3480"/>
              <a:buChar char="•"/>
            </a:pPr>
            <a:r>
              <a:rPr lang="en-US" sz="3200"/>
              <a:t>Short overview of the Network Layer</a:t>
            </a:r>
            <a:endParaRPr sz="3200"/>
          </a:p>
          <a:p>
            <a:pPr marL="285750" lvl="0" indent="-285750" algn="l" rtl="0">
              <a:lnSpc>
                <a:spcPct val="100000"/>
              </a:lnSpc>
              <a:spcBef>
                <a:spcPts val="1080"/>
              </a:spcBef>
              <a:spcAft>
                <a:spcPts val="0"/>
              </a:spcAft>
              <a:buSzPts val="3480"/>
              <a:buChar char="•"/>
            </a:pPr>
            <a:r>
              <a:rPr lang="en-US" sz="3200"/>
              <a:t>Packet Switching: Virtual Circuits &amp; Datagram Networks</a:t>
            </a:r>
            <a:endParaRPr sz="3200"/>
          </a:p>
          <a:p>
            <a:pPr marL="285750" lvl="0" indent="-285750" algn="l" rtl="0">
              <a:lnSpc>
                <a:spcPct val="100000"/>
              </a:lnSpc>
              <a:spcBef>
                <a:spcPts val="1080"/>
              </a:spcBef>
              <a:spcAft>
                <a:spcPts val="0"/>
              </a:spcAft>
              <a:buSzPts val="3480"/>
              <a:buChar char="•"/>
            </a:pPr>
            <a:r>
              <a:rPr lang="en-US" sz="3200"/>
              <a:t>IPv4 Packet Format</a:t>
            </a:r>
            <a:endParaRPr/>
          </a:p>
          <a:p>
            <a:pPr marL="285750" lvl="0" indent="-285750" algn="l" rtl="0">
              <a:lnSpc>
                <a:spcPct val="100000"/>
              </a:lnSpc>
              <a:spcBef>
                <a:spcPts val="1080"/>
              </a:spcBef>
              <a:spcAft>
                <a:spcPts val="0"/>
              </a:spcAft>
              <a:buSzPts val="3480"/>
              <a:buChar char="•"/>
            </a:pPr>
            <a:r>
              <a:rPr lang="en-US" sz="3200"/>
              <a:t>IP Fragmentation &amp; Reassembly</a:t>
            </a:r>
            <a:endParaRPr sz="3200"/>
          </a:p>
          <a:p>
            <a:pPr marL="285750" lvl="0" indent="-285750" algn="l" rtl="0">
              <a:lnSpc>
                <a:spcPct val="100000"/>
              </a:lnSpc>
              <a:spcBef>
                <a:spcPts val="1080"/>
              </a:spcBef>
              <a:spcAft>
                <a:spcPts val="0"/>
              </a:spcAft>
              <a:buSzPts val="3480"/>
              <a:buChar char="•"/>
            </a:pPr>
            <a:r>
              <a:rPr lang="en-US" sz="3200"/>
              <a:t>ICMP</a:t>
            </a:r>
            <a:endParaRPr sz="3200"/>
          </a:p>
          <a:p>
            <a:pPr marL="742950" lvl="1" indent="-285750" algn="l" rtl="0">
              <a:lnSpc>
                <a:spcPct val="100000"/>
              </a:lnSpc>
              <a:spcBef>
                <a:spcPts val="1000"/>
              </a:spcBef>
              <a:spcAft>
                <a:spcPts val="0"/>
              </a:spcAft>
              <a:buSzPts val="2900"/>
              <a:buChar char="•"/>
            </a:pPr>
            <a:r>
              <a:rPr lang="en-US" sz="3200"/>
              <a:t>Ping</a:t>
            </a:r>
            <a:endParaRPr sz="3200"/>
          </a:p>
          <a:p>
            <a:pPr marL="742950" lvl="1" indent="-285750" algn="l" rtl="0">
              <a:lnSpc>
                <a:spcPct val="100000"/>
              </a:lnSpc>
              <a:spcBef>
                <a:spcPts val="1000"/>
              </a:spcBef>
              <a:spcAft>
                <a:spcPts val="0"/>
              </a:spcAft>
              <a:buSzPts val="2900"/>
              <a:buChar char="•"/>
            </a:pPr>
            <a:r>
              <a:rPr lang="en-US" sz="3200"/>
              <a:t>Traceroute</a:t>
            </a:r>
            <a:endParaRPr sz="3200"/>
          </a:p>
        </p:txBody>
      </p:sp>
      <p:pic>
        <p:nvPicPr>
          <p:cNvPr id="148" name="Google Shape;148;p2"/>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59"/>
          <p:cNvSpPr/>
          <p:nvPr/>
        </p:nvSpPr>
        <p:spPr>
          <a:xfrm>
            <a:off x="9089873" y="3959662"/>
            <a:ext cx="1314450" cy="674687"/>
          </a:xfrm>
          <a:custGeom>
            <a:avLst/>
            <a:gdLst/>
            <a:ahLst/>
            <a:cxnLst/>
            <a:rect l="l" t="t" r="r" b="b"/>
            <a:pathLst>
              <a:path w="828" h="425" extrusionOk="0">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59"/>
          <p:cNvSpPr/>
          <p:nvPr/>
        </p:nvSpPr>
        <p:spPr>
          <a:xfrm>
            <a:off x="9108924" y="2434073"/>
            <a:ext cx="1730375" cy="1125538"/>
          </a:xfrm>
          <a:custGeom>
            <a:avLst/>
            <a:gdLst/>
            <a:ahLst/>
            <a:cxnLst/>
            <a:rect l="l" t="t" r="r" b="b"/>
            <a:pathLst>
              <a:path w="765" h="459" extrusionOk="0">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59"/>
          <p:cNvSpPr/>
          <p:nvPr/>
        </p:nvSpPr>
        <p:spPr>
          <a:xfrm>
            <a:off x="7288061" y="2141974"/>
            <a:ext cx="1736725" cy="1071563"/>
          </a:xfrm>
          <a:custGeom>
            <a:avLst/>
            <a:gdLst/>
            <a:ahLst/>
            <a:cxnLst/>
            <a:rect l="l" t="t" r="r" b="b"/>
            <a:pathLst>
              <a:path w="1036" h="675" extrusionOk="0">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6" name="Google Shape;156;p59"/>
          <p:cNvGrpSpPr/>
          <p:nvPr/>
        </p:nvGrpSpPr>
        <p:grpSpPr>
          <a:xfrm>
            <a:off x="7364261" y="3407211"/>
            <a:ext cx="1458913" cy="933450"/>
            <a:chOff x="2889" y="1631"/>
            <a:chExt cx="980" cy="743"/>
          </a:xfrm>
        </p:grpSpPr>
        <p:sp>
          <p:nvSpPr>
            <p:cNvPr id="157" name="Google Shape;157;p59"/>
            <p:cNvSpPr/>
            <p:nvPr/>
          </p:nvSpPr>
          <p:spPr>
            <a:xfrm>
              <a:off x="3046" y="1841"/>
              <a:ext cx="663" cy="533"/>
            </a:xfrm>
            <a:prstGeom prst="rect">
              <a:avLst/>
            </a:prstGeom>
            <a:solidFill>
              <a:srgbClr val="00CC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8" name="Google Shape;158;p59"/>
            <p:cNvSpPr/>
            <p:nvPr/>
          </p:nvSpPr>
          <p:spPr>
            <a:xfrm>
              <a:off x="2889" y="1631"/>
              <a:ext cx="980" cy="253"/>
            </a:xfrm>
            <a:prstGeom prst="triangle">
              <a:avLst>
                <a:gd name="adj" fmla="val 50000"/>
              </a:avLst>
            </a:prstGeom>
            <a:solidFill>
              <a:srgbClr val="00CC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00CCFF"/>
                </a:solidFill>
                <a:latin typeface="Arial"/>
                <a:ea typeface="Arial"/>
                <a:cs typeface="Arial"/>
                <a:sym typeface="Arial"/>
              </a:endParaRPr>
            </a:p>
          </p:txBody>
        </p:sp>
      </p:grpSp>
      <p:cxnSp>
        <p:nvCxnSpPr>
          <p:cNvPr id="159" name="Google Shape;159;p59"/>
          <p:cNvCxnSpPr/>
          <p:nvPr/>
        </p:nvCxnSpPr>
        <p:spPr>
          <a:xfrm>
            <a:off x="9481986" y="4245411"/>
            <a:ext cx="163513" cy="120650"/>
          </a:xfrm>
          <a:prstGeom prst="straightConnector1">
            <a:avLst/>
          </a:prstGeom>
          <a:noFill/>
          <a:ln w="9525" cap="flat" cmpd="sng">
            <a:solidFill>
              <a:schemeClr val="dk1"/>
            </a:solidFill>
            <a:prstDash val="solid"/>
            <a:round/>
            <a:headEnd type="none" w="sm" len="sm"/>
            <a:tailEnd type="none" w="sm" len="sm"/>
          </a:ln>
        </p:spPr>
      </p:cxnSp>
      <p:cxnSp>
        <p:nvCxnSpPr>
          <p:cNvPr id="160" name="Google Shape;160;p59"/>
          <p:cNvCxnSpPr/>
          <p:nvPr/>
        </p:nvCxnSpPr>
        <p:spPr>
          <a:xfrm>
            <a:off x="9578823" y="4166036"/>
            <a:ext cx="279400" cy="0"/>
          </a:xfrm>
          <a:prstGeom prst="straightConnector1">
            <a:avLst/>
          </a:prstGeom>
          <a:noFill/>
          <a:ln w="9525" cap="flat" cmpd="sng">
            <a:solidFill>
              <a:schemeClr val="dk1"/>
            </a:solidFill>
            <a:prstDash val="solid"/>
            <a:round/>
            <a:headEnd type="none" w="sm" len="sm"/>
            <a:tailEnd type="none" w="sm" len="sm"/>
          </a:ln>
        </p:spPr>
      </p:cxnSp>
      <p:cxnSp>
        <p:nvCxnSpPr>
          <p:cNvPr id="161" name="Google Shape;161;p59"/>
          <p:cNvCxnSpPr/>
          <p:nvPr/>
        </p:nvCxnSpPr>
        <p:spPr>
          <a:xfrm rot="10800000" flipH="1">
            <a:off x="9815360" y="4251762"/>
            <a:ext cx="134938" cy="104775"/>
          </a:xfrm>
          <a:prstGeom prst="straightConnector1">
            <a:avLst/>
          </a:prstGeom>
          <a:noFill/>
          <a:ln w="9525" cap="flat" cmpd="sng">
            <a:solidFill>
              <a:schemeClr val="dk1"/>
            </a:solidFill>
            <a:prstDash val="solid"/>
            <a:round/>
            <a:headEnd type="none" w="sm" len="sm"/>
            <a:tailEnd type="none" w="sm" len="sm"/>
          </a:ln>
        </p:spPr>
      </p:cxnSp>
      <p:cxnSp>
        <p:nvCxnSpPr>
          <p:cNvPr id="162" name="Google Shape;162;p59"/>
          <p:cNvCxnSpPr/>
          <p:nvPr/>
        </p:nvCxnSpPr>
        <p:spPr>
          <a:xfrm>
            <a:off x="8513610" y="4172386"/>
            <a:ext cx="679450" cy="0"/>
          </a:xfrm>
          <a:prstGeom prst="straightConnector1">
            <a:avLst/>
          </a:prstGeom>
          <a:noFill/>
          <a:ln w="9525" cap="flat" cmpd="sng">
            <a:solidFill>
              <a:schemeClr val="dk1"/>
            </a:solidFill>
            <a:prstDash val="solid"/>
            <a:round/>
            <a:headEnd type="none" w="sm" len="sm"/>
            <a:tailEnd type="none" w="sm" len="sm"/>
          </a:ln>
        </p:spPr>
      </p:cxnSp>
      <p:cxnSp>
        <p:nvCxnSpPr>
          <p:cNvPr id="163" name="Google Shape;163;p59"/>
          <p:cNvCxnSpPr/>
          <p:nvPr/>
        </p:nvCxnSpPr>
        <p:spPr>
          <a:xfrm>
            <a:off x="8808885" y="3019862"/>
            <a:ext cx="509588" cy="3175"/>
          </a:xfrm>
          <a:prstGeom prst="straightConnector1">
            <a:avLst/>
          </a:prstGeom>
          <a:noFill/>
          <a:ln w="9525" cap="flat" cmpd="sng">
            <a:solidFill>
              <a:schemeClr val="dk1"/>
            </a:solidFill>
            <a:prstDash val="solid"/>
            <a:round/>
            <a:headEnd type="none" w="sm" len="sm"/>
            <a:tailEnd type="none" w="sm" len="sm"/>
          </a:ln>
        </p:spPr>
      </p:cxnSp>
      <p:cxnSp>
        <p:nvCxnSpPr>
          <p:cNvPr id="164" name="Google Shape;164;p59"/>
          <p:cNvCxnSpPr/>
          <p:nvPr/>
        </p:nvCxnSpPr>
        <p:spPr>
          <a:xfrm>
            <a:off x="8375498" y="2835711"/>
            <a:ext cx="152400" cy="95250"/>
          </a:xfrm>
          <a:prstGeom prst="straightConnector1">
            <a:avLst/>
          </a:prstGeom>
          <a:noFill/>
          <a:ln w="9525" cap="flat" cmpd="sng">
            <a:solidFill>
              <a:schemeClr val="dk1"/>
            </a:solidFill>
            <a:prstDash val="solid"/>
            <a:round/>
            <a:headEnd type="none" w="sm" len="sm"/>
            <a:tailEnd type="none" w="sm" len="sm"/>
          </a:ln>
        </p:spPr>
      </p:cxnSp>
      <p:sp>
        <p:nvSpPr>
          <p:cNvPr id="165" name="Google Shape;165;p59"/>
          <p:cNvSpPr/>
          <p:nvPr/>
        </p:nvSpPr>
        <p:spPr>
          <a:xfrm>
            <a:off x="7583335" y="4810562"/>
            <a:ext cx="3079750" cy="1665287"/>
          </a:xfrm>
          <a:custGeom>
            <a:avLst/>
            <a:gdLst/>
            <a:ahLst/>
            <a:cxnLst/>
            <a:rect l="l" t="t" r="r" b="b"/>
            <a:pathLst>
              <a:path w="1940" h="1049" extrusionOk="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66" name="Google Shape;166;p59"/>
          <p:cNvCxnSpPr/>
          <p:nvPr/>
        </p:nvCxnSpPr>
        <p:spPr>
          <a:xfrm rot="5400000" flipH="1">
            <a:off x="9882829" y="5682892"/>
            <a:ext cx="474662" cy="6350"/>
          </a:xfrm>
          <a:prstGeom prst="straightConnector1">
            <a:avLst/>
          </a:prstGeom>
          <a:noFill/>
          <a:ln w="12700" cap="flat" cmpd="sng">
            <a:solidFill>
              <a:schemeClr val="dk1"/>
            </a:solidFill>
            <a:prstDash val="solid"/>
            <a:round/>
            <a:headEnd type="none" w="sm" len="sm"/>
            <a:tailEnd type="none" w="sm" len="sm"/>
          </a:ln>
        </p:spPr>
      </p:cxnSp>
      <p:cxnSp>
        <p:nvCxnSpPr>
          <p:cNvPr id="167" name="Google Shape;167;p59"/>
          <p:cNvCxnSpPr/>
          <p:nvPr/>
        </p:nvCxnSpPr>
        <p:spPr>
          <a:xfrm rot="-5400000" flipH="1">
            <a:off x="10077299" y="5872599"/>
            <a:ext cx="3175" cy="85725"/>
          </a:xfrm>
          <a:prstGeom prst="straightConnector1">
            <a:avLst/>
          </a:prstGeom>
          <a:noFill/>
          <a:ln w="12700" cap="flat" cmpd="sng">
            <a:solidFill>
              <a:schemeClr val="dk2"/>
            </a:solidFill>
            <a:prstDash val="solid"/>
            <a:round/>
            <a:headEnd type="none" w="sm" len="sm"/>
            <a:tailEnd type="none" w="sm" len="sm"/>
          </a:ln>
        </p:spPr>
      </p:cxnSp>
      <p:cxnSp>
        <p:nvCxnSpPr>
          <p:cNvPr id="168" name="Google Shape;168;p59"/>
          <p:cNvCxnSpPr/>
          <p:nvPr/>
        </p:nvCxnSpPr>
        <p:spPr>
          <a:xfrm rot="-5400000" flipH="1">
            <a:off x="10185248" y="5470961"/>
            <a:ext cx="193675" cy="76200"/>
          </a:xfrm>
          <a:prstGeom prst="straightConnector1">
            <a:avLst/>
          </a:prstGeom>
          <a:noFill/>
          <a:ln w="12700" cap="flat" cmpd="sng">
            <a:solidFill>
              <a:schemeClr val="dk1"/>
            </a:solidFill>
            <a:prstDash val="solid"/>
            <a:round/>
            <a:headEnd type="none" w="sm" len="sm"/>
            <a:tailEnd type="none" w="sm" len="sm"/>
          </a:ln>
        </p:spPr>
      </p:cxnSp>
      <p:cxnSp>
        <p:nvCxnSpPr>
          <p:cNvPr id="169" name="Google Shape;169;p59"/>
          <p:cNvCxnSpPr/>
          <p:nvPr/>
        </p:nvCxnSpPr>
        <p:spPr>
          <a:xfrm>
            <a:off x="9443886" y="5129648"/>
            <a:ext cx="390525" cy="184150"/>
          </a:xfrm>
          <a:prstGeom prst="straightConnector1">
            <a:avLst/>
          </a:prstGeom>
          <a:noFill/>
          <a:ln w="9525" cap="flat" cmpd="sng">
            <a:solidFill>
              <a:schemeClr val="dk1"/>
            </a:solidFill>
            <a:prstDash val="solid"/>
            <a:round/>
            <a:headEnd type="none" w="sm" len="sm"/>
            <a:tailEnd type="none" w="sm" len="sm"/>
          </a:ln>
        </p:spPr>
      </p:cxnSp>
      <p:cxnSp>
        <p:nvCxnSpPr>
          <p:cNvPr id="170" name="Google Shape;170;p59"/>
          <p:cNvCxnSpPr/>
          <p:nvPr/>
        </p:nvCxnSpPr>
        <p:spPr>
          <a:xfrm rot="10800000" flipH="1">
            <a:off x="8823173" y="5116948"/>
            <a:ext cx="322262" cy="198438"/>
          </a:xfrm>
          <a:prstGeom prst="straightConnector1">
            <a:avLst/>
          </a:prstGeom>
          <a:noFill/>
          <a:ln w="9525" cap="flat" cmpd="sng">
            <a:solidFill>
              <a:schemeClr val="dk1"/>
            </a:solidFill>
            <a:prstDash val="solid"/>
            <a:round/>
            <a:headEnd type="none" w="sm" len="sm"/>
            <a:tailEnd type="none" w="sm" len="sm"/>
          </a:ln>
        </p:spPr>
      </p:cxnSp>
      <p:cxnSp>
        <p:nvCxnSpPr>
          <p:cNvPr id="171" name="Google Shape;171;p59"/>
          <p:cNvCxnSpPr/>
          <p:nvPr/>
        </p:nvCxnSpPr>
        <p:spPr>
          <a:xfrm>
            <a:off x="8866035" y="5409048"/>
            <a:ext cx="971550" cy="0"/>
          </a:xfrm>
          <a:prstGeom prst="straightConnector1">
            <a:avLst/>
          </a:prstGeom>
          <a:noFill/>
          <a:ln w="9525" cap="flat" cmpd="sng">
            <a:solidFill>
              <a:schemeClr val="dk1"/>
            </a:solidFill>
            <a:prstDash val="solid"/>
            <a:round/>
            <a:headEnd type="none" w="sm" len="sm"/>
            <a:tailEnd type="none" w="sm" len="sm"/>
          </a:ln>
        </p:spPr>
      </p:cxnSp>
      <p:cxnSp>
        <p:nvCxnSpPr>
          <p:cNvPr id="172" name="Google Shape;172;p59"/>
          <p:cNvCxnSpPr/>
          <p:nvPr/>
        </p:nvCxnSpPr>
        <p:spPr>
          <a:xfrm>
            <a:off x="8186586" y="5205848"/>
            <a:ext cx="233363" cy="95250"/>
          </a:xfrm>
          <a:prstGeom prst="straightConnector1">
            <a:avLst/>
          </a:prstGeom>
          <a:noFill/>
          <a:ln w="9525" cap="flat" cmpd="sng">
            <a:solidFill>
              <a:schemeClr val="dk1"/>
            </a:solidFill>
            <a:prstDash val="solid"/>
            <a:round/>
            <a:headEnd type="none" w="sm" len="sm"/>
            <a:tailEnd type="none" w="sm" len="sm"/>
          </a:ln>
        </p:spPr>
      </p:cxnSp>
      <p:cxnSp>
        <p:nvCxnSpPr>
          <p:cNvPr id="173" name="Google Shape;173;p59"/>
          <p:cNvCxnSpPr/>
          <p:nvPr/>
        </p:nvCxnSpPr>
        <p:spPr>
          <a:xfrm rot="10800000" flipH="1">
            <a:off x="7927824" y="5442386"/>
            <a:ext cx="403225" cy="100012"/>
          </a:xfrm>
          <a:prstGeom prst="straightConnector1">
            <a:avLst/>
          </a:prstGeom>
          <a:noFill/>
          <a:ln w="9525" cap="flat" cmpd="sng">
            <a:solidFill>
              <a:schemeClr val="dk1"/>
            </a:solidFill>
            <a:prstDash val="solid"/>
            <a:round/>
            <a:headEnd type="none" w="sm" len="sm"/>
            <a:tailEnd type="none" w="sm" len="sm"/>
          </a:ln>
        </p:spPr>
      </p:cxnSp>
      <p:cxnSp>
        <p:nvCxnSpPr>
          <p:cNvPr id="174" name="Google Shape;174;p59"/>
          <p:cNvCxnSpPr/>
          <p:nvPr/>
        </p:nvCxnSpPr>
        <p:spPr>
          <a:xfrm flipH="1">
            <a:off x="8353273" y="5497948"/>
            <a:ext cx="177800" cy="203200"/>
          </a:xfrm>
          <a:prstGeom prst="straightConnector1">
            <a:avLst/>
          </a:prstGeom>
          <a:noFill/>
          <a:ln w="9525" cap="flat" cmpd="sng">
            <a:solidFill>
              <a:schemeClr val="dk1"/>
            </a:solidFill>
            <a:prstDash val="solid"/>
            <a:round/>
            <a:headEnd type="none" w="sm" len="sm"/>
            <a:tailEnd type="none" w="sm" len="sm"/>
          </a:ln>
        </p:spPr>
      </p:cxnSp>
      <p:cxnSp>
        <p:nvCxnSpPr>
          <p:cNvPr id="175" name="Google Shape;175;p59"/>
          <p:cNvCxnSpPr/>
          <p:nvPr/>
        </p:nvCxnSpPr>
        <p:spPr>
          <a:xfrm rot="10800000">
            <a:off x="8746974" y="5482074"/>
            <a:ext cx="1587" cy="220663"/>
          </a:xfrm>
          <a:prstGeom prst="straightConnector1">
            <a:avLst/>
          </a:prstGeom>
          <a:noFill/>
          <a:ln w="9525" cap="flat" cmpd="sng">
            <a:solidFill>
              <a:schemeClr val="dk1"/>
            </a:solidFill>
            <a:prstDash val="solid"/>
            <a:round/>
            <a:headEnd type="none" w="sm" len="sm"/>
            <a:tailEnd type="none" w="sm" len="sm"/>
          </a:ln>
        </p:spPr>
      </p:cxnSp>
      <p:cxnSp>
        <p:nvCxnSpPr>
          <p:cNvPr id="176" name="Google Shape;176;p59"/>
          <p:cNvCxnSpPr/>
          <p:nvPr/>
        </p:nvCxnSpPr>
        <p:spPr>
          <a:xfrm>
            <a:off x="8829524" y="5485249"/>
            <a:ext cx="503237" cy="269875"/>
          </a:xfrm>
          <a:prstGeom prst="straightConnector1">
            <a:avLst/>
          </a:prstGeom>
          <a:noFill/>
          <a:ln w="9525" cap="flat" cmpd="sng">
            <a:solidFill>
              <a:schemeClr val="dk1"/>
            </a:solidFill>
            <a:prstDash val="solid"/>
            <a:round/>
            <a:headEnd type="none" w="sm" len="sm"/>
            <a:tailEnd type="none" w="sm" len="sm"/>
          </a:ln>
        </p:spPr>
      </p:cxnSp>
      <p:cxnSp>
        <p:nvCxnSpPr>
          <p:cNvPr id="177" name="Google Shape;177;p59"/>
          <p:cNvCxnSpPr/>
          <p:nvPr/>
        </p:nvCxnSpPr>
        <p:spPr>
          <a:xfrm>
            <a:off x="8367560" y="3954899"/>
            <a:ext cx="0" cy="131763"/>
          </a:xfrm>
          <a:prstGeom prst="straightConnector1">
            <a:avLst/>
          </a:prstGeom>
          <a:noFill/>
          <a:ln w="9525" cap="flat" cmpd="sng">
            <a:solidFill>
              <a:schemeClr val="dk1"/>
            </a:solidFill>
            <a:prstDash val="solid"/>
            <a:round/>
            <a:headEnd type="none" w="sm" len="sm"/>
            <a:tailEnd type="none" w="sm" len="sm"/>
          </a:ln>
        </p:spPr>
      </p:cxnSp>
      <p:cxnSp>
        <p:nvCxnSpPr>
          <p:cNvPr id="178" name="Google Shape;178;p59"/>
          <p:cNvCxnSpPr/>
          <p:nvPr/>
        </p:nvCxnSpPr>
        <p:spPr>
          <a:xfrm rot="10800000" flipH="1">
            <a:off x="9662961" y="2924611"/>
            <a:ext cx="123825" cy="87312"/>
          </a:xfrm>
          <a:prstGeom prst="straightConnector1">
            <a:avLst/>
          </a:prstGeom>
          <a:noFill/>
          <a:ln w="9525" cap="flat" cmpd="sng">
            <a:solidFill>
              <a:schemeClr val="dk1"/>
            </a:solidFill>
            <a:prstDash val="solid"/>
            <a:round/>
            <a:headEnd type="none" w="sm" len="sm"/>
            <a:tailEnd type="none" w="sm" len="sm"/>
          </a:ln>
        </p:spPr>
      </p:cxnSp>
      <p:cxnSp>
        <p:nvCxnSpPr>
          <p:cNvPr id="179" name="Google Shape;179;p59"/>
          <p:cNvCxnSpPr/>
          <p:nvPr/>
        </p:nvCxnSpPr>
        <p:spPr>
          <a:xfrm>
            <a:off x="9491510" y="3097648"/>
            <a:ext cx="0" cy="82550"/>
          </a:xfrm>
          <a:prstGeom prst="straightConnector1">
            <a:avLst/>
          </a:prstGeom>
          <a:noFill/>
          <a:ln w="9525" cap="flat" cmpd="sng">
            <a:solidFill>
              <a:schemeClr val="dk1"/>
            </a:solidFill>
            <a:prstDash val="solid"/>
            <a:round/>
            <a:headEnd type="none" w="sm" len="sm"/>
            <a:tailEnd type="none" w="sm" len="sm"/>
          </a:ln>
        </p:spPr>
      </p:cxnSp>
      <p:cxnSp>
        <p:nvCxnSpPr>
          <p:cNvPr id="180" name="Google Shape;180;p59"/>
          <p:cNvCxnSpPr/>
          <p:nvPr/>
        </p:nvCxnSpPr>
        <p:spPr>
          <a:xfrm rot="10800000" flipH="1">
            <a:off x="9662961" y="2994462"/>
            <a:ext cx="263525" cy="288925"/>
          </a:xfrm>
          <a:prstGeom prst="straightConnector1">
            <a:avLst/>
          </a:prstGeom>
          <a:noFill/>
          <a:ln w="9525" cap="flat" cmpd="sng">
            <a:solidFill>
              <a:schemeClr val="dk1"/>
            </a:solidFill>
            <a:prstDash val="solid"/>
            <a:round/>
            <a:headEnd type="none" w="sm" len="sm"/>
            <a:tailEnd type="none" w="sm" len="sm"/>
          </a:ln>
        </p:spPr>
      </p:cxnSp>
      <p:cxnSp>
        <p:nvCxnSpPr>
          <p:cNvPr id="181" name="Google Shape;181;p59"/>
          <p:cNvCxnSpPr/>
          <p:nvPr/>
        </p:nvCxnSpPr>
        <p:spPr>
          <a:xfrm>
            <a:off x="10028085" y="2992873"/>
            <a:ext cx="0" cy="196850"/>
          </a:xfrm>
          <a:prstGeom prst="straightConnector1">
            <a:avLst/>
          </a:prstGeom>
          <a:noFill/>
          <a:ln w="9525" cap="flat" cmpd="sng">
            <a:solidFill>
              <a:schemeClr val="dk1"/>
            </a:solidFill>
            <a:prstDash val="solid"/>
            <a:round/>
            <a:headEnd type="none" w="sm" len="sm"/>
            <a:tailEnd type="none" w="sm" len="sm"/>
          </a:ln>
        </p:spPr>
      </p:cxnSp>
      <p:cxnSp>
        <p:nvCxnSpPr>
          <p:cNvPr id="182" name="Google Shape;182;p59"/>
          <p:cNvCxnSpPr/>
          <p:nvPr/>
        </p:nvCxnSpPr>
        <p:spPr>
          <a:xfrm>
            <a:off x="9682011" y="3299261"/>
            <a:ext cx="188913" cy="0"/>
          </a:xfrm>
          <a:prstGeom prst="straightConnector1">
            <a:avLst/>
          </a:prstGeom>
          <a:noFill/>
          <a:ln w="9525" cap="flat" cmpd="sng">
            <a:solidFill>
              <a:schemeClr val="dk1"/>
            </a:solidFill>
            <a:prstDash val="solid"/>
            <a:round/>
            <a:headEnd type="none" w="sm" len="sm"/>
            <a:tailEnd type="none" w="sm" len="sm"/>
          </a:ln>
        </p:spPr>
      </p:cxnSp>
      <p:cxnSp>
        <p:nvCxnSpPr>
          <p:cNvPr id="183" name="Google Shape;183;p59"/>
          <p:cNvCxnSpPr/>
          <p:nvPr/>
        </p:nvCxnSpPr>
        <p:spPr>
          <a:xfrm rot="10800000" flipH="1">
            <a:off x="7977036" y="4166037"/>
            <a:ext cx="168275" cy="3175"/>
          </a:xfrm>
          <a:prstGeom prst="straightConnector1">
            <a:avLst/>
          </a:prstGeom>
          <a:noFill/>
          <a:ln w="9525" cap="flat" cmpd="sng">
            <a:solidFill>
              <a:schemeClr val="dk1"/>
            </a:solidFill>
            <a:prstDash val="solid"/>
            <a:round/>
            <a:headEnd type="none" w="sm" len="sm"/>
            <a:tailEnd type="none" w="sm" len="sm"/>
          </a:ln>
        </p:spPr>
      </p:cxnSp>
      <p:cxnSp>
        <p:nvCxnSpPr>
          <p:cNvPr id="184" name="Google Shape;184;p59"/>
          <p:cNvCxnSpPr/>
          <p:nvPr/>
        </p:nvCxnSpPr>
        <p:spPr>
          <a:xfrm>
            <a:off x="10236048" y="3289736"/>
            <a:ext cx="177800" cy="0"/>
          </a:xfrm>
          <a:prstGeom prst="straightConnector1">
            <a:avLst/>
          </a:prstGeom>
          <a:noFill/>
          <a:ln w="9525" cap="flat" cmpd="sng">
            <a:solidFill>
              <a:schemeClr val="dk1"/>
            </a:solidFill>
            <a:prstDash val="solid"/>
            <a:round/>
            <a:headEnd type="none" w="sm" len="sm"/>
            <a:tailEnd type="none" w="sm" len="sm"/>
          </a:ln>
        </p:spPr>
      </p:cxnSp>
      <p:cxnSp>
        <p:nvCxnSpPr>
          <p:cNvPr id="185" name="Google Shape;185;p59"/>
          <p:cNvCxnSpPr/>
          <p:nvPr/>
        </p:nvCxnSpPr>
        <p:spPr>
          <a:xfrm flipH="1">
            <a:off x="9381974" y="3365936"/>
            <a:ext cx="98425" cy="704850"/>
          </a:xfrm>
          <a:prstGeom prst="straightConnector1">
            <a:avLst/>
          </a:prstGeom>
          <a:noFill/>
          <a:ln w="9525" cap="flat" cmpd="sng">
            <a:solidFill>
              <a:schemeClr val="dk1"/>
            </a:solidFill>
            <a:prstDash val="solid"/>
            <a:round/>
            <a:headEnd type="none" w="sm" len="sm"/>
            <a:tailEnd type="none" w="sm" len="sm"/>
          </a:ln>
        </p:spPr>
      </p:cxnSp>
      <p:cxnSp>
        <p:nvCxnSpPr>
          <p:cNvPr id="186" name="Google Shape;186;p59"/>
          <p:cNvCxnSpPr/>
          <p:nvPr/>
        </p:nvCxnSpPr>
        <p:spPr>
          <a:xfrm flipH="1">
            <a:off x="9974111" y="3365937"/>
            <a:ext cx="111125" cy="727075"/>
          </a:xfrm>
          <a:prstGeom prst="straightConnector1">
            <a:avLst/>
          </a:prstGeom>
          <a:noFill/>
          <a:ln w="9525" cap="flat" cmpd="sng">
            <a:solidFill>
              <a:schemeClr val="dk1"/>
            </a:solidFill>
            <a:prstDash val="solid"/>
            <a:round/>
            <a:headEnd type="none" w="sm" len="sm"/>
            <a:tailEnd type="none" w="sm" len="sm"/>
          </a:ln>
        </p:spPr>
      </p:cxnSp>
      <p:cxnSp>
        <p:nvCxnSpPr>
          <p:cNvPr id="187" name="Google Shape;187;p59"/>
          <p:cNvCxnSpPr/>
          <p:nvPr/>
        </p:nvCxnSpPr>
        <p:spPr>
          <a:xfrm rot="10800000" flipH="1">
            <a:off x="9358161" y="4507349"/>
            <a:ext cx="227013" cy="436563"/>
          </a:xfrm>
          <a:prstGeom prst="straightConnector1">
            <a:avLst/>
          </a:prstGeom>
          <a:noFill/>
          <a:ln w="9525" cap="flat" cmpd="sng">
            <a:solidFill>
              <a:schemeClr val="dk1"/>
            </a:solidFill>
            <a:prstDash val="solid"/>
            <a:round/>
            <a:headEnd type="none" w="sm" len="sm"/>
            <a:tailEnd type="none" w="sm" len="sm"/>
          </a:ln>
        </p:spPr>
      </p:cxnSp>
      <p:grpSp>
        <p:nvGrpSpPr>
          <p:cNvPr id="188" name="Google Shape;188;p59"/>
          <p:cNvGrpSpPr/>
          <p:nvPr/>
        </p:nvGrpSpPr>
        <p:grpSpPr>
          <a:xfrm flipH="1">
            <a:off x="7861149" y="4966136"/>
            <a:ext cx="414337" cy="373062"/>
            <a:chOff x="2839" y="3501"/>
            <a:chExt cx="755" cy="803"/>
          </a:xfrm>
        </p:grpSpPr>
        <p:pic>
          <p:nvPicPr>
            <p:cNvPr id="189" name="Google Shape;189;p59" descr="desktop_computer_stylized_medium"/>
            <p:cNvPicPr preferRelativeResize="0"/>
            <p:nvPr/>
          </p:nvPicPr>
          <p:blipFill rotWithShape="1">
            <a:blip r:embed="rId3">
              <a:alphaModFix/>
            </a:blip>
            <a:srcRect/>
            <a:stretch/>
          </p:blipFill>
          <p:spPr>
            <a:xfrm>
              <a:off x="2839" y="3501"/>
              <a:ext cx="755" cy="803"/>
            </a:xfrm>
            <a:prstGeom prst="rect">
              <a:avLst/>
            </a:prstGeom>
            <a:noFill/>
            <a:ln>
              <a:noFill/>
            </a:ln>
          </p:spPr>
        </p:pic>
        <p:sp>
          <p:nvSpPr>
            <p:cNvPr id="190" name="Google Shape;190;p59"/>
            <p:cNvSpPr/>
            <p:nvPr/>
          </p:nvSpPr>
          <p:spPr>
            <a:xfrm>
              <a:off x="2916" y="3578"/>
              <a:ext cx="356" cy="368"/>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1" name="Google Shape;191;p59"/>
          <p:cNvGrpSpPr/>
          <p:nvPr/>
        </p:nvGrpSpPr>
        <p:grpSpPr>
          <a:xfrm flipH="1">
            <a:off x="7543648" y="5386823"/>
            <a:ext cx="482600" cy="406400"/>
            <a:chOff x="2839" y="3501"/>
            <a:chExt cx="755" cy="803"/>
          </a:xfrm>
        </p:grpSpPr>
        <p:pic>
          <p:nvPicPr>
            <p:cNvPr id="192" name="Google Shape;192;p59" descr="desktop_computer_stylized_medium"/>
            <p:cNvPicPr preferRelativeResize="0"/>
            <p:nvPr/>
          </p:nvPicPr>
          <p:blipFill rotWithShape="1">
            <a:blip r:embed="rId4">
              <a:alphaModFix/>
            </a:blip>
            <a:srcRect/>
            <a:stretch/>
          </p:blipFill>
          <p:spPr>
            <a:xfrm>
              <a:off x="2839" y="3501"/>
              <a:ext cx="755" cy="803"/>
            </a:xfrm>
            <a:prstGeom prst="rect">
              <a:avLst/>
            </a:prstGeom>
            <a:noFill/>
            <a:ln>
              <a:noFill/>
            </a:ln>
          </p:spPr>
        </p:pic>
        <p:sp>
          <p:nvSpPr>
            <p:cNvPr id="193" name="Google Shape;193;p59"/>
            <p:cNvSpPr/>
            <p:nvPr/>
          </p:nvSpPr>
          <p:spPr>
            <a:xfrm>
              <a:off x="2916" y="3578"/>
              <a:ext cx="356" cy="368"/>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4" name="Google Shape;194;p59"/>
          <p:cNvGrpSpPr/>
          <p:nvPr/>
        </p:nvGrpSpPr>
        <p:grpSpPr>
          <a:xfrm flipH="1">
            <a:off x="8021485" y="5688448"/>
            <a:ext cx="427038" cy="349250"/>
            <a:chOff x="2839" y="3501"/>
            <a:chExt cx="755" cy="803"/>
          </a:xfrm>
        </p:grpSpPr>
        <p:pic>
          <p:nvPicPr>
            <p:cNvPr id="195" name="Google Shape;195;p59" descr="desktop_computer_stylized_medium"/>
            <p:cNvPicPr preferRelativeResize="0"/>
            <p:nvPr/>
          </p:nvPicPr>
          <p:blipFill rotWithShape="1">
            <a:blip r:embed="rId5">
              <a:alphaModFix/>
            </a:blip>
            <a:srcRect/>
            <a:stretch/>
          </p:blipFill>
          <p:spPr>
            <a:xfrm>
              <a:off x="2839" y="3501"/>
              <a:ext cx="755" cy="803"/>
            </a:xfrm>
            <a:prstGeom prst="rect">
              <a:avLst/>
            </a:prstGeom>
            <a:noFill/>
            <a:ln>
              <a:noFill/>
            </a:ln>
          </p:spPr>
        </p:pic>
        <p:sp>
          <p:nvSpPr>
            <p:cNvPr id="196" name="Google Shape;196;p59"/>
            <p:cNvSpPr/>
            <p:nvPr/>
          </p:nvSpPr>
          <p:spPr>
            <a:xfrm>
              <a:off x="2916" y="3578"/>
              <a:ext cx="356" cy="368"/>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7" name="Google Shape;197;p59"/>
          <p:cNvGrpSpPr/>
          <p:nvPr/>
        </p:nvGrpSpPr>
        <p:grpSpPr>
          <a:xfrm>
            <a:off x="8635849" y="5670987"/>
            <a:ext cx="427037" cy="350837"/>
            <a:chOff x="2839" y="3501"/>
            <a:chExt cx="755" cy="803"/>
          </a:xfrm>
        </p:grpSpPr>
        <p:pic>
          <p:nvPicPr>
            <p:cNvPr id="198" name="Google Shape;198;p59" descr="desktop_computer_stylized_medium"/>
            <p:cNvPicPr preferRelativeResize="0"/>
            <p:nvPr/>
          </p:nvPicPr>
          <p:blipFill rotWithShape="1">
            <a:blip r:embed="rId5">
              <a:alphaModFix/>
            </a:blip>
            <a:srcRect/>
            <a:stretch/>
          </p:blipFill>
          <p:spPr>
            <a:xfrm>
              <a:off x="2839" y="3501"/>
              <a:ext cx="755" cy="803"/>
            </a:xfrm>
            <a:prstGeom prst="rect">
              <a:avLst/>
            </a:prstGeom>
            <a:noFill/>
            <a:ln>
              <a:noFill/>
            </a:ln>
          </p:spPr>
        </p:pic>
        <p:sp>
          <p:nvSpPr>
            <p:cNvPr id="199" name="Google Shape;199;p59"/>
            <p:cNvSpPr/>
            <p:nvPr/>
          </p:nvSpPr>
          <p:spPr>
            <a:xfrm>
              <a:off x="2916" y="3578"/>
              <a:ext cx="356" cy="368"/>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00" name="Google Shape;200;p59" descr="car_icon_small"/>
          <p:cNvPicPr preferRelativeResize="0"/>
          <p:nvPr/>
        </p:nvPicPr>
        <p:blipFill rotWithShape="1">
          <a:blip r:embed="rId6">
            <a:alphaModFix/>
          </a:blip>
          <a:srcRect/>
          <a:stretch/>
        </p:blipFill>
        <p:spPr>
          <a:xfrm>
            <a:off x="8427886" y="2153087"/>
            <a:ext cx="849313" cy="168275"/>
          </a:xfrm>
          <a:prstGeom prst="rect">
            <a:avLst/>
          </a:prstGeom>
          <a:noFill/>
          <a:ln>
            <a:noFill/>
          </a:ln>
        </p:spPr>
      </p:pic>
      <p:grpSp>
        <p:nvGrpSpPr>
          <p:cNvPr id="201" name="Google Shape;201;p59"/>
          <p:cNvGrpSpPr/>
          <p:nvPr/>
        </p:nvGrpSpPr>
        <p:grpSpPr>
          <a:xfrm>
            <a:off x="7699224" y="1978461"/>
            <a:ext cx="415925" cy="385762"/>
            <a:chOff x="2751" y="1851"/>
            <a:chExt cx="462" cy="478"/>
          </a:xfrm>
        </p:grpSpPr>
        <p:pic>
          <p:nvPicPr>
            <p:cNvPr id="202" name="Google Shape;202;p59" descr="iphone_stylized_small"/>
            <p:cNvPicPr preferRelativeResize="0"/>
            <p:nvPr/>
          </p:nvPicPr>
          <p:blipFill rotWithShape="1">
            <a:blip r:embed="rId7">
              <a:alphaModFix/>
            </a:blip>
            <a:srcRect/>
            <a:stretch/>
          </p:blipFill>
          <p:spPr>
            <a:xfrm>
              <a:off x="2928" y="1922"/>
              <a:ext cx="152" cy="407"/>
            </a:xfrm>
            <a:prstGeom prst="rect">
              <a:avLst/>
            </a:prstGeom>
            <a:noFill/>
            <a:ln>
              <a:noFill/>
            </a:ln>
          </p:spPr>
        </p:pic>
        <p:pic>
          <p:nvPicPr>
            <p:cNvPr id="203" name="Google Shape;203;p59" descr="antenna_radiation_stylized"/>
            <p:cNvPicPr preferRelativeResize="0"/>
            <p:nvPr/>
          </p:nvPicPr>
          <p:blipFill rotWithShape="1">
            <a:blip r:embed="rId8">
              <a:alphaModFix/>
            </a:blip>
            <a:srcRect/>
            <a:stretch/>
          </p:blipFill>
          <p:spPr>
            <a:xfrm>
              <a:off x="2751" y="1851"/>
              <a:ext cx="462" cy="110"/>
            </a:xfrm>
            <a:prstGeom prst="rect">
              <a:avLst/>
            </a:prstGeom>
            <a:noFill/>
            <a:ln>
              <a:noFill/>
            </a:ln>
          </p:spPr>
        </p:pic>
      </p:grpSp>
      <p:grpSp>
        <p:nvGrpSpPr>
          <p:cNvPr id="204" name="Google Shape;204;p59"/>
          <p:cNvGrpSpPr/>
          <p:nvPr/>
        </p:nvGrpSpPr>
        <p:grpSpPr>
          <a:xfrm>
            <a:off x="9775674" y="2827774"/>
            <a:ext cx="390525" cy="169863"/>
            <a:chOff x="4650" y="1129"/>
            <a:chExt cx="246" cy="95"/>
          </a:xfrm>
        </p:grpSpPr>
        <p:sp>
          <p:nvSpPr>
            <p:cNvPr id="205" name="Google Shape;205;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06" name="Google Shape;206;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07" name="Google Shape;207;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08" name="Google Shape;208;p59"/>
            <p:cNvGrpSpPr/>
            <p:nvPr/>
          </p:nvGrpSpPr>
          <p:grpSpPr>
            <a:xfrm>
              <a:off x="4699" y="1145"/>
              <a:ext cx="138" cy="29"/>
              <a:chOff x="2468" y="1332"/>
              <a:chExt cx="310" cy="60"/>
            </a:xfrm>
          </p:grpSpPr>
          <p:sp>
            <p:nvSpPr>
              <p:cNvPr id="209" name="Google Shape;209;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11" name="Google Shape;211;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12" name="Google Shape;212;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13" name="Google Shape;213;p59"/>
          <p:cNvGrpSpPr/>
          <p:nvPr/>
        </p:nvGrpSpPr>
        <p:grpSpPr>
          <a:xfrm>
            <a:off x="9848699" y="3189724"/>
            <a:ext cx="390525" cy="176213"/>
            <a:chOff x="4650" y="1129"/>
            <a:chExt cx="246" cy="95"/>
          </a:xfrm>
        </p:grpSpPr>
        <p:sp>
          <p:nvSpPr>
            <p:cNvPr id="214" name="Google Shape;214;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15" name="Google Shape;215;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16" name="Google Shape;216;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17" name="Google Shape;217;p59"/>
            <p:cNvGrpSpPr/>
            <p:nvPr/>
          </p:nvGrpSpPr>
          <p:grpSpPr>
            <a:xfrm>
              <a:off x="4699" y="1145"/>
              <a:ext cx="138" cy="29"/>
              <a:chOff x="2468" y="1332"/>
              <a:chExt cx="310" cy="60"/>
            </a:xfrm>
          </p:grpSpPr>
          <p:sp>
            <p:nvSpPr>
              <p:cNvPr id="218" name="Google Shape;218;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20" name="Google Shape;220;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21" name="Google Shape;221;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22" name="Google Shape;222;p59"/>
          <p:cNvGrpSpPr/>
          <p:nvPr/>
        </p:nvGrpSpPr>
        <p:grpSpPr>
          <a:xfrm>
            <a:off x="9289899" y="2926199"/>
            <a:ext cx="390525" cy="169863"/>
            <a:chOff x="4650" y="1129"/>
            <a:chExt cx="246" cy="95"/>
          </a:xfrm>
        </p:grpSpPr>
        <p:sp>
          <p:nvSpPr>
            <p:cNvPr id="223" name="Google Shape;223;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24" name="Google Shape;224;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25" name="Google Shape;225;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26" name="Google Shape;226;p59"/>
            <p:cNvGrpSpPr/>
            <p:nvPr/>
          </p:nvGrpSpPr>
          <p:grpSpPr>
            <a:xfrm>
              <a:off x="4699" y="1145"/>
              <a:ext cx="138" cy="29"/>
              <a:chOff x="2468" y="1332"/>
              <a:chExt cx="310" cy="60"/>
            </a:xfrm>
          </p:grpSpPr>
          <p:sp>
            <p:nvSpPr>
              <p:cNvPr id="227" name="Google Shape;227;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29" name="Google Shape;229;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30" name="Google Shape;230;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31" name="Google Shape;231;p59"/>
          <p:cNvGrpSpPr/>
          <p:nvPr/>
        </p:nvGrpSpPr>
        <p:grpSpPr>
          <a:xfrm>
            <a:off x="9301011" y="3189724"/>
            <a:ext cx="390525" cy="169863"/>
            <a:chOff x="4650" y="1129"/>
            <a:chExt cx="246" cy="95"/>
          </a:xfrm>
        </p:grpSpPr>
        <p:sp>
          <p:nvSpPr>
            <p:cNvPr id="232" name="Google Shape;232;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33" name="Google Shape;233;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34" name="Google Shape;234;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35" name="Google Shape;235;p59"/>
            <p:cNvGrpSpPr/>
            <p:nvPr/>
          </p:nvGrpSpPr>
          <p:grpSpPr>
            <a:xfrm>
              <a:off x="4699" y="1145"/>
              <a:ext cx="138" cy="29"/>
              <a:chOff x="2468" y="1332"/>
              <a:chExt cx="310" cy="60"/>
            </a:xfrm>
          </p:grpSpPr>
          <p:sp>
            <p:nvSpPr>
              <p:cNvPr id="236" name="Google Shape;236;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38" name="Google Shape;238;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39" name="Google Shape;239;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cxnSp>
        <p:nvCxnSpPr>
          <p:cNvPr id="240" name="Google Shape;240;p59"/>
          <p:cNvCxnSpPr/>
          <p:nvPr/>
        </p:nvCxnSpPr>
        <p:spPr>
          <a:xfrm>
            <a:off x="10431310" y="3288148"/>
            <a:ext cx="177800" cy="0"/>
          </a:xfrm>
          <a:prstGeom prst="straightConnector1">
            <a:avLst/>
          </a:prstGeom>
          <a:noFill/>
          <a:ln w="9525" cap="flat" cmpd="sng">
            <a:solidFill>
              <a:schemeClr val="dk2"/>
            </a:solidFill>
            <a:prstDash val="dash"/>
            <a:round/>
            <a:headEnd type="none" w="sm" len="sm"/>
            <a:tailEnd type="none" w="sm" len="sm"/>
          </a:ln>
        </p:spPr>
      </p:cxnSp>
      <p:grpSp>
        <p:nvGrpSpPr>
          <p:cNvPr id="241" name="Google Shape;241;p59"/>
          <p:cNvGrpSpPr/>
          <p:nvPr/>
        </p:nvGrpSpPr>
        <p:grpSpPr>
          <a:xfrm>
            <a:off x="9486749" y="4343836"/>
            <a:ext cx="485775" cy="203200"/>
            <a:chOff x="4650" y="1129"/>
            <a:chExt cx="246" cy="95"/>
          </a:xfrm>
        </p:grpSpPr>
        <p:sp>
          <p:nvSpPr>
            <p:cNvPr id="242" name="Google Shape;242;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43" name="Google Shape;243;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44" name="Google Shape;244;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45" name="Google Shape;245;p59"/>
            <p:cNvGrpSpPr/>
            <p:nvPr/>
          </p:nvGrpSpPr>
          <p:grpSpPr>
            <a:xfrm>
              <a:off x="4699" y="1145"/>
              <a:ext cx="138" cy="29"/>
              <a:chOff x="2468" y="1332"/>
              <a:chExt cx="310" cy="60"/>
            </a:xfrm>
          </p:grpSpPr>
          <p:sp>
            <p:nvSpPr>
              <p:cNvPr id="246" name="Google Shape;246;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48" name="Google Shape;248;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49" name="Google Shape;249;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50" name="Google Shape;250;p59"/>
          <p:cNvGrpSpPr/>
          <p:nvPr/>
        </p:nvGrpSpPr>
        <p:grpSpPr>
          <a:xfrm>
            <a:off x="9167661" y="4062848"/>
            <a:ext cx="485775" cy="203200"/>
            <a:chOff x="4650" y="1129"/>
            <a:chExt cx="246" cy="95"/>
          </a:xfrm>
        </p:grpSpPr>
        <p:sp>
          <p:nvSpPr>
            <p:cNvPr id="251" name="Google Shape;251;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52" name="Google Shape;252;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53" name="Google Shape;253;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54" name="Google Shape;254;p59"/>
            <p:cNvGrpSpPr/>
            <p:nvPr/>
          </p:nvGrpSpPr>
          <p:grpSpPr>
            <a:xfrm>
              <a:off x="4699" y="1145"/>
              <a:ext cx="138" cy="29"/>
              <a:chOff x="2468" y="1332"/>
              <a:chExt cx="310" cy="60"/>
            </a:xfrm>
          </p:grpSpPr>
          <p:sp>
            <p:nvSpPr>
              <p:cNvPr id="255" name="Google Shape;255;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57" name="Google Shape;257;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58" name="Google Shape;258;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59" name="Google Shape;259;p59"/>
          <p:cNvGrpSpPr/>
          <p:nvPr/>
        </p:nvGrpSpPr>
        <p:grpSpPr>
          <a:xfrm>
            <a:off x="9829649" y="4075548"/>
            <a:ext cx="485775" cy="203200"/>
            <a:chOff x="4650" y="1129"/>
            <a:chExt cx="246" cy="95"/>
          </a:xfrm>
        </p:grpSpPr>
        <p:sp>
          <p:nvSpPr>
            <p:cNvPr id="260" name="Google Shape;260;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61" name="Google Shape;261;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62" name="Google Shape;262;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63" name="Google Shape;263;p59"/>
            <p:cNvGrpSpPr/>
            <p:nvPr/>
          </p:nvGrpSpPr>
          <p:grpSpPr>
            <a:xfrm>
              <a:off x="4699" y="1145"/>
              <a:ext cx="138" cy="29"/>
              <a:chOff x="2468" y="1332"/>
              <a:chExt cx="310" cy="60"/>
            </a:xfrm>
          </p:grpSpPr>
          <p:sp>
            <p:nvSpPr>
              <p:cNvPr id="264" name="Google Shape;264;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66" name="Google Shape;266;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67" name="Google Shape;267;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68" name="Google Shape;268;p59"/>
          <p:cNvGrpSpPr/>
          <p:nvPr/>
        </p:nvGrpSpPr>
        <p:grpSpPr>
          <a:xfrm>
            <a:off x="9048599" y="4937562"/>
            <a:ext cx="619125" cy="242887"/>
            <a:chOff x="4650" y="1129"/>
            <a:chExt cx="246" cy="95"/>
          </a:xfrm>
        </p:grpSpPr>
        <p:sp>
          <p:nvSpPr>
            <p:cNvPr id="269" name="Google Shape;269;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70" name="Google Shape;270;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71" name="Google Shape;271;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72" name="Google Shape;272;p59"/>
            <p:cNvGrpSpPr/>
            <p:nvPr/>
          </p:nvGrpSpPr>
          <p:grpSpPr>
            <a:xfrm>
              <a:off x="4699" y="1145"/>
              <a:ext cx="138" cy="29"/>
              <a:chOff x="2468" y="1332"/>
              <a:chExt cx="310" cy="60"/>
            </a:xfrm>
          </p:grpSpPr>
          <p:sp>
            <p:nvSpPr>
              <p:cNvPr id="273" name="Google Shape;273;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75" name="Google Shape;275;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76" name="Google Shape;276;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77" name="Google Shape;277;p59"/>
          <p:cNvGrpSpPr/>
          <p:nvPr/>
        </p:nvGrpSpPr>
        <p:grpSpPr>
          <a:xfrm>
            <a:off x="9682011" y="5236012"/>
            <a:ext cx="619125" cy="242887"/>
            <a:chOff x="4650" y="1129"/>
            <a:chExt cx="246" cy="95"/>
          </a:xfrm>
        </p:grpSpPr>
        <p:sp>
          <p:nvSpPr>
            <p:cNvPr id="278" name="Google Shape;278;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79" name="Google Shape;279;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80" name="Google Shape;280;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81" name="Google Shape;281;p59"/>
            <p:cNvGrpSpPr/>
            <p:nvPr/>
          </p:nvGrpSpPr>
          <p:grpSpPr>
            <a:xfrm>
              <a:off x="4699" y="1145"/>
              <a:ext cx="138" cy="29"/>
              <a:chOff x="2468" y="1332"/>
              <a:chExt cx="310" cy="60"/>
            </a:xfrm>
          </p:grpSpPr>
          <p:sp>
            <p:nvSpPr>
              <p:cNvPr id="282" name="Google Shape;282;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84" name="Google Shape;284;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85" name="Google Shape;285;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86" name="Google Shape;286;p59"/>
          <p:cNvGrpSpPr/>
          <p:nvPr/>
        </p:nvGrpSpPr>
        <p:grpSpPr>
          <a:xfrm>
            <a:off x="8332636" y="5280462"/>
            <a:ext cx="619125" cy="242887"/>
            <a:chOff x="4650" y="1129"/>
            <a:chExt cx="246" cy="95"/>
          </a:xfrm>
        </p:grpSpPr>
        <p:sp>
          <p:nvSpPr>
            <p:cNvPr id="287" name="Google Shape;287;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88" name="Google Shape;288;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89" name="Google Shape;289;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90" name="Google Shape;290;p59"/>
            <p:cNvGrpSpPr/>
            <p:nvPr/>
          </p:nvGrpSpPr>
          <p:grpSpPr>
            <a:xfrm>
              <a:off x="4699" y="1145"/>
              <a:ext cx="138" cy="29"/>
              <a:chOff x="2468" y="1332"/>
              <a:chExt cx="310" cy="60"/>
            </a:xfrm>
          </p:grpSpPr>
          <p:sp>
            <p:nvSpPr>
              <p:cNvPr id="291" name="Google Shape;291;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293" name="Google Shape;293;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294" name="Google Shape;294;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295" name="Google Shape;295;p59"/>
          <p:cNvGrpSpPr/>
          <p:nvPr/>
        </p:nvGrpSpPr>
        <p:grpSpPr>
          <a:xfrm>
            <a:off x="8138961" y="4072374"/>
            <a:ext cx="390525" cy="169863"/>
            <a:chOff x="4650" y="1129"/>
            <a:chExt cx="246" cy="95"/>
          </a:xfrm>
        </p:grpSpPr>
        <p:sp>
          <p:nvSpPr>
            <p:cNvPr id="296" name="Google Shape;296;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97" name="Google Shape;297;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98" name="Google Shape;298;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299" name="Google Shape;299;p59"/>
            <p:cNvGrpSpPr/>
            <p:nvPr/>
          </p:nvGrpSpPr>
          <p:grpSpPr>
            <a:xfrm>
              <a:off x="4699" y="1145"/>
              <a:ext cx="138" cy="29"/>
              <a:chOff x="2468" y="1332"/>
              <a:chExt cx="310" cy="60"/>
            </a:xfrm>
          </p:grpSpPr>
          <p:sp>
            <p:nvSpPr>
              <p:cNvPr id="300" name="Google Shape;300;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302" name="Google Shape;302;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303" name="Google Shape;303;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304" name="Google Shape;304;p59"/>
          <p:cNvGrpSpPr/>
          <p:nvPr/>
        </p:nvGrpSpPr>
        <p:grpSpPr>
          <a:xfrm>
            <a:off x="8438999" y="2919849"/>
            <a:ext cx="390525" cy="169863"/>
            <a:chOff x="4650" y="1129"/>
            <a:chExt cx="246" cy="95"/>
          </a:xfrm>
        </p:grpSpPr>
        <p:sp>
          <p:nvSpPr>
            <p:cNvPr id="305" name="Google Shape;305;p59"/>
            <p:cNvSpPr/>
            <p:nvPr/>
          </p:nvSpPr>
          <p:spPr>
            <a:xfrm>
              <a:off x="4651" y="1171"/>
              <a:ext cx="244" cy="53"/>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6" name="Google Shape;306;p59"/>
            <p:cNvSpPr/>
            <p:nvPr/>
          </p:nvSpPr>
          <p:spPr>
            <a:xfrm>
              <a:off x="4651" y="1165"/>
              <a:ext cx="245" cy="33"/>
            </a:xfrm>
            <a:prstGeom prst="rect">
              <a:avLst/>
            </a:prstGeom>
            <a:gradFill>
              <a:gsLst>
                <a:gs pos="0">
                  <a:schemeClr val="hlink"/>
                </a:gs>
                <a:gs pos="100000">
                  <a:srgbClr val="FFFFFF"/>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7" name="Google Shape;307;p59"/>
            <p:cNvSpPr/>
            <p:nvPr/>
          </p:nvSpPr>
          <p:spPr>
            <a:xfrm>
              <a:off x="4650" y="1129"/>
              <a:ext cx="244" cy="62"/>
            </a:xfrm>
            <a:prstGeom prst="ellipse">
              <a:avLst/>
            </a:prstGeom>
            <a:gradFill>
              <a:gsLst>
                <a:gs pos="0">
                  <a:schemeClr val="hlink"/>
                </a:gs>
                <a:gs pos="100000">
                  <a:srgbClr val="FFFFFF"/>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308" name="Google Shape;308;p59"/>
            <p:cNvGrpSpPr/>
            <p:nvPr/>
          </p:nvGrpSpPr>
          <p:grpSpPr>
            <a:xfrm>
              <a:off x="4699" y="1145"/>
              <a:ext cx="138" cy="29"/>
              <a:chOff x="2468" y="1332"/>
              <a:chExt cx="310" cy="60"/>
            </a:xfrm>
          </p:grpSpPr>
          <p:sp>
            <p:nvSpPr>
              <p:cNvPr id="309" name="Google Shape;309;p59"/>
              <p:cNvSpPr/>
              <p:nvPr/>
            </p:nvSpPr>
            <p:spPr>
              <a:xfrm>
                <a:off x="2468" y="1332"/>
                <a:ext cx="310" cy="60"/>
              </a:xfrm>
              <a:custGeom>
                <a:avLst/>
                <a:gdLst/>
                <a:ahLst/>
                <a:cxnLst/>
                <a:rect l="l" t="t" r="r" b="b"/>
                <a:pathLst>
                  <a:path w="310" h="60" extrusionOk="0">
                    <a:moveTo>
                      <a:pt x="0" y="60"/>
                    </a:moveTo>
                    <a:lnTo>
                      <a:pt x="96" y="60"/>
                    </a:lnTo>
                    <a:lnTo>
                      <a:pt x="192" y="0"/>
                    </a:lnTo>
                    <a:lnTo>
                      <a:pt x="31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59"/>
              <p:cNvSpPr/>
              <p:nvPr/>
            </p:nvSpPr>
            <p:spPr>
              <a:xfrm>
                <a:off x="2482" y="1332"/>
                <a:ext cx="282" cy="60"/>
              </a:xfrm>
              <a:custGeom>
                <a:avLst/>
                <a:gdLst/>
                <a:ahLst/>
                <a:cxnLst/>
                <a:rect l="l" t="t" r="r" b="b"/>
                <a:pathLst>
                  <a:path w="282" h="60" extrusionOk="0">
                    <a:moveTo>
                      <a:pt x="0" y="0"/>
                    </a:moveTo>
                    <a:lnTo>
                      <a:pt x="96" y="0"/>
                    </a:lnTo>
                    <a:lnTo>
                      <a:pt x="192" y="60"/>
                    </a:lnTo>
                    <a:lnTo>
                      <a:pt x="282" y="6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311" name="Google Shape;311;p59"/>
            <p:cNvCxnSpPr/>
            <p:nvPr/>
          </p:nvCxnSpPr>
          <p:spPr>
            <a:xfrm>
              <a:off x="4651" y="1158"/>
              <a:ext cx="0" cy="42"/>
            </a:xfrm>
            <a:prstGeom prst="straightConnector1">
              <a:avLst/>
            </a:prstGeom>
            <a:noFill/>
            <a:ln w="9525" cap="flat" cmpd="sng">
              <a:solidFill>
                <a:schemeClr val="dk1"/>
              </a:solidFill>
              <a:prstDash val="solid"/>
              <a:round/>
              <a:headEnd type="none" w="sm" len="sm"/>
              <a:tailEnd type="none" w="sm" len="sm"/>
            </a:ln>
          </p:spPr>
        </p:cxnSp>
        <p:cxnSp>
          <p:nvCxnSpPr>
            <p:cNvPr id="312" name="Google Shape;312;p59"/>
            <p:cNvCxnSpPr/>
            <p:nvPr/>
          </p:nvCxnSpPr>
          <p:spPr>
            <a:xfrm>
              <a:off x="4894" y="1160"/>
              <a:ext cx="0" cy="41"/>
            </a:xfrm>
            <a:prstGeom prst="straightConnector1">
              <a:avLst/>
            </a:prstGeom>
            <a:noFill/>
            <a:ln w="9525" cap="flat" cmpd="sng">
              <a:solidFill>
                <a:schemeClr val="dk1"/>
              </a:solidFill>
              <a:prstDash val="solid"/>
              <a:round/>
              <a:headEnd type="none" w="sm" len="sm"/>
              <a:tailEnd type="none" w="sm" len="sm"/>
            </a:ln>
          </p:spPr>
        </p:cxnSp>
      </p:grpSp>
      <p:grpSp>
        <p:nvGrpSpPr>
          <p:cNvPr id="313" name="Google Shape;313;p59"/>
          <p:cNvGrpSpPr/>
          <p:nvPr/>
        </p:nvGrpSpPr>
        <p:grpSpPr>
          <a:xfrm>
            <a:off x="7697636" y="3932674"/>
            <a:ext cx="506413" cy="352425"/>
            <a:chOff x="2967" y="478"/>
            <a:chExt cx="788" cy="625"/>
          </a:xfrm>
        </p:grpSpPr>
        <p:pic>
          <p:nvPicPr>
            <p:cNvPr id="314" name="Google Shape;314;p59" descr="access_point_stylized_small"/>
            <p:cNvPicPr preferRelativeResize="0"/>
            <p:nvPr/>
          </p:nvPicPr>
          <p:blipFill rotWithShape="1">
            <a:blip r:embed="rId9">
              <a:alphaModFix/>
            </a:blip>
            <a:srcRect/>
            <a:stretch/>
          </p:blipFill>
          <p:spPr>
            <a:xfrm>
              <a:off x="3012" y="559"/>
              <a:ext cx="576" cy="544"/>
            </a:xfrm>
            <a:prstGeom prst="rect">
              <a:avLst/>
            </a:prstGeom>
            <a:noFill/>
            <a:ln>
              <a:noFill/>
            </a:ln>
          </p:spPr>
        </p:pic>
        <p:pic>
          <p:nvPicPr>
            <p:cNvPr id="315" name="Google Shape;315;p59" descr="antenna_radiation_stylized"/>
            <p:cNvPicPr preferRelativeResize="0"/>
            <p:nvPr/>
          </p:nvPicPr>
          <p:blipFill rotWithShape="1">
            <a:blip r:embed="rId10">
              <a:alphaModFix/>
            </a:blip>
            <a:srcRect/>
            <a:stretch/>
          </p:blipFill>
          <p:spPr>
            <a:xfrm>
              <a:off x="2967" y="478"/>
              <a:ext cx="788" cy="188"/>
            </a:xfrm>
            <a:prstGeom prst="rect">
              <a:avLst/>
            </a:prstGeom>
            <a:noFill/>
            <a:ln>
              <a:noFill/>
            </a:ln>
          </p:spPr>
        </p:pic>
      </p:grpSp>
      <p:grpSp>
        <p:nvGrpSpPr>
          <p:cNvPr id="316" name="Google Shape;316;p59"/>
          <p:cNvGrpSpPr/>
          <p:nvPr/>
        </p:nvGrpSpPr>
        <p:grpSpPr>
          <a:xfrm>
            <a:off x="9218461" y="5436037"/>
            <a:ext cx="563563" cy="420687"/>
            <a:chOff x="2967" y="478"/>
            <a:chExt cx="788" cy="625"/>
          </a:xfrm>
        </p:grpSpPr>
        <p:pic>
          <p:nvPicPr>
            <p:cNvPr id="317" name="Google Shape;317;p59" descr="access_point_stylized_small"/>
            <p:cNvPicPr preferRelativeResize="0"/>
            <p:nvPr/>
          </p:nvPicPr>
          <p:blipFill rotWithShape="1">
            <a:blip r:embed="rId9">
              <a:alphaModFix/>
            </a:blip>
            <a:srcRect/>
            <a:stretch/>
          </p:blipFill>
          <p:spPr>
            <a:xfrm>
              <a:off x="3012" y="559"/>
              <a:ext cx="576" cy="544"/>
            </a:xfrm>
            <a:prstGeom prst="rect">
              <a:avLst/>
            </a:prstGeom>
            <a:noFill/>
            <a:ln>
              <a:noFill/>
            </a:ln>
          </p:spPr>
        </p:pic>
        <p:pic>
          <p:nvPicPr>
            <p:cNvPr id="318" name="Google Shape;318;p59" descr="antenna_radiation_stylized"/>
            <p:cNvPicPr preferRelativeResize="0"/>
            <p:nvPr/>
          </p:nvPicPr>
          <p:blipFill rotWithShape="1">
            <a:blip r:embed="rId11">
              <a:alphaModFix/>
            </a:blip>
            <a:srcRect/>
            <a:stretch/>
          </p:blipFill>
          <p:spPr>
            <a:xfrm>
              <a:off x="2967" y="478"/>
              <a:ext cx="788" cy="188"/>
            </a:xfrm>
            <a:prstGeom prst="rect">
              <a:avLst/>
            </a:prstGeom>
            <a:noFill/>
            <a:ln>
              <a:noFill/>
            </a:ln>
          </p:spPr>
        </p:pic>
      </p:grpSp>
      <p:grpSp>
        <p:nvGrpSpPr>
          <p:cNvPr id="319" name="Google Shape;319;p59"/>
          <p:cNvGrpSpPr/>
          <p:nvPr/>
        </p:nvGrpSpPr>
        <p:grpSpPr>
          <a:xfrm>
            <a:off x="8146898" y="2276912"/>
            <a:ext cx="457200" cy="631825"/>
            <a:chOff x="742" y="2409"/>
            <a:chExt cx="576" cy="881"/>
          </a:xfrm>
        </p:grpSpPr>
        <p:grpSp>
          <p:nvGrpSpPr>
            <p:cNvPr id="320" name="Google Shape;320;p59"/>
            <p:cNvGrpSpPr/>
            <p:nvPr/>
          </p:nvGrpSpPr>
          <p:grpSpPr>
            <a:xfrm>
              <a:off x="832" y="2643"/>
              <a:ext cx="376" cy="647"/>
              <a:chOff x="3130" y="3288"/>
              <a:chExt cx="410" cy="742"/>
            </a:xfrm>
          </p:grpSpPr>
          <p:cxnSp>
            <p:nvCxnSpPr>
              <p:cNvPr id="321" name="Google Shape;321;p59"/>
              <p:cNvCxnSpPr/>
              <p:nvPr/>
            </p:nvCxnSpPr>
            <p:spPr>
              <a:xfrm flipH="1">
                <a:off x="3130" y="3288"/>
                <a:ext cx="205" cy="672"/>
              </a:xfrm>
              <a:prstGeom prst="straightConnector1">
                <a:avLst/>
              </a:prstGeom>
              <a:noFill/>
              <a:ln w="19050" cap="flat" cmpd="sng">
                <a:solidFill>
                  <a:schemeClr val="dk1"/>
                </a:solidFill>
                <a:prstDash val="solid"/>
                <a:round/>
                <a:headEnd type="none" w="sm" len="sm"/>
                <a:tailEnd type="none" w="sm" len="sm"/>
              </a:ln>
            </p:spPr>
          </p:cxnSp>
          <p:cxnSp>
            <p:nvCxnSpPr>
              <p:cNvPr id="322" name="Google Shape;322;p59"/>
              <p:cNvCxnSpPr/>
              <p:nvPr/>
            </p:nvCxnSpPr>
            <p:spPr>
              <a:xfrm>
                <a:off x="3335" y="3288"/>
                <a:ext cx="205" cy="669"/>
              </a:xfrm>
              <a:prstGeom prst="straightConnector1">
                <a:avLst/>
              </a:prstGeom>
              <a:noFill/>
              <a:ln w="19050" cap="flat" cmpd="sng">
                <a:solidFill>
                  <a:schemeClr val="dk1"/>
                </a:solidFill>
                <a:prstDash val="solid"/>
                <a:round/>
                <a:headEnd type="none" w="sm" len="sm"/>
                <a:tailEnd type="none" w="sm" len="sm"/>
              </a:ln>
            </p:spPr>
          </p:cxnSp>
          <p:cxnSp>
            <p:nvCxnSpPr>
              <p:cNvPr id="323" name="Google Shape;323;p59"/>
              <p:cNvCxnSpPr/>
              <p:nvPr/>
            </p:nvCxnSpPr>
            <p:spPr>
              <a:xfrm>
                <a:off x="3130" y="3957"/>
                <a:ext cx="205" cy="73"/>
              </a:xfrm>
              <a:prstGeom prst="straightConnector1">
                <a:avLst/>
              </a:prstGeom>
              <a:noFill/>
              <a:ln w="19050" cap="flat" cmpd="sng">
                <a:solidFill>
                  <a:schemeClr val="dk1"/>
                </a:solidFill>
                <a:prstDash val="solid"/>
                <a:round/>
                <a:headEnd type="none" w="sm" len="sm"/>
                <a:tailEnd type="none" w="sm" len="sm"/>
              </a:ln>
            </p:spPr>
          </p:cxnSp>
          <p:cxnSp>
            <p:nvCxnSpPr>
              <p:cNvPr id="324" name="Google Shape;324;p59"/>
              <p:cNvCxnSpPr/>
              <p:nvPr/>
            </p:nvCxnSpPr>
            <p:spPr>
              <a:xfrm flipH="1">
                <a:off x="3335" y="3957"/>
                <a:ext cx="205" cy="73"/>
              </a:xfrm>
              <a:prstGeom prst="straightConnector1">
                <a:avLst/>
              </a:prstGeom>
              <a:noFill/>
              <a:ln w="19050" cap="flat" cmpd="sng">
                <a:solidFill>
                  <a:schemeClr val="dk1"/>
                </a:solidFill>
                <a:prstDash val="solid"/>
                <a:round/>
                <a:headEnd type="none" w="sm" len="sm"/>
                <a:tailEnd type="none" w="sm" len="sm"/>
              </a:ln>
            </p:spPr>
          </p:cxnSp>
          <p:cxnSp>
            <p:nvCxnSpPr>
              <p:cNvPr id="325" name="Google Shape;325;p59"/>
              <p:cNvCxnSpPr/>
              <p:nvPr/>
            </p:nvCxnSpPr>
            <p:spPr>
              <a:xfrm>
                <a:off x="3335" y="3303"/>
                <a:ext cx="0" cy="727"/>
              </a:xfrm>
              <a:prstGeom prst="straightConnector1">
                <a:avLst/>
              </a:prstGeom>
              <a:noFill/>
              <a:ln w="19050" cap="flat" cmpd="sng">
                <a:solidFill>
                  <a:schemeClr val="dk1"/>
                </a:solidFill>
                <a:prstDash val="solid"/>
                <a:round/>
                <a:headEnd type="none" w="sm" len="sm"/>
                <a:tailEnd type="none" w="sm" len="sm"/>
              </a:ln>
            </p:spPr>
          </p:cxnSp>
          <p:cxnSp>
            <p:nvCxnSpPr>
              <p:cNvPr id="326" name="Google Shape;326;p59"/>
              <p:cNvCxnSpPr/>
              <p:nvPr/>
            </p:nvCxnSpPr>
            <p:spPr>
              <a:xfrm rot="10800000" flipH="1">
                <a:off x="3130" y="3888"/>
                <a:ext cx="205" cy="72"/>
              </a:xfrm>
              <a:prstGeom prst="straightConnector1">
                <a:avLst/>
              </a:prstGeom>
              <a:noFill/>
              <a:ln w="19050" cap="flat" cmpd="sng">
                <a:solidFill>
                  <a:schemeClr val="dk1"/>
                </a:solidFill>
                <a:prstDash val="solid"/>
                <a:round/>
                <a:headEnd type="none" w="sm" len="sm"/>
                <a:tailEnd type="none" w="sm" len="sm"/>
              </a:ln>
            </p:spPr>
          </p:cxnSp>
          <p:cxnSp>
            <p:nvCxnSpPr>
              <p:cNvPr id="327" name="Google Shape;327;p59"/>
              <p:cNvCxnSpPr/>
              <p:nvPr/>
            </p:nvCxnSpPr>
            <p:spPr>
              <a:xfrm rot="10800000">
                <a:off x="3335" y="3888"/>
                <a:ext cx="205" cy="69"/>
              </a:xfrm>
              <a:prstGeom prst="straightConnector1">
                <a:avLst/>
              </a:prstGeom>
              <a:noFill/>
              <a:ln w="19050" cap="flat" cmpd="sng">
                <a:solidFill>
                  <a:schemeClr val="dk1"/>
                </a:solidFill>
                <a:prstDash val="solid"/>
                <a:round/>
                <a:headEnd type="none" w="sm" len="sm"/>
                <a:tailEnd type="none" w="sm" len="sm"/>
              </a:ln>
            </p:spPr>
          </p:cxnSp>
          <p:cxnSp>
            <p:nvCxnSpPr>
              <p:cNvPr id="328" name="Google Shape;328;p59"/>
              <p:cNvCxnSpPr/>
              <p:nvPr/>
            </p:nvCxnSpPr>
            <p:spPr>
              <a:xfrm>
                <a:off x="3217" y="3668"/>
                <a:ext cx="118" cy="55"/>
              </a:xfrm>
              <a:prstGeom prst="straightConnector1">
                <a:avLst/>
              </a:prstGeom>
              <a:noFill/>
              <a:ln w="19050" cap="flat" cmpd="sng">
                <a:solidFill>
                  <a:schemeClr val="dk1"/>
                </a:solidFill>
                <a:prstDash val="solid"/>
                <a:round/>
                <a:headEnd type="none" w="sm" len="sm"/>
                <a:tailEnd type="none" w="sm" len="sm"/>
              </a:ln>
            </p:spPr>
          </p:cxnSp>
          <p:cxnSp>
            <p:nvCxnSpPr>
              <p:cNvPr id="329" name="Google Shape;329;p59"/>
              <p:cNvCxnSpPr/>
              <p:nvPr/>
            </p:nvCxnSpPr>
            <p:spPr>
              <a:xfrm rot="10800000" flipH="1">
                <a:off x="3335" y="3668"/>
                <a:ext cx="124" cy="55"/>
              </a:xfrm>
              <a:prstGeom prst="straightConnector1">
                <a:avLst/>
              </a:prstGeom>
              <a:noFill/>
              <a:ln w="19050" cap="flat" cmpd="sng">
                <a:solidFill>
                  <a:schemeClr val="dk1"/>
                </a:solidFill>
                <a:prstDash val="solid"/>
                <a:round/>
                <a:headEnd type="none" w="sm" len="sm"/>
                <a:tailEnd type="none" w="sm" len="sm"/>
              </a:ln>
            </p:spPr>
          </p:cxnSp>
          <p:cxnSp>
            <p:nvCxnSpPr>
              <p:cNvPr id="330" name="Google Shape;330;p59"/>
              <p:cNvCxnSpPr/>
              <p:nvPr/>
            </p:nvCxnSpPr>
            <p:spPr>
              <a:xfrm>
                <a:off x="3178" y="3766"/>
                <a:ext cx="152" cy="75"/>
              </a:xfrm>
              <a:prstGeom prst="straightConnector1">
                <a:avLst/>
              </a:prstGeom>
              <a:noFill/>
              <a:ln w="19050" cap="flat" cmpd="sng">
                <a:solidFill>
                  <a:schemeClr val="dk1"/>
                </a:solidFill>
                <a:prstDash val="solid"/>
                <a:round/>
                <a:headEnd type="none" w="sm" len="sm"/>
                <a:tailEnd type="none" w="sm" len="sm"/>
              </a:ln>
            </p:spPr>
          </p:cxnSp>
          <p:cxnSp>
            <p:nvCxnSpPr>
              <p:cNvPr id="331" name="Google Shape;331;p59"/>
              <p:cNvCxnSpPr/>
              <p:nvPr/>
            </p:nvCxnSpPr>
            <p:spPr>
              <a:xfrm rot="10800000" flipH="1">
                <a:off x="3335" y="3781"/>
                <a:ext cx="153" cy="66"/>
              </a:xfrm>
              <a:prstGeom prst="straightConnector1">
                <a:avLst/>
              </a:prstGeom>
              <a:noFill/>
              <a:ln w="19050" cap="flat" cmpd="sng">
                <a:solidFill>
                  <a:schemeClr val="dk1"/>
                </a:solidFill>
                <a:prstDash val="solid"/>
                <a:round/>
                <a:headEnd type="none" w="sm" len="sm"/>
                <a:tailEnd type="none" w="sm" len="sm"/>
              </a:ln>
            </p:spPr>
          </p:cxnSp>
          <p:cxnSp>
            <p:nvCxnSpPr>
              <p:cNvPr id="332" name="Google Shape;332;p59"/>
              <p:cNvCxnSpPr/>
              <p:nvPr/>
            </p:nvCxnSpPr>
            <p:spPr>
              <a:xfrm rot="10800000" flipH="1">
                <a:off x="3335" y="3567"/>
                <a:ext cx="78" cy="27"/>
              </a:xfrm>
              <a:prstGeom prst="straightConnector1">
                <a:avLst/>
              </a:prstGeom>
              <a:noFill/>
              <a:ln w="19050" cap="flat" cmpd="sng">
                <a:solidFill>
                  <a:schemeClr val="dk1"/>
                </a:solidFill>
                <a:prstDash val="solid"/>
                <a:round/>
                <a:headEnd type="none" w="sm" len="sm"/>
                <a:tailEnd type="none" w="sm" len="sm"/>
              </a:ln>
            </p:spPr>
          </p:cxnSp>
          <p:cxnSp>
            <p:nvCxnSpPr>
              <p:cNvPr id="333" name="Google Shape;333;p59"/>
              <p:cNvCxnSpPr/>
              <p:nvPr/>
            </p:nvCxnSpPr>
            <p:spPr>
              <a:xfrm rot="10800000" flipH="1">
                <a:off x="3335" y="3428"/>
                <a:ext cx="49" cy="21"/>
              </a:xfrm>
              <a:prstGeom prst="straightConnector1">
                <a:avLst/>
              </a:prstGeom>
              <a:noFill/>
              <a:ln w="19050" cap="flat" cmpd="sng">
                <a:solidFill>
                  <a:schemeClr val="dk1"/>
                </a:solidFill>
                <a:prstDash val="solid"/>
                <a:round/>
                <a:headEnd type="none" w="sm" len="sm"/>
                <a:tailEnd type="none" w="sm" len="sm"/>
              </a:ln>
            </p:spPr>
          </p:cxnSp>
          <p:cxnSp>
            <p:nvCxnSpPr>
              <p:cNvPr id="334" name="Google Shape;334;p59"/>
              <p:cNvCxnSpPr/>
              <p:nvPr/>
            </p:nvCxnSpPr>
            <p:spPr>
              <a:xfrm>
                <a:off x="3247" y="3558"/>
                <a:ext cx="95" cy="36"/>
              </a:xfrm>
              <a:prstGeom prst="straightConnector1">
                <a:avLst/>
              </a:prstGeom>
              <a:noFill/>
              <a:ln w="19050" cap="flat" cmpd="sng">
                <a:solidFill>
                  <a:schemeClr val="dk1"/>
                </a:solidFill>
                <a:prstDash val="solid"/>
                <a:round/>
                <a:headEnd type="none" w="sm" len="sm"/>
                <a:tailEnd type="none" w="sm" len="sm"/>
              </a:ln>
            </p:spPr>
          </p:cxnSp>
          <p:cxnSp>
            <p:nvCxnSpPr>
              <p:cNvPr id="335" name="Google Shape;335;p59"/>
              <p:cNvCxnSpPr/>
              <p:nvPr/>
            </p:nvCxnSpPr>
            <p:spPr>
              <a:xfrm>
                <a:off x="3289" y="3422"/>
                <a:ext cx="55" cy="36"/>
              </a:xfrm>
              <a:prstGeom prst="straightConnector1">
                <a:avLst/>
              </a:prstGeom>
              <a:noFill/>
              <a:ln w="19050" cap="flat" cmpd="sng">
                <a:solidFill>
                  <a:schemeClr val="dk1"/>
                </a:solidFill>
                <a:prstDash val="solid"/>
                <a:round/>
                <a:headEnd type="none" w="sm" len="sm"/>
                <a:tailEnd type="none" w="sm" len="sm"/>
              </a:ln>
            </p:spPr>
          </p:cxnSp>
        </p:grpSp>
        <p:pic>
          <p:nvPicPr>
            <p:cNvPr id="336" name="Google Shape;336;p59" descr="cell_tower_radiation copy"/>
            <p:cNvPicPr preferRelativeResize="0"/>
            <p:nvPr/>
          </p:nvPicPr>
          <p:blipFill rotWithShape="1">
            <a:blip r:embed="rId12">
              <a:alphaModFix/>
            </a:blip>
            <a:srcRect/>
            <a:stretch/>
          </p:blipFill>
          <p:spPr>
            <a:xfrm>
              <a:off x="742" y="2409"/>
              <a:ext cx="576" cy="464"/>
            </a:xfrm>
            <a:prstGeom prst="rect">
              <a:avLst/>
            </a:prstGeom>
            <a:noFill/>
            <a:ln>
              <a:noFill/>
            </a:ln>
          </p:spPr>
        </p:pic>
        <p:sp>
          <p:nvSpPr>
            <p:cNvPr id="337" name="Google Shape;337;p59"/>
            <p:cNvSpPr/>
            <p:nvPr/>
          </p:nvSpPr>
          <p:spPr>
            <a:xfrm>
              <a:off x="986" y="2597"/>
              <a:ext cx="66" cy="69"/>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38" name="Google Shape;338;p59"/>
          <p:cNvGrpSpPr/>
          <p:nvPr/>
        </p:nvGrpSpPr>
        <p:grpSpPr>
          <a:xfrm>
            <a:off x="10326536" y="5434449"/>
            <a:ext cx="227013" cy="481013"/>
            <a:chOff x="4140" y="429"/>
            <a:chExt cx="1425" cy="2396"/>
          </a:xfrm>
        </p:grpSpPr>
        <p:sp>
          <p:nvSpPr>
            <p:cNvPr id="339" name="Google Shape;339;p59"/>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59"/>
            <p:cNvSpPr/>
            <p:nvPr/>
          </p:nvSpPr>
          <p:spPr>
            <a:xfrm>
              <a:off x="4210" y="429"/>
              <a:ext cx="1046" cy="2285"/>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1" name="Google Shape;341;p59"/>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59"/>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59"/>
            <p:cNvSpPr/>
            <p:nvPr/>
          </p:nvSpPr>
          <p:spPr>
            <a:xfrm>
              <a:off x="4210" y="690"/>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44" name="Google Shape;344;p59"/>
            <p:cNvGrpSpPr/>
            <p:nvPr/>
          </p:nvGrpSpPr>
          <p:grpSpPr>
            <a:xfrm>
              <a:off x="4748" y="666"/>
              <a:ext cx="578" cy="150"/>
              <a:chOff x="613" y="2566"/>
              <a:chExt cx="721" cy="144"/>
            </a:xfrm>
          </p:grpSpPr>
          <p:sp>
            <p:nvSpPr>
              <p:cNvPr id="345" name="Google Shape;345;p59"/>
              <p:cNvSpPr/>
              <p:nvPr/>
            </p:nvSpPr>
            <p:spPr>
              <a:xfrm>
                <a:off x="613" y="2566"/>
                <a:ext cx="721" cy="144"/>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6" name="Google Shape;346;p59"/>
              <p:cNvSpPr/>
              <p:nvPr/>
            </p:nvSpPr>
            <p:spPr>
              <a:xfrm>
                <a:off x="625" y="2581"/>
                <a:ext cx="696" cy="11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47" name="Google Shape;347;p59"/>
            <p:cNvSpPr/>
            <p:nvPr/>
          </p:nvSpPr>
          <p:spPr>
            <a:xfrm>
              <a:off x="4220" y="1022"/>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48" name="Google Shape;348;p59"/>
            <p:cNvGrpSpPr/>
            <p:nvPr/>
          </p:nvGrpSpPr>
          <p:grpSpPr>
            <a:xfrm>
              <a:off x="4748" y="990"/>
              <a:ext cx="578" cy="134"/>
              <a:chOff x="615" y="2564"/>
              <a:chExt cx="721" cy="139"/>
            </a:xfrm>
          </p:grpSpPr>
          <p:sp>
            <p:nvSpPr>
              <p:cNvPr id="349" name="Google Shape;349;p59"/>
              <p:cNvSpPr/>
              <p:nvPr/>
            </p:nvSpPr>
            <p:spPr>
              <a:xfrm>
                <a:off x="615" y="2564"/>
                <a:ext cx="721"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0" name="Google Shape;350;p59"/>
              <p:cNvSpPr/>
              <p:nvPr/>
            </p:nvSpPr>
            <p:spPr>
              <a:xfrm>
                <a:off x="628" y="2581"/>
                <a:ext cx="696"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1" name="Google Shape;351;p59"/>
            <p:cNvSpPr/>
            <p:nvPr/>
          </p:nvSpPr>
          <p:spPr>
            <a:xfrm>
              <a:off x="4220" y="1354"/>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2" name="Google Shape;352;p59"/>
            <p:cNvSpPr/>
            <p:nvPr/>
          </p:nvSpPr>
          <p:spPr>
            <a:xfrm>
              <a:off x="4230" y="1655"/>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53" name="Google Shape;353;p59"/>
            <p:cNvGrpSpPr/>
            <p:nvPr/>
          </p:nvGrpSpPr>
          <p:grpSpPr>
            <a:xfrm>
              <a:off x="4738" y="1639"/>
              <a:ext cx="578" cy="142"/>
              <a:chOff x="618" y="2579"/>
              <a:chExt cx="720" cy="131"/>
            </a:xfrm>
          </p:grpSpPr>
          <p:sp>
            <p:nvSpPr>
              <p:cNvPr id="354" name="Google Shape;354;p59"/>
              <p:cNvSpPr/>
              <p:nvPr/>
            </p:nvSpPr>
            <p:spPr>
              <a:xfrm>
                <a:off x="618" y="2579"/>
                <a:ext cx="720" cy="131"/>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5" name="Google Shape;355;p59"/>
              <p:cNvSpPr/>
              <p:nvPr/>
            </p:nvSpPr>
            <p:spPr>
              <a:xfrm>
                <a:off x="630" y="2586"/>
                <a:ext cx="695" cy="109"/>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6" name="Google Shape;356;p59"/>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57" name="Google Shape;357;p59"/>
            <p:cNvGrpSpPr/>
            <p:nvPr/>
          </p:nvGrpSpPr>
          <p:grpSpPr>
            <a:xfrm>
              <a:off x="4738" y="1330"/>
              <a:ext cx="588" cy="134"/>
              <a:chOff x="613" y="2571"/>
              <a:chExt cx="732" cy="134"/>
            </a:xfrm>
          </p:grpSpPr>
          <p:sp>
            <p:nvSpPr>
              <p:cNvPr id="358" name="Google Shape;358;p59"/>
              <p:cNvSpPr/>
              <p:nvPr/>
            </p:nvSpPr>
            <p:spPr>
              <a:xfrm>
                <a:off x="613" y="2571"/>
                <a:ext cx="732" cy="134"/>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9" name="Google Shape;359;p59"/>
              <p:cNvSpPr/>
              <p:nvPr/>
            </p:nvSpPr>
            <p:spPr>
              <a:xfrm>
                <a:off x="625" y="2587"/>
                <a:ext cx="720" cy="103"/>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60" name="Google Shape;360;p59"/>
            <p:cNvSpPr/>
            <p:nvPr/>
          </p:nvSpPr>
          <p:spPr>
            <a:xfrm>
              <a:off x="5246" y="429"/>
              <a:ext cx="70" cy="2285"/>
            </a:xfrm>
            <a:prstGeom prst="rect">
              <a:avLst/>
            </a:prstGeom>
            <a:gradFill>
              <a:gsLst>
                <a:gs pos="0">
                  <a:srgbClr val="333333"/>
                </a:gs>
                <a:gs pos="50000">
                  <a:srgbClr val="DDDDDD"/>
                </a:gs>
                <a:gs pos="100000">
                  <a:srgbClr val="333333"/>
                </a:gs>
              </a:gsLst>
              <a:lin ang="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61" name="Google Shape;361;p59"/>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59"/>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59"/>
            <p:cNvSpPr/>
            <p:nvPr/>
          </p:nvSpPr>
          <p:spPr>
            <a:xfrm>
              <a:off x="5515" y="2611"/>
              <a:ext cx="50"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64" name="Google Shape;364;p59"/>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59"/>
            <p:cNvSpPr/>
            <p:nvPr/>
          </p:nvSpPr>
          <p:spPr>
            <a:xfrm>
              <a:off x="4140" y="2675"/>
              <a:ext cx="1196" cy="150"/>
            </a:xfrm>
            <a:prstGeom prst="roundRect">
              <a:avLst>
                <a:gd name="adj" fmla="val 50000"/>
              </a:avLst>
            </a:prstGeom>
            <a:solidFill>
              <a:srgbClr val="DDDDD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66" name="Google Shape;366;p59"/>
            <p:cNvSpPr/>
            <p:nvPr/>
          </p:nvSpPr>
          <p:spPr>
            <a:xfrm>
              <a:off x="4210" y="2714"/>
              <a:ext cx="1066" cy="79"/>
            </a:xfrm>
            <a:prstGeom prst="roundRect">
              <a:avLst>
                <a:gd name="adj" fmla="val 50000"/>
              </a:avLst>
            </a:prstGeom>
            <a:gradFill>
              <a:gsLst>
                <a:gs pos="0">
                  <a:schemeClr val="lt2"/>
                </a:gs>
                <a:gs pos="100000">
                  <a:schemeClr val="dk2"/>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67" name="Google Shape;367;p59"/>
            <p:cNvSpPr/>
            <p:nvPr/>
          </p:nvSpPr>
          <p:spPr>
            <a:xfrm>
              <a:off x="4309" y="2382"/>
              <a:ext cx="159"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68" name="Google Shape;368;p59"/>
            <p:cNvSpPr/>
            <p:nvPr/>
          </p:nvSpPr>
          <p:spPr>
            <a:xfrm>
              <a:off x="4489" y="2382"/>
              <a:ext cx="159"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0000"/>
                </a:solidFill>
                <a:latin typeface="Arial"/>
                <a:ea typeface="Arial"/>
                <a:cs typeface="Arial"/>
                <a:sym typeface="Arial"/>
              </a:endParaRPr>
            </a:p>
          </p:txBody>
        </p:sp>
        <p:sp>
          <p:nvSpPr>
            <p:cNvPr id="369" name="Google Shape;369;p59"/>
            <p:cNvSpPr/>
            <p:nvPr/>
          </p:nvSpPr>
          <p:spPr>
            <a:xfrm>
              <a:off x="4658" y="2382"/>
              <a:ext cx="159"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0" name="Google Shape;370;p59"/>
            <p:cNvSpPr/>
            <p:nvPr/>
          </p:nvSpPr>
          <p:spPr>
            <a:xfrm>
              <a:off x="5067" y="1837"/>
              <a:ext cx="80" cy="759"/>
            </a:xfrm>
            <a:prstGeom prst="rect">
              <a:avLst/>
            </a:prstGeom>
            <a:solidFill>
              <a:srgbClr val="29292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71" name="Google Shape;371;p59"/>
          <p:cNvGrpSpPr/>
          <p:nvPr/>
        </p:nvGrpSpPr>
        <p:grpSpPr>
          <a:xfrm>
            <a:off x="10010623" y="5736074"/>
            <a:ext cx="227012" cy="481013"/>
            <a:chOff x="4140" y="429"/>
            <a:chExt cx="1425" cy="2396"/>
          </a:xfrm>
        </p:grpSpPr>
        <p:sp>
          <p:nvSpPr>
            <p:cNvPr id="372" name="Google Shape;372;p59"/>
            <p:cNvSpPr/>
            <p:nvPr/>
          </p:nvSpPr>
          <p:spPr>
            <a:xfrm>
              <a:off x="5268" y="433"/>
              <a:ext cx="283" cy="2286"/>
            </a:xfrm>
            <a:custGeom>
              <a:avLst/>
              <a:gdLst/>
              <a:ahLst/>
              <a:cxnLst/>
              <a:rect l="l" t="t" r="r" b="b"/>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59"/>
            <p:cNvSpPr/>
            <p:nvPr/>
          </p:nvSpPr>
          <p:spPr>
            <a:xfrm>
              <a:off x="4210" y="429"/>
              <a:ext cx="1046" cy="2285"/>
            </a:xfrm>
            <a:prstGeom prst="rect">
              <a:avLst/>
            </a:prstGeom>
            <a:gradFill>
              <a:gsLst>
                <a:gs pos="0">
                  <a:srgbClr val="292929"/>
                </a:gs>
                <a:gs pos="100000">
                  <a:srgbClr val="808080"/>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4" name="Google Shape;374;p59"/>
            <p:cNvSpPr/>
            <p:nvPr/>
          </p:nvSpPr>
          <p:spPr>
            <a:xfrm>
              <a:off x="5321" y="570"/>
              <a:ext cx="169" cy="2115"/>
            </a:xfrm>
            <a:custGeom>
              <a:avLst/>
              <a:gdLst/>
              <a:ahLst/>
              <a:cxnLst/>
              <a:rect l="l" t="t" r="r" b="b"/>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59"/>
            <p:cNvSpPr/>
            <p:nvPr/>
          </p:nvSpPr>
          <p:spPr>
            <a:xfrm>
              <a:off x="5284" y="1640"/>
              <a:ext cx="263" cy="189"/>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59"/>
            <p:cNvSpPr/>
            <p:nvPr/>
          </p:nvSpPr>
          <p:spPr>
            <a:xfrm>
              <a:off x="4210" y="690"/>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77" name="Google Shape;377;p59"/>
            <p:cNvGrpSpPr/>
            <p:nvPr/>
          </p:nvGrpSpPr>
          <p:grpSpPr>
            <a:xfrm>
              <a:off x="4748" y="666"/>
              <a:ext cx="578" cy="150"/>
              <a:chOff x="613" y="2566"/>
              <a:chExt cx="721" cy="144"/>
            </a:xfrm>
          </p:grpSpPr>
          <p:sp>
            <p:nvSpPr>
              <p:cNvPr id="378" name="Google Shape;378;p59"/>
              <p:cNvSpPr/>
              <p:nvPr/>
            </p:nvSpPr>
            <p:spPr>
              <a:xfrm>
                <a:off x="613" y="2566"/>
                <a:ext cx="721" cy="144"/>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9" name="Google Shape;379;p59"/>
              <p:cNvSpPr/>
              <p:nvPr/>
            </p:nvSpPr>
            <p:spPr>
              <a:xfrm>
                <a:off x="625" y="2581"/>
                <a:ext cx="696" cy="114"/>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80" name="Google Shape;380;p59"/>
            <p:cNvSpPr/>
            <p:nvPr/>
          </p:nvSpPr>
          <p:spPr>
            <a:xfrm>
              <a:off x="4220" y="1022"/>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81" name="Google Shape;381;p59"/>
            <p:cNvGrpSpPr/>
            <p:nvPr/>
          </p:nvGrpSpPr>
          <p:grpSpPr>
            <a:xfrm>
              <a:off x="4748" y="990"/>
              <a:ext cx="578" cy="134"/>
              <a:chOff x="615" y="2564"/>
              <a:chExt cx="721" cy="139"/>
            </a:xfrm>
          </p:grpSpPr>
          <p:sp>
            <p:nvSpPr>
              <p:cNvPr id="382" name="Google Shape;382;p59"/>
              <p:cNvSpPr/>
              <p:nvPr/>
            </p:nvSpPr>
            <p:spPr>
              <a:xfrm>
                <a:off x="615" y="2564"/>
                <a:ext cx="721" cy="139"/>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3" name="Google Shape;383;p59"/>
              <p:cNvSpPr/>
              <p:nvPr/>
            </p:nvSpPr>
            <p:spPr>
              <a:xfrm>
                <a:off x="628" y="2581"/>
                <a:ext cx="696" cy="107"/>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84" name="Google Shape;384;p59"/>
            <p:cNvSpPr/>
            <p:nvPr/>
          </p:nvSpPr>
          <p:spPr>
            <a:xfrm>
              <a:off x="4220" y="1354"/>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5" name="Google Shape;385;p59"/>
            <p:cNvSpPr/>
            <p:nvPr/>
          </p:nvSpPr>
          <p:spPr>
            <a:xfrm>
              <a:off x="4230" y="1655"/>
              <a:ext cx="598" cy="47"/>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86" name="Google Shape;386;p59"/>
            <p:cNvGrpSpPr/>
            <p:nvPr/>
          </p:nvGrpSpPr>
          <p:grpSpPr>
            <a:xfrm>
              <a:off x="4738" y="1639"/>
              <a:ext cx="578" cy="142"/>
              <a:chOff x="618" y="2579"/>
              <a:chExt cx="720" cy="131"/>
            </a:xfrm>
          </p:grpSpPr>
          <p:sp>
            <p:nvSpPr>
              <p:cNvPr id="387" name="Google Shape;387;p59"/>
              <p:cNvSpPr/>
              <p:nvPr/>
            </p:nvSpPr>
            <p:spPr>
              <a:xfrm>
                <a:off x="618" y="2579"/>
                <a:ext cx="720" cy="131"/>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8" name="Google Shape;388;p59"/>
              <p:cNvSpPr/>
              <p:nvPr/>
            </p:nvSpPr>
            <p:spPr>
              <a:xfrm>
                <a:off x="630" y="2586"/>
                <a:ext cx="695" cy="109"/>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89" name="Google Shape;389;p59"/>
            <p:cNvSpPr/>
            <p:nvPr/>
          </p:nvSpPr>
          <p:spPr>
            <a:xfrm>
              <a:off x="5288" y="1354"/>
              <a:ext cx="263" cy="188"/>
            </a:xfrm>
            <a:custGeom>
              <a:avLst/>
              <a:gdLst/>
              <a:ahLst/>
              <a:cxnLst/>
              <a:rect l="l" t="t" r="r" b="b"/>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90" name="Google Shape;390;p59"/>
            <p:cNvGrpSpPr/>
            <p:nvPr/>
          </p:nvGrpSpPr>
          <p:grpSpPr>
            <a:xfrm>
              <a:off x="4738" y="1330"/>
              <a:ext cx="588" cy="134"/>
              <a:chOff x="613" y="2571"/>
              <a:chExt cx="732" cy="134"/>
            </a:xfrm>
          </p:grpSpPr>
          <p:sp>
            <p:nvSpPr>
              <p:cNvPr id="391" name="Google Shape;391;p59"/>
              <p:cNvSpPr/>
              <p:nvPr/>
            </p:nvSpPr>
            <p:spPr>
              <a:xfrm>
                <a:off x="613" y="2571"/>
                <a:ext cx="732" cy="134"/>
              </a:xfrm>
              <a:prstGeom prst="roundRect">
                <a:avLst>
                  <a:gd name="adj" fmla="val 50000"/>
                </a:avLst>
              </a:pr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92" name="Google Shape;392;p59"/>
              <p:cNvSpPr/>
              <p:nvPr/>
            </p:nvSpPr>
            <p:spPr>
              <a:xfrm>
                <a:off x="625" y="2587"/>
                <a:ext cx="720" cy="103"/>
              </a:xfrm>
              <a:prstGeom prst="roundRect">
                <a:avLst>
                  <a:gd name="adj" fmla="val 50000"/>
                </a:avLst>
              </a:prstGeom>
              <a:gradFill>
                <a:gsLst>
                  <a:gs pos="0">
                    <a:srgbClr val="0000FF"/>
                  </a:gs>
                  <a:gs pos="50000">
                    <a:srgbClr val="99CCFF"/>
                  </a:gs>
                  <a:gs pos="100000">
                    <a:srgbClr val="0000FF"/>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93" name="Google Shape;393;p59"/>
            <p:cNvSpPr/>
            <p:nvPr/>
          </p:nvSpPr>
          <p:spPr>
            <a:xfrm>
              <a:off x="5246" y="429"/>
              <a:ext cx="70" cy="2285"/>
            </a:xfrm>
            <a:prstGeom prst="rect">
              <a:avLst/>
            </a:prstGeom>
            <a:gradFill>
              <a:gsLst>
                <a:gs pos="0">
                  <a:srgbClr val="333333"/>
                </a:gs>
                <a:gs pos="50000">
                  <a:srgbClr val="DDDDDD"/>
                </a:gs>
                <a:gs pos="100000">
                  <a:srgbClr val="333333"/>
                </a:gs>
              </a:gsLst>
              <a:lin ang="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94" name="Google Shape;394;p59"/>
            <p:cNvSpPr/>
            <p:nvPr/>
          </p:nvSpPr>
          <p:spPr>
            <a:xfrm>
              <a:off x="5312" y="1007"/>
              <a:ext cx="237" cy="213"/>
            </a:xfrm>
            <a:custGeom>
              <a:avLst/>
              <a:gdLst/>
              <a:ahLst/>
              <a:cxnLst/>
              <a:rect l="l" t="t" r="r" b="b"/>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59"/>
            <p:cNvSpPr/>
            <p:nvPr/>
          </p:nvSpPr>
          <p:spPr>
            <a:xfrm>
              <a:off x="5315" y="680"/>
              <a:ext cx="244" cy="240"/>
            </a:xfrm>
            <a:custGeom>
              <a:avLst/>
              <a:gdLst/>
              <a:ahLst/>
              <a:cxnLst/>
              <a:rect l="l" t="t" r="r" b="b"/>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59"/>
            <p:cNvSpPr/>
            <p:nvPr/>
          </p:nvSpPr>
          <p:spPr>
            <a:xfrm>
              <a:off x="5515" y="2611"/>
              <a:ext cx="50" cy="95"/>
            </a:xfrm>
            <a:prstGeom prst="ellipse">
              <a:avLst/>
            </a:prstGeom>
            <a:solidFill>
              <a:srgbClr val="3333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97" name="Google Shape;397;p59"/>
            <p:cNvSpPr/>
            <p:nvPr/>
          </p:nvSpPr>
          <p:spPr>
            <a:xfrm>
              <a:off x="5302" y="2614"/>
              <a:ext cx="245" cy="200"/>
            </a:xfrm>
            <a:custGeom>
              <a:avLst/>
              <a:gdLst/>
              <a:ahLst/>
              <a:cxnLst/>
              <a:rect l="l" t="t" r="r" b="b"/>
              <a:pathLst>
                <a:path w="306" h="240" extrusionOk="0">
                  <a:moveTo>
                    <a:pt x="0" y="106"/>
                  </a:moveTo>
                  <a:lnTo>
                    <a:pt x="2" y="240"/>
                  </a:lnTo>
                  <a:lnTo>
                    <a:pt x="306" y="110"/>
                  </a:lnTo>
                  <a:lnTo>
                    <a:pt x="300" y="0"/>
                  </a:lnTo>
                  <a:lnTo>
                    <a:pt x="0" y="106"/>
                  </a:lnTo>
                  <a:close/>
                </a:path>
              </a:pathLst>
            </a:custGeom>
            <a:solidFill>
              <a:srgbClr val="33333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59"/>
            <p:cNvSpPr/>
            <p:nvPr/>
          </p:nvSpPr>
          <p:spPr>
            <a:xfrm>
              <a:off x="4140" y="2675"/>
              <a:ext cx="1196" cy="150"/>
            </a:xfrm>
            <a:prstGeom prst="roundRect">
              <a:avLst>
                <a:gd name="adj" fmla="val 50000"/>
              </a:avLst>
            </a:prstGeom>
            <a:solidFill>
              <a:srgbClr val="DDDDD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99" name="Google Shape;399;p59"/>
            <p:cNvSpPr/>
            <p:nvPr/>
          </p:nvSpPr>
          <p:spPr>
            <a:xfrm>
              <a:off x="4210" y="2714"/>
              <a:ext cx="1066" cy="79"/>
            </a:xfrm>
            <a:prstGeom prst="roundRect">
              <a:avLst>
                <a:gd name="adj" fmla="val 50000"/>
              </a:avLst>
            </a:prstGeom>
            <a:gradFill>
              <a:gsLst>
                <a:gs pos="0">
                  <a:schemeClr val="lt2"/>
                </a:gs>
                <a:gs pos="100000">
                  <a:schemeClr val="dk2"/>
                </a:gs>
              </a:gsLst>
              <a:lin ang="0" scaled="0"/>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0" name="Google Shape;400;p59"/>
            <p:cNvSpPr/>
            <p:nvPr/>
          </p:nvSpPr>
          <p:spPr>
            <a:xfrm>
              <a:off x="4309" y="2382"/>
              <a:ext cx="159"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1" name="Google Shape;401;p59"/>
            <p:cNvSpPr/>
            <p:nvPr/>
          </p:nvSpPr>
          <p:spPr>
            <a:xfrm>
              <a:off x="4489" y="2382"/>
              <a:ext cx="159" cy="142"/>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0000"/>
                </a:solidFill>
                <a:latin typeface="Arial"/>
                <a:ea typeface="Arial"/>
                <a:cs typeface="Arial"/>
                <a:sym typeface="Arial"/>
              </a:endParaRPr>
            </a:p>
          </p:txBody>
        </p:sp>
        <p:sp>
          <p:nvSpPr>
            <p:cNvPr id="402" name="Google Shape;402;p59"/>
            <p:cNvSpPr/>
            <p:nvPr/>
          </p:nvSpPr>
          <p:spPr>
            <a:xfrm>
              <a:off x="4658" y="2382"/>
              <a:ext cx="159" cy="142"/>
            </a:xfrm>
            <a:prstGeom prst="ellipse">
              <a:avLst/>
            </a:prstGeom>
            <a:solidFill>
              <a:srgbClr val="33CC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3" name="Google Shape;403;p59"/>
            <p:cNvSpPr/>
            <p:nvPr/>
          </p:nvSpPr>
          <p:spPr>
            <a:xfrm>
              <a:off x="5067" y="1837"/>
              <a:ext cx="80" cy="759"/>
            </a:xfrm>
            <a:prstGeom prst="rect">
              <a:avLst/>
            </a:prstGeom>
            <a:solidFill>
              <a:srgbClr val="29292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404" name="Google Shape;404;p59"/>
          <p:cNvGrpSpPr/>
          <p:nvPr/>
        </p:nvGrpSpPr>
        <p:grpSpPr>
          <a:xfrm>
            <a:off x="7388074" y="2475348"/>
            <a:ext cx="534987" cy="413719"/>
            <a:chOff x="877" y="1008"/>
            <a:chExt cx="2747" cy="2626"/>
          </a:xfrm>
        </p:grpSpPr>
        <p:pic>
          <p:nvPicPr>
            <p:cNvPr id="405" name="Google Shape;405;p59" descr="antenna_stylized"/>
            <p:cNvPicPr preferRelativeResize="0"/>
            <p:nvPr/>
          </p:nvPicPr>
          <p:blipFill rotWithShape="1">
            <a:blip r:embed="rId13">
              <a:alphaModFix/>
            </a:blip>
            <a:srcRect/>
            <a:stretch/>
          </p:blipFill>
          <p:spPr>
            <a:xfrm>
              <a:off x="877" y="1008"/>
              <a:ext cx="2725" cy="1421"/>
            </a:xfrm>
            <a:prstGeom prst="rect">
              <a:avLst/>
            </a:prstGeom>
            <a:noFill/>
            <a:ln>
              <a:noFill/>
            </a:ln>
          </p:spPr>
        </p:pic>
        <p:pic>
          <p:nvPicPr>
            <p:cNvPr id="406" name="Google Shape;406;p59" descr="laptop_keyboard"/>
            <p:cNvPicPr preferRelativeResize="0"/>
            <p:nvPr/>
          </p:nvPicPr>
          <p:blipFill rotWithShape="1">
            <a:blip r:embed="rId14">
              <a:alphaModFix/>
            </a:blip>
            <a:srcRect/>
            <a:stretch/>
          </p:blipFill>
          <p:spPr>
            <a:xfrm rot="109064" flipH="1">
              <a:off x="1009" y="2586"/>
              <a:ext cx="2245" cy="1013"/>
            </a:xfrm>
            <a:prstGeom prst="rect">
              <a:avLst/>
            </a:prstGeom>
            <a:noFill/>
            <a:ln>
              <a:noFill/>
            </a:ln>
          </p:spPr>
        </p:pic>
        <p:sp>
          <p:nvSpPr>
            <p:cNvPr id="407" name="Google Shape;407;p59"/>
            <p:cNvSpPr/>
            <p:nvPr/>
          </p:nvSpPr>
          <p:spPr>
            <a:xfrm>
              <a:off x="1753" y="1603"/>
              <a:ext cx="1807" cy="1322"/>
            </a:xfrm>
            <a:custGeom>
              <a:avLst/>
              <a:gdLst/>
              <a:ahLst/>
              <a:cxnLst/>
              <a:rect l="l" t="t" r="r" b="b"/>
              <a:pathLst>
                <a:path w="2982" h="2442" extrusionOk="0">
                  <a:moveTo>
                    <a:pt x="540" y="0"/>
                  </a:moveTo>
                  <a:lnTo>
                    <a:pt x="0" y="1734"/>
                  </a:lnTo>
                  <a:lnTo>
                    <a:pt x="2394" y="2442"/>
                  </a:lnTo>
                  <a:lnTo>
                    <a:pt x="2982" y="318"/>
                  </a:lnTo>
                  <a:lnTo>
                    <a:pt x="54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8" name="Google Shape;408;p59" descr="screen"/>
            <p:cNvPicPr preferRelativeResize="0"/>
            <p:nvPr/>
          </p:nvPicPr>
          <p:blipFill rotWithShape="1">
            <a:blip r:embed="rId15">
              <a:alphaModFix/>
            </a:blip>
            <a:srcRect/>
            <a:stretch/>
          </p:blipFill>
          <p:spPr>
            <a:xfrm>
              <a:off x="1842" y="1637"/>
              <a:ext cx="1642" cy="1203"/>
            </a:xfrm>
            <a:prstGeom prst="rect">
              <a:avLst/>
            </a:prstGeom>
            <a:noFill/>
            <a:ln>
              <a:noFill/>
            </a:ln>
          </p:spPr>
        </p:pic>
        <p:sp>
          <p:nvSpPr>
            <p:cNvPr id="409" name="Google Shape;409;p59"/>
            <p:cNvSpPr/>
            <p:nvPr/>
          </p:nvSpPr>
          <p:spPr>
            <a:xfrm>
              <a:off x="2082" y="1564"/>
              <a:ext cx="1531" cy="246"/>
            </a:xfrm>
            <a:custGeom>
              <a:avLst/>
              <a:gdLst/>
              <a:ahLst/>
              <a:cxnLst/>
              <a:rect l="l" t="t" r="r" b="b"/>
              <a:pathLst>
                <a:path w="2528" h="455" extrusionOk="0">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59"/>
            <p:cNvSpPr/>
            <p:nvPr/>
          </p:nvSpPr>
          <p:spPr>
            <a:xfrm>
              <a:off x="1737" y="1562"/>
              <a:ext cx="425" cy="1024"/>
            </a:xfrm>
            <a:custGeom>
              <a:avLst/>
              <a:gdLst/>
              <a:ahLst/>
              <a:cxnLst/>
              <a:rect l="l" t="t" r="r" b="b"/>
              <a:pathLst>
                <a:path w="702" h="1893" extrusionOk="0">
                  <a:moveTo>
                    <a:pt x="579" y="0"/>
                  </a:moveTo>
                  <a:lnTo>
                    <a:pt x="0" y="1869"/>
                  </a:lnTo>
                  <a:lnTo>
                    <a:pt x="114" y="1893"/>
                  </a:lnTo>
                  <a:lnTo>
                    <a:pt x="702" y="51"/>
                  </a:lnTo>
                  <a:lnTo>
                    <a:pt x="579"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59"/>
            <p:cNvSpPr/>
            <p:nvPr/>
          </p:nvSpPr>
          <p:spPr>
            <a:xfrm>
              <a:off x="3144" y="1745"/>
              <a:ext cx="458" cy="1182"/>
            </a:xfrm>
            <a:custGeom>
              <a:avLst/>
              <a:gdLst/>
              <a:ahLst/>
              <a:cxnLst/>
              <a:rect l="l" t="t" r="r" b="b"/>
              <a:pathLst>
                <a:path w="756" h="2184" extrusionOk="0">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59"/>
            <p:cNvSpPr/>
            <p:nvPr/>
          </p:nvSpPr>
          <p:spPr>
            <a:xfrm>
              <a:off x="1732" y="2534"/>
              <a:ext cx="1680" cy="399"/>
            </a:xfrm>
            <a:custGeom>
              <a:avLst/>
              <a:gdLst/>
              <a:ahLst/>
              <a:cxnLst/>
              <a:rect l="l" t="t" r="r" b="b"/>
              <a:pathLst>
                <a:path w="2773" h="738" extrusionOk="0">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59"/>
            <p:cNvSpPr/>
            <p:nvPr/>
          </p:nvSpPr>
          <p:spPr>
            <a:xfrm>
              <a:off x="3195" y="1755"/>
              <a:ext cx="429" cy="1187"/>
            </a:xfrm>
            <a:custGeom>
              <a:avLst/>
              <a:gdLst/>
              <a:ahLst/>
              <a:cxnLst/>
              <a:rect l="l" t="t" r="r" b="b"/>
              <a:pathLst>
                <a:path w="637" h="1659" extrusionOk="0">
                  <a:moveTo>
                    <a:pt x="615" y="0"/>
                  </a:moveTo>
                  <a:lnTo>
                    <a:pt x="637" y="0"/>
                  </a:lnTo>
                  <a:lnTo>
                    <a:pt x="68" y="1659"/>
                  </a:lnTo>
                  <a:lnTo>
                    <a:pt x="0" y="1647"/>
                  </a:lnTo>
                  <a:lnTo>
                    <a:pt x="615" y="0"/>
                  </a:lnTo>
                  <a:close/>
                </a:path>
              </a:pathLst>
            </a:custGeom>
            <a:solidFill>
              <a:srgbClr val="4D4D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59"/>
            <p:cNvSpPr/>
            <p:nvPr/>
          </p:nvSpPr>
          <p:spPr>
            <a:xfrm>
              <a:off x="1734" y="2587"/>
              <a:ext cx="1494" cy="394"/>
            </a:xfrm>
            <a:custGeom>
              <a:avLst/>
              <a:gdLst/>
              <a:ahLst/>
              <a:cxnLst/>
              <a:rect l="l" t="t" r="r" b="b"/>
              <a:pathLst>
                <a:path w="2216" h="550" extrusionOk="0">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15" name="Google Shape;415;p59"/>
            <p:cNvGrpSpPr/>
            <p:nvPr/>
          </p:nvGrpSpPr>
          <p:grpSpPr>
            <a:xfrm>
              <a:off x="1709" y="3008"/>
              <a:ext cx="507" cy="234"/>
              <a:chOff x="1740" y="2642"/>
              <a:chExt cx="752" cy="327"/>
            </a:xfrm>
          </p:grpSpPr>
          <p:sp>
            <p:nvSpPr>
              <p:cNvPr id="416" name="Google Shape;416;p59"/>
              <p:cNvSpPr/>
              <p:nvPr/>
            </p:nvSpPr>
            <p:spPr>
              <a:xfrm>
                <a:off x="1740" y="2642"/>
                <a:ext cx="752" cy="327"/>
              </a:xfrm>
              <a:custGeom>
                <a:avLst/>
                <a:gdLst/>
                <a:ahLst/>
                <a:cxnLst/>
                <a:rect l="l" t="t" r="r" b="b"/>
                <a:pathLst>
                  <a:path w="752" h="327" extrusionOk="0">
                    <a:moveTo>
                      <a:pt x="293" y="0"/>
                    </a:moveTo>
                    <a:lnTo>
                      <a:pt x="752" y="124"/>
                    </a:lnTo>
                    <a:lnTo>
                      <a:pt x="470" y="327"/>
                    </a:lnTo>
                    <a:lnTo>
                      <a:pt x="0" y="183"/>
                    </a:lnTo>
                    <a:lnTo>
                      <a:pt x="293"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59"/>
              <p:cNvSpPr/>
              <p:nvPr/>
            </p:nvSpPr>
            <p:spPr>
              <a:xfrm>
                <a:off x="1754" y="2649"/>
                <a:ext cx="726" cy="311"/>
              </a:xfrm>
              <a:custGeom>
                <a:avLst/>
                <a:gdLst/>
                <a:ahLst/>
                <a:cxnLst/>
                <a:rect l="l" t="t" r="r" b="b"/>
                <a:pathLst>
                  <a:path w="726" h="311" extrusionOk="0">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59"/>
              <p:cNvSpPr/>
              <p:nvPr/>
            </p:nvSpPr>
            <p:spPr>
              <a:xfrm>
                <a:off x="1808" y="2770"/>
                <a:ext cx="258" cy="100"/>
              </a:xfrm>
              <a:custGeom>
                <a:avLst/>
                <a:gdLst/>
                <a:ahLst/>
                <a:cxnLst/>
                <a:rect l="l" t="t" r="r" b="b"/>
                <a:pathLst>
                  <a:path w="258" h="100" extrusionOk="0">
                    <a:moveTo>
                      <a:pt x="0" y="44"/>
                    </a:moveTo>
                    <a:lnTo>
                      <a:pt x="75" y="0"/>
                    </a:lnTo>
                    <a:lnTo>
                      <a:pt x="258" y="50"/>
                    </a:lnTo>
                    <a:lnTo>
                      <a:pt x="183" y="100"/>
                    </a:lnTo>
                    <a:lnTo>
                      <a:pt x="0" y="4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59"/>
              <p:cNvSpPr/>
              <p:nvPr/>
            </p:nvSpPr>
            <p:spPr>
              <a:xfrm>
                <a:off x="1799" y="2816"/>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59"/>
              <p:cNvSpPr/>
              <p:nvPr/>
            </p:nvSpPr>
            <p:spPr>
              <a:xfrm>
                <a:off x="2020" y="2834"/>
                <a:ext cx="258" cy="102"/>
              </a:xfrm>
              <a:custGeom>
                <a:avLst/>
                <a:gdLst/>
                <a:ahLst/>
                <a:cxnLst/>
                <a:rect l="l" t="t" r="r" b="b"/>
                <a:pathLst>
                  <a:path w="258" h="102" extrusionOk="0">
                    <a:moveTo>
                      <a:pt x="0" y="46"/>
                    </a:moveTo>
                    <a:lnTo>
                      <a:pt x="71" y="0"/>
                    </a:lnTo>
                    <a:lnTo>
                      <a:pt x="258" y="52"/>
                    </a:lnTo>
                    <a:lnTo>
                      <a:pt x="183" y="102"/>
                    </a:lnTo>
                    <a:lnTo>
                      <a:pt x="0" y="4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59"/>
              <p:cNvSpPr/>
              <p:nvPr/>
            </p:nvSpPr>
            <p:spPr>
              <a:xfrm>
                <a:off x="2011" y="2882"/>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2" name="Google Shape;422;p59"/>
            <p:cNvSpPr/>
            <p:nvPr/>
          </p:nvSpPr>
          <p:spPr>
            <a:xfrm>
              <a:off x="2577" y="3043"/>
              <a:ext cx="614" cy="514"/>
            </a:xfrm>
            <a:custGeom>
              <a:avLst/>
              <a:gdLst/>
              <a:ahLst/>
              <a:cxnLst/>
              <a:rect l="l" t="t" r="r" b="b"/>
              <a:pathLst>
                <a:path w="990" h="792" extrusionOk="0">
                  <a:moveTo>
                    <a:pt x="3" y="738"/>
                  </a:moveTo>
                  <a:lnTo>
                    <a:pt x="990" y="0"/>
                  </a:lnTo>
                  <a:lnTo>
                    <a:pt x="987" y="60"/>
                  </a:lnTo>
                  <a:lnTo>
                    <a:pt x="0" y="792"/>
                  </a:lnTo>
                  <a:lnTo>
                    <a:pt x="3" y="738"/>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59"/>
            <p:cNvSpPr/>
            <p:nvPr/>
          </p:nvSpPr>
          <p:spPr>
            <a:xfrm>
              <a:off x="1010" y="3084"/>
              <a:ext cx="1571" cy="469"/>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59"/>
            <p:cNvSpPr/>
            <p:nvPr/>
          </p:nvSpPr>
          <p:spPr>
            <a:xfrm>
              <a:off x="1011" y="2998"/>
              <a:ext cx="17" cy="95"/>
            </a:xfrm>
            <a:custGeom>
              <a:avLst/>
              <a:gdLst/>
              <a:ahLst/>
              <a:cxnLst/>
              <a:rect l="l" t="t" r="r" b="b"/>
              <a:pathLst>
                <a:path w="26" h="147" extrusionOk="0">
                  <a:moveTo>
                    <a:pt x="26" y="10"/>
                  </a:moveTo>
                  <a:lnTo>
                    <a:pt x="23" y="147"/>
                  </a:lnTo>
                  <a:lnTo>
                    <a:pt x="0" y="144"/>
                  </a:lnTo>
                  <a:lnTo>
                    <a:pt x="3" y="0"/>
                  </a:lnTo>
                  <a:lnTo>
                    <a:pt x="26" y="1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59"/>
            <p:cNvSpPr/>
            <p:nvPr/>
          </p:nvSpPr>
          <p:spPr>
            <a:xfrm>
              <a:off x="1012" y="2611"/>
              <a:ext cx="730" cy="393"/>
            </a:xfrm>
            <a:custGeom>
              <a:avLst/>
              <a:gdLst/>
              <a:ahLst/>
              <a:cxnLst/>
              <a:rect l="l" t="t" r="r" b="b"/>
              <a:pathLst>
                <a:path w="1176" h="606" extrusionOk="0">
                  <a:moveTo>
                    <a:pt x="1170" y="0"/>
                  </a:moveTo>
                  <a:lnTo>
                    <a:pt x="0" y="597"/>
                  </a:lnTo>
                  <a:lnTo>
                    <a:pt x="30" y="606"/>
                  </a:lnTo>
                  <a:lnTo>
                    <a:pt x="1176" y="18"/>
                  </a:lnTo>
                  <a:lnTo>
                    <a:pt x="1170"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59"/>
            <p:cNvSpPr/>
            <p:nvPr/>
          </p:nvSpPr>
          <p:spPr>
            <a:xfrm>
              <a:off x="1061" y="3018"/>
              <a:ext cx="1490" cy="451"/>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59"/>
            <p:cNvSpPr/>
            <p:nvPr/>
          </p:nvSpPr>
          <p:spPr>
            <a:xfrm rot="10800000" flipH="1">
              <a:off x="2549" y="2986"/>
              <a:ext cx="608" cy="467"/>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28" name="Google Shape;428;p59"/>
          <p:cNvGrpSpPr/>
          <p:nvPr/>
        </p:nvGrpSpPr>
        <p:grpSpPr>
          <a:xfrm>
            <a:off x="8958111" y="5918637"/>
            <a:ext cx="474663" cy="413718"/>
            <a:chOff x="877" y="1008"/>
            <a:chExt cx="2747" cy="2626"/>
          </a:xfrm>
        </p:grpSpPr>
        <p:pic>
          <p:nvPicPr>
            <p:cNvPr id="429" name="Google Shape;429;p59" descr="antenna_stylized"/>
            <p:cNvPicPr preferRelativeResize="0"/>
            <p:nvPr/>
          </p:nvPicPr>
          <p:blipFill rotWithShape="1">
            <a:blip r:embed="rId16">
              <a:alphaModFix/>
            </a:blip>
            <a:srcRect/>
            <a:stretch/>
          </p:blipFill>
          <p:spPr>
            <a:xfrm>
              <a:off x="877" y="1008"/>
              <a:ext cx="2725" cy="1421"/>
            </a:xfrm>
            <a:prstGeom prst="rect">
              <a:avLst/>
            </a:prstGeom>
            <a:noFill/>
            <a:ln>
              <a:noFill/>
            </a:ln>
          </p:spPr>
        </p:pic>
        <p:pic>
          <p:nvPicPr>
            <p:cNvPr id="430" name="Google Shape;430;p59" descr="laptop_keyboard"/>
            <p:cNvPicPr preferRelativeResize="0"/>
            <p:nvPr/>
          </p:nvPicPr>
          <p:blipFill rotWithShape="1">
            <a:blip r:embed="rId17">
              <a:alphaModFix/>
            </a:blip>
            <a:srcRect/>
            <a:stretch/>
          </p:blipFill>
          <p:spPr>
            <a:xfrm rot="109064" flipH="1">
              <a:off x="1009" y="2586"/>
              <a:ext cx="2245" cy="1013"/>
            </a:xfrm>
            <a:prstGeom prst="rect">
              <a:avLst/>
            </a:prstGeom>
            <a:noFill/>
            <a:ln>
              <a:noFill/>
            </a:ln>
          </p:spPr>
        </p:pic>
        <p:sp>
          <p:nvSpPr>
            <p:cNvPr id="431" name="Google Shape;431;p59"/>
            <p:cNvSpPr/>
            <p:nvPr/>
          </p:nvSpPr>
          <p:spPr>
            <a:xfrm>
              <a:off x="1753" y="1603"/>
              <a:ext cx="1807" cy="1322"/>
            </a:xfrm>
            <a:custGeom>
              <a:avLst/>
              <a:gdLst/>
              <a:ahLst/>
              <a:cxnLst/>
              <a:rect l="l" t="t" r="r" b="b"/>
              <a:pathLst>
                <a:path w="2982" h="2442" extrusionOk="0">
                  <a:moveTo>
                    <a:pt x="540" y="0"/>
                  </a:moveTo>
                  <a:lnTo>
                    <a:pt x="0" y="1734"/>
                  </a:lnTo>
                  <a:lnTo>
                    <a:pt x="2394" y="2442"/>
                  </a:lnTo>
                  <a:lnTo>
                    <a:pt x="2982" y="318"/>
                  </a:lnTo>
                  <a:lnTo>
                    <a:pt x="54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2" name="Google Shape;432;p59" descr="screen"/>
            <p:cNvPicPr preferRelativeResize="0"/>
            <p:nvPr/>
          </p:nvPicPr>
          <p:blipFill rotWithShape="1">
            <a:blip r:embed="rId18">
              <a:alphaModFix/>
            </a:blip>
            <a:srcRect/>
            <a:stretch/>
          </p:blipFill>
          <p:spPr>
            <a:xfrm>
              <a:off x="1842" y="1637"/>
              <a:ext cx="1642" cy="1203"/>
            </a:xfrm>
            <a:prstGeom prst="rect">
              <a:avLst/>
            </a:prstGeom>
            <a:noFill/>
            <a:ln>
              <a:noFill/>
            </a:ln>
          </p:spPr>
        </p:pic>
        <p:sp>
          <p:nvSpPr>
            <p:cNvPr id="433" name="Google Shape;433;p59"/>
            <p:cNvSpPr/>
            <p:nvPr/>
          </p:nvSpPr>
          <p:spPr>
            <a:xfrm>
              <a:off x="2082" y="1564"/>
              <a:ext cx="1531" cy="246"/>
            </a:xfrm>
            <a:custGeom>
              <a:avLst/>
              <a:gdLst/>
              <a:ahLst/>
              <a:cxnLst/>
              <a:rect l="l" t="t" r="r" b="b"/>
              <a:pathLst>
                <a:path w="2528" h="455" extrusionOk="0">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59"/>
            <p:cNvSpPr/>
            <p:nvPr/>
          </p:nvSpPr>
          <p:spPr>
            <a:xfrm>
              <a:off x="1737" y="1562"/>
              <a:ext cx="425" cy="1024"/>
            </a:xfrm>
            <a:custGeom>
              <a:avLst/>
              <a:gdLst/>
              <a:ahLst/>
              <a:cxnLst/>
              <a:rect l="l" t="t" r="r" b="b"/>
              <a:pathLst>
                <a:path w="702" h="1893" extrusionOk="0">
                  <a:moveTo>
                    <a:pt x="579" y="0"/>
                  </a:moveTo>
                  <a:lnTo>
                    <a:pt x="0" y="1869"/>
                  </a:lnTo>
                  <a:lnTo>
                    <a:pt x="114" y="1893"/>
                  </a:lnTo>
                  <a:lnTo>
                    <a:pt x="702" y="51"/>
                  </a:lnTo>
                  <a:lnTo>
                    <a:pt x="579"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59"/>
            <p:cNvSpPr/>
            <p:nvPr/>
          </p:nvSpPr>
          <p:spPr>
            <a:xfrm>
              <a:off x="3144" y="1745"/>
              <a:ext cx="458" cy="1182"/>
            </a:xfrm>
            <a:custGeom>
              <a:avLst/>
              <a:gdLst/>
              <a:ahLst/>
              <a:cxnLst/>
              <a:rect l="l" t="t" r="r" b="b"/>
              <a:pathLst>
                <a:path w="756" h="2184" extrusionOk="0">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59"/>
            <p:cNvSpPr/>
            <p:nvPr/>
          </p:nvSpPr>
          <p:spPr>
            <a:xfrm>
              <a:off x="1732" y="2534"/>
              <a:ext cx="1680" cy="399"/>
            </a:xfrm>
            <a:custGeom>
              <a:avLst/>
              <a:gdLst/>
              <a:ahLst/>
              <a:cxnLst/>
              <a:rect l="l" t="t" r="r" b="b"/>
              <a:pathLst>
                <a:path w="2773" h="738" extrusionOk="0">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59"/>
            <p:cNvSpPr/>
            <p:nvPr/>
          </p:nvSpPr>
          <p:spPr>
            <a:xfrm>
              <a:off x="3195" y="1755"/>
              <a:ext cx="429" cy="1187"/>
            </a:xfrm>
            <a:custGeom>
              <a:avLst/>
              <a:gdLst/>
              <a:ahLst/>
              <a:cxnLst/>
              <a:rect l="l" t="t" r="r" b="b"/>
              <a:pathLst>
                <a:path w="637" h="1659" extrusionOk="0">
                  <a:moveTo>
                    <a:pt x="615" y="0"/>
                  </a:moveTo>
                  <a:lnTo>
                    <a:pt x="637" y="0"/>
                  </a:lnTo>
                  <a:lnTo>
                    <a:pt x="68" y="1659"/>
                  </a:lnTo>
                  <a:lnTo>
                    <a:pt x="0" y="1647"/>
                  </a:lnTo>
                  <a:lnTo>
                    <a:pt x="615" y="0"/>
                  </a:lnTo>
                  <a:close/>
                </a:path>
              </a:pathLst>
            </a:custGeom>
            <a:solidFill>
              <a:srgbClr val="4D4D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59"/>
            <p:cNvSpPr/>
            <p:nvPr/>
          </p:nvSpPr>
          <p:spPr>
            <a:xfrm>
              <a:off x="1734" y="2587"/>
              <a:ext cx="1494" cy="394"/>
            </a:xfrm>
            <a:custGeom>
              <a:avLst/>
              <a:gdLst/>
              <a:ahLst/>
              <a:cxnLst/>
              <a:rect l="l" t="t" r="r" b="b"/>
              <a:pathLst>
                <a:path w="2216" h="550" extrusionOk="0">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39" name="Google Shape;439;p59"/>
            <p:cNvGrpSpPr/>
            <p:nvPr/>
          </p:nvGrpSpPr>
          <p:grpSpPr>
            <a:xfrm>
              <a:off x="1709" y="3008"/>
              <a:ext cx="507" cy="234"/>
              <a:chOff x="1740" y="2642"/>
              <a:chExt cx="752" cy="327"/>
            </a:xfrm>
          </p:grpSpPr>
          <p:sp>
            <p:nvSpPr>
              <p:cNvPr id="440" name="Google Shape;440;p59"/>
              <p:cNvSpPr/>
              <p:nvPr/>
            </p:nvSpPr>
            <p:spPr>
              <a:xfrm>
                <a:off x="1740" y="2642"/>
                <a:ext cx="752" cy="327"/>
              </a:xfrm>
              <a:custGeom>
                <a:avLst/>
                <a:gdLst/>
                <a:ahLst/>
                <a:cxnLst/>
                <a:rect l="l" t="t" r="r" b="b"/>
                <a:pathLst>
                  <a:path w="752" h="327" extrusionOk="0">
                    <a:moveTo>
                      <a:pt x="293" y="0"/>
                    </a:moveTo>
                    <a:lnTo>
                      <a:pt x="752" y="124"/>
                    </a:lnTo>
                    <a:lnTo>
                      <a:pt x="470" y="327"/>
                    </a:lnTo>
                    <a:lnTo>
                      <a:pt x="0" y="183"/>
                    </a:lnTo>
                    <a:lnTo>
                      <a:pt x="293"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59"/>
              <p:cNvSpPr/>
              <p:nvPr/>
            </p:nvSpPr>
            <p:spPr>
              <a:xfrm>
                <a:off x="1754" y="2649"/>
                <a:ext cx="726" cy="311"/>
              </a:xfrm>
              <a:custGeom>
                <a:avLst/>
                <a:gdLst/>
                <a:ahLst/>
                <a:cxnLst/>
                <a:rect l="l" t="t" r="r" b="b"/>
                <a:pathLst>
                  <a:path w="726" h="311" extrusionOk="0">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59"/>
              <p:cNvSpPr/>
              <p:nvPr/>
            </p:nvSpPr>
            <p:spPr>
              <a:xfrm>
                <a:off x="1808" y="2770"/>
                <a:ext cx="258" cy="100"/>
              </a:xfrm>
              <a:custGeom>
                <a:avLst/>
                <a:gdLst/>
                <a:ahLst/>
                <a:cxnLst/>
                <a:rect l="l" t="t" r="r" b="b"/>
                <a:pathLst>
                  <a:path w="258" h="100" extrusionOk="0">
                    <a:moveTo>
                      <a:pt x="0" y="44"/>
                    </a:moveTo>
                    <a:lnTo>
                      <a:pt x="75" y="0"/>
                    </a:lnTo>
                    <a:lnTo>
                      <a:pt x="258" y="50"/>
                    </a:lnTo>
                    <a:lnTo>
                      <a:pt x="183" y="100"/>
                    </a:lnTo>
                    <a:lnTo>
                      <a:pt x="0" y="4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59"/>
              <p:cNvSpPr/>
              <p:nvPr/>
            </p:nvSpPr>
            <p:spPr>
              <a:xfrm>
                <a:off x="1799" y="2816"/>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59"/>
              <p:cNvSpPr/>
              <p:nvPr/>
            </p:nvSpPr>
            <p:spPr>
              <a:xfrm>
                <a:off x="2020" y="2834"/>
                <a:ext cx="258" cy="102"/>
              </a:xfrm>
              <a:custGeom>
                <a:avLst/>
                <a:gdLst/>
                <a:ahLst/>
                <a:cxnLst/>
                <a:rect l="l" t="t" r="r" b="b"/>
                <a:pathLst>
                  <a:path w="258" h="102" extrusionOk="0">
                    <a:moveTo>
                      <a:pt x="0" y="46"/>
                    </a:moveTo>
                    <a:lnTo>
                      <a:pt x="71" y="0"/>
                    </a:lnTo>
                    <a:lnTo>
                      <a:pt x="258" y="52"/>
                    </a:lnTo>
                    <a:lnTo>
                      <a:pt x="183" y="102"/>
                    </a:lnTo>
                    <a:lnTo>
                      <a:pt x="0" y="4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59"/>
              <p:cNvSpPr/>
              <p:nvPr/>
            </p:nvSpPr>
            <p:spPr>
              <a:xfrm>
                <a:off x="2011" y="2882"/>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6" name="Google Shape;446;p59"/>
            <p:cNvSpPr/>
            <p:nvPr/>
          </p:nvSpPr>
          <p:spPr>
            <a:xfrm>
              <a:off x="2577" y="3043"/>
              <a:ext cx="614" cy="514"/>
            </a:xfrm>
            <a:custGeom>
              <a:avLst/>
              <a:gdLst/>
              <a:ahLst/>
              <a:cxnLst/>
              <a:rect l="l" t="t" r="r" b="b"/>
              <a:pathLst>
                <a:path w="990" h="792" extrusionOk="0">
                  <a:moveTo>
                    <a:pt x="3" y="738"/>
                  </a:moveTo>
                  <a:lnTo>
                    <a:pt x="990" y="0"/>
                  </a:lnTo>
                  <a:lnTo>
                    <a:pt x="987" y="60"/>
                  </a:lnTo>
                  <a:lnTo>
                    <a:pt x="0" y="792"/>
                  </a:lnTo>
                  <a:lnTo>
                    <a:pt x="3" y="738"/>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59"/>
            <p:cNvSpPr/>
            <p:nvPr/>
          </p:nvSpPr>
          <p:spPr>
            <a:xfrm>
              <a:off x="1010" y="3084"/>
              <a:ext cx="1571" cy="469"/>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59"/>
            <p:cNvSpPr/>
            <p:nvPr/>
          </p:nvSpPr>
          <p:spPr>
            <a:xfrm>
              <a:off x="1011" y="2998"/>
              <a:ext cx="17" cy="95"/>
            </a:xfrm>
            <a:custGeom>
              <a:avLst/>
              <a:gdLst/>
              <a:ahLst/>
              <a:cxnLst/>
              <a:rect l="l" t="t" r="r" b="b"/>
              <a:pathLst>
                <a:path w="26" h="147" extrusionOk="0">
                  <a:moveTo>
                    <a:pt x="26" y="10"/>
                  </a:moveTo>
                  <a:lnTo>
                    <a:pt x="23" y="147"/>
                  </a:lnTo>
                  <a:lnTo>
                    <a:pt x="0" y="144"/>
                  </a:lnTo>
                  <a:lnTo>
                    <a:pt x="3" y="0"/>
                  </a:lnTo>
                  <a:lnTo>
                    <a:pt x="26" y="1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59"/>
            <p:cNvSpPr/>
            <p:nvPr/>
          </p:nvSpPr>
          <p:spPr>
            <a:xfrm>
              <a:off x="1012" y="2611"/>
              <a:ext cx="730" cy="393"/>
            </a:xfrm>
            <a:custGeom>
              <a:avLst/>
              <a:gdLst/>
              <a:ahLst/>
              <a:cxnLst/>
              <a:rect l="l" t="t" r="r" b="b"/>
              <a:pathLst>
                <a:path w="1176" h="606" extrusionOk="0">
                  <a:moveTo>
                    <a:pt x="1170" y="0"/>
                  </a:moveTo>
                  <a:lnTo>
                    <a:pt x="0" y="597"/>
                  </a:lnTo>
                  <a:lnTo>
                    <a:pt x="30" y="606"/>
                  </a:lnTo>
                  <a:lnTo>
                    <a:pt x="1176" y="18"/>
                  </a:lnTo>
                  <a:lnTo>
                    <a:pt x="1170"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59"/>
            <p:cNvSpPr/>
            <p:nvPr/>
          </p:nvSpPr>
          <p:spPr>
            <a:xfrm>
              <a:off x="1061" y="3018"/>
              <a:ext cx="1490" cy="451"/>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59"/>
            <p:cNvSpPr/>
            <p:nvPr/>
          </p:nvSpPr>
          <p:spPr>
            <a:xfrm rot="10800000" flipH="1">
              <a:off x="2549" y="2986"/>
              <a:ext cx="608" cy="467"/>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52" name="Google Shape;452;p59"/>
          <p:cNvGrpSpPr/>
          <p:nvPr/>
        </p:nvGrpSpPr>
        <p:grpSpPr>
          <a:xfrm>
            <a:off x="7646835" y="3473887"/>
            <a:ext cx="444500" cy="413718"/>
            <a:chOff x="877" y="1008"/>
            <a:chExt cx="2747" cy="2626"/>
          </a:xfrm>
        </p:grpSpPr>
        <p:pic>
          <p:nvPicPr>
            <p:cNvPr id="453" name="Google Shape;453;p59" descr="antenna_stylized"/>
            <p:cNvPicPr preferRelativeResize="0"/>
            <p:nvPr/>
          </p:nvPicPr>
          <p:blipFill rotWithShape="1">
            <a:blip r:embed="rId19">
              <a:alphaModFix/>
            </a:blip>
            <a:srcRect/>
            <a:stretch/>
          </p:blipFill>
          <p:spPr>
            <a:xfrm>
              <a:off x="877" y="1008"/>
              <a:ext cx="2725" cy="1421"/>
            </a:xfrm>
            <a:prstGeom prst="rect">
              <a:avLst/>
            </a:prstGeom>
            <a:noFill/>
            <a:ln>
              <a:noFill/>
            </a:ln>
          </p:spPr>
        </p:pic>
        <p:pic>
          <p:nvPicPr>
            <p:cNvPr id="454" name="Google Shape;454;p59" descr="laptop_keyboard"/>
            <p:cNvPicPr preferRelativeResize="0"/>
            <p:nvPr/>
          </p:nvPicPr>
          <p:blipFill rotWithShape="1">
            <a:blip r:embed="rId20">
              <a:alphaModFix/>
            </a:blip>
            <a:srcRect/>
            <a:stretch/>
          </p:blipFill>
          <p:spPr>
            <a:xfrm rot="109064" flipH="1">
              <a:off x="1009" y="2586"/>
              <a:ext cx="2245" cy="1013"/>
            </a:xfrm>
            <a:prstGeom prst="rect">
              <a:avLst/>
            </a:prstGeom>
            <a:noFill/>
            <a:ln>
              <a:noFill/>
            </a:ln>
          </p:spPr>
        </p:pic>
        <p:sp>
          <p:nvSpPr>
            <p:cNvPr id="455" name="Google Shape;455;p59"/>
            <p:cNvSpPr/>
            <p:nvPr/>
          </p:nvSpPr>
          <p:spPr>
            <a:xfrm>
              <a:off x="1753" y="1603"/>
              <a:ext cx="1807" cy="1322"/>
            </a:xfrm>
            <a:custGeom>
              <a:avLst/>
              <a:gdLst/>
              <a:ahLst/>
              <a:cxnLst/>
              <a:rect l="l" t="t" r="r" b="b"/>
              <a:pathLst>
                <a:path w="2982" h="2442" extrusionOk="0">
                  <a:moveTo>
                    <a:pt x="540" y="0"/>
                  </a:moveTo>
                  <a:lnTo>
                    <a:pt x="0" y="1734"/>
                  </a:lnTo>
                  <a:lnTo>
                    <a:pt x="2394" y="2442"/>
                  </a:lnTo>
                  <a:lnTo>
                    <a:pt x="2982" y="318"/>
                  </a:lnTo>
                  <a:lnTo>
                    <a:pt x="54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56" name="Google Shape;456;p59" descr="screen"/>
            <p:cNvPicPr preferRelativeResize="0"/>
            <p:nvPr/>
          </p:nvPicPr>
          <p:blipFill rotWithShape="1">
            <a:blip r:embed="rId21">
              <a:alphaModFix/>
            </a:blip>
            <a:srcRect/>
            <a:stretch/>
          </p:blipFill>
          <p:spPr>
            <a:xfrm>
              <a:off x="1842" y="1637"/>
              <a:ext cx="1642" cy="1203"/>
            </a:xfrm>
            <a:prstGeom prst="rect">
              <a:avLst/>
            </a:prstGeom>
            <a:noFill/>
            <a:ln>
              <a:noFill/>
            </a:ln>
          </p:spPr>
        </p:pic>
        <p:sp>
          <p:nvSpPr>
            <p:cNvPr id="457" name="Google Shape;457;p59"/>
            <p:cNvSpPr/>
            <p:nvPr/>
          </p:nvSpPr>
          <p:spPr>
            <a:xfrm>
              <a:off x="2082" y="1564"/>
              <a:ext cx="1531" cy="246"/>
            </a:xfrm>
            <a:custGeom>
              <a:avLst/>
              <a:gdLst/>
              <a:ahLst/>
              <a:cxnLst/>
              <a:rect l="l" t="t" r="r" b="b"/>
              <a:pathLst>
                <a:path w="2528" h="455" extrusionOk="0">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59"/>
            <p:cNvSpPr/>
            <p:nvPr/>
          </p:nvSpPr>
          <p:spPr>
            <a:xfrm>
              <a:off x="1737" y="1562"/>
              <a:ext cx="425" cy="1024"/>
            </a:xfrm>
            <a:custGeom>
              <a:avLst/>
              <a:gdLst/>
              <a:ahLst/>
              <a:cxnLst/>
              <a:rect l="l" t="t" r="r" b="b"/>
              <a:pathLst>
                <a:path w="702" h="1893" extrusionOk="0">
                  <a:moveTo>
                    <a:pt x="579" y="0"/>
                  </a:moveTo>
                  <a:lnTo>
                    <a:pt x="0" y="1869"/>
                  </a:lnTo>
                  <a:lnTo>
                    <a:pt x="114" y="1893"/>
                  </a:lnTo>
                  <a:lnTo>
                    <a:pt x="702" y="51"/>
                  </a:lnTo>
                  <a:lnTo>
                    <a:pt x="579"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59"/>
            <p:cNvSpPr/>
            <p:nvPr/>
          </p:nvSpPr>
          <p:spPr>
            <a:xfrm>
              <a:off x="3144" y="1745"/>
              <a:ext cx="458" cy="1182"/>
            </a:xfrm>
            <a:custGeom>
              <a:avLst/>
              <a:gdLst/>
              <a:ahLst/>
              <a:cxnLst/>
              <a:rect l="l" t="t" r="r" b="b"/>
              <a:pathLst>
                <a:path w="756" h="2184" extrusionOk="0">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59"/>
            <p:cNvSpPr/>
            <p:nvPr/>
          </p:nvSpPr>
          <p:spPr>
            <a:xfrm>
              <a:off x="1732" y="2534"/>
              <a:ext cx="1680" cy="399"/>
            </a:xfrm>
            <a:custGeom>
              <a:avLst/>
              <a:gdLst/>
              <a:ahLst/>
              <a:cxnLst/>
              <a:rect l="l" t="t" r="r" b="b"/>
              <a:pathLst>
                <a:path w="2773" h="738" extrusionOk="0">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59"/>
            <p:cNvSpPr/>
            <p:nvPr/>
          </p:nvSpPr>
          <p:spPr>
            <a:xfrm>
              <a:off x="3195" y="1755"/>
              <a:ext cx="429" cy="1187"/>
            </a:xfrm>
            <a:custGeom>
              <a:avLst/>
              <a:gdLst/>
              <a:ahLst/>
              <a:cxnLst/>
              <a:rect l="l" t="t" r="r" b="b"/>
              <a:pathLst>
                <a:path w="637" h="1659" extrusionOk="0">
                  <a:moveTo>
                    <a:pt x="615" y="0"/>
                  </a:moveTo>
                  <a:lnTo>
                    <a:pt x="637" y="0"/>
                  </a:lnTo>
                  <a:lnTo>
                    <a:pt x="68" y="1659"/>
                  </a:lnTo>
                  <a:lnTo>
                    <a:pt x="0" y="1647"/>
                  </a:lnTo>
                  <a:lnTo>
                    <a:pt x="615" y="0"/>
                  </a:lnTo>
                  <a:close/>
                </a:path>
              </a:pathLst>
            </a:custGeom>
            <a:solidFill>
              <a:srgbClr val="4D4D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59"/>
            <p:cNvSpPr/>
            <p:nvPr/>
          </p:nvSpPr>
          <p:spPr>
            <a:xfrm>
              <a:off x="1734" y="2587"/>
              <a:ext cx="1494" cy="394"/>
            </a:xfrm>
            <a:custGeom>
              <a:avLst/>
              <a:gdLst/>
              <a:ahLst/>
              <a:cxnLst/>
              <a:rect l="l" t="t" r="r" b="b"/>
              <a:pathLst>
                <a:path w="2216" h="550" extrusionOk="0">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63" name="Google Shape;463;p59"/>
            <p:cNvGrpSpPr/>
            <p:nvPr/>
          </p:nvGrpSpPr>
          <p:grpSpPr>
            <a:xfrm>
              <a:off x="1709" y="3008"/>
              <a:ext cx="507" cy="234"/>
              <a:chOff x="1740" y="2642"/>
              <a:chExt cx="752" cy="327"/>
            </a:xfrm>
          </p:grpSpPr>
          <p:sp>
            <p:nvSpPr>
              <p:cNvPr id="464" name="Google Shape;464;p59"/>
              <p:cNvSpPr/>
              <p:nvPr/>
            </p:nvSpPr>
            <p:spPr>
              <a:xfrm>
                <a:off x="1740" y="2642"/>
                <a:ext cx="752" cy="327"/>
              </a:xfrm>
              <a:custGeom>
                <a:avLst/>
                <a:gdLst/>
                <a:ahLst/>
                <a:cxnLst/>
                <a:rect l="l" t="t" r="r" b="b"/>
                <a:pathLst>
                  <a:path w="752" h="327" extrusionOk="0">
                    <a:moveTo>
                      <a:pt x="293" y="0"/>
                    </a:moveTo>
                    <a:lnTo>
                      <a:pt x="752" y="124"/>
                    </a:lnTo>
                    <a:lnTo>
                      <a:pt x="470" y="327"/>
                    </a:lnTo>
                    <a:lnTo>
                      <a:pt x="0" y="183"/>
                    </a:lnTo>
                    <a:lnTo>
                      <a:pt x="293"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59"/>
              <p:cNvSpPr/>
              <p:nvPr/>
            </p:nvSpPr>
            <p:spPr>
              <a:xfrm>
                <a:off x="1754" y="2649"/>
                <a:ext cx="726" cy="311"/>
              </a:xfrm>
              <a:custGeom>
                <a:avLst/>
                <a:gdLst/>
                <a:ahLst/>
                <a:cxnLst/>
                <a:rect l="l" t="t" r="r" b="b"/>
                <a:pathLst>
                  <a:path w="726" h="311" extrusionOk="0">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59"/>
              <p:cNvSpPr/>
              <p:nvPr/>
            </p:nvSpPr>
            <p:spPr>
              <a:xfrm>
                <a:off x="1808" y="2770"/>
                <a:ext cx="258" cy="100"/>
              </a:xfrm>
              <a:custGeom>
                <a:avLst/>
                <a:gdLst/>
                <a:ahLst/>
                <a:cxnLst/>
                <a:rect l="l" t="t" r="r" b="b"/>
                <a:pathLst>
                  <a:path w="258" h="100" extrusionOk="0">
                    <a:moveTo>
                      <a:pt x="0" y="44"/>
                    </a:moveTo>
                    <a:lnTo>
                      <a:pt x="75" y="0"/>
                    </a:lnTo>
                    <a:lnTo>
                      <a:pt x="258" y="50"/>
                    </a:lnTo>
                    <a:lnTo>
                      <a:pt x="183" y="100"/>
                    </a:lnTo>
                    <a:lnTo>
                      <a:pt x="0" y="4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59"/>
              <p:cNvSpPr/>
              <p:nvPr/>
            </p:nvSpPr>
            <p:spPr>
              <a:xfrm>
                <a:off x="1799" y="2816"/>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59"/>
              <p:cNvSpPr/>
              <p:nvPr/>
            </p:nvSpPr>
            <p:spPr>
              <a:xfrm>
                <a:off x="2020" y="2834"/>
                <a:ext cx="258" cy="102"/>
              </a:xfrm>
              <a:custGeom>
                <a:avLst/>
                <a:gdLst/>
                <a:ahLst/>
                <a:cxnLst/>
                <a:rect l="l" t="t" r="r" b="b"/>
                <a:pathLst>
                  <a:path w="258" h="102" extrusionOk="0">
                    <a:moveTo>
                      <a:pt x="0" y="46"/>
                    </a:moveTo>
                    <a:lnTo>
                      <a:pt x="71" y="0"/>
                    </a:lnTo>
                    <a:lnTo>
                      <a:pt x="258" y="52"/>
                    </a:lnTo>
                    <a:lnTo>
                      <a:pt x="183" y="102"/>
                    </a:lnTo>
                    <a:lnTo>
                      <a:pt x="0" y="4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59"/>
              <p:cNvSpPr/>
              <p:nvPr/>
            </p:nvSpPr>
            <p:spPr>
              <a:xfrm>
                <a:off x="2011" y="2882"/>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0" name="Google Shape;470;p59"/>
            <p:cNvSpPr/>
            <p:nvPr/>
          </p:nvSpPr>
          <p:spPr>
            <a:xfrm>
              <a:off x="2577" y="3043"/>
              <a:ext cx="614" cy="514"/>
            </a:xfrm>
            <a:custGeom>
              <a:avLst/>
              <a:gdLst/>
              <a:ahLst/>
              <a:cxnLst/>
              <a:rect l="l" t="t" r="r" b="b"/>
              <a:pathLst>
                <a:path w="990" h="792" extrusionOk="0">
                  <a:moveTo>
                    <a:pt x="3" y="738"/>
                  </a:moveTo>
                  <a:lnTo>
                    <a:pt x="990" y="0"/>
                  </a:lnTo>
                  <a:lnTo>
                    <a:pt x="987" y="60"/>
                  </a:lnTo>
                  <a:lnTo>
                    <a:pt x="0" y="792"/>
                  </a:lnTo>
                  <a:lnTo>
                    <a:pt x="3" y="738"/>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59"/>
            <p:cNvSpPr/>
            <p:nvPr/>
          </p:nvSpPr>
          <p:spPr>
            <a:xfrm>
              <a:off x="1010" y="3084"/>
              <a:ext cx="1571" cy="469"/>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59"/>
            <p:cNvSpPr/>
            <p:nvPr/>
          </p:nvSpPr>
          <p:spPr>
            <a:xfrm>
              <a:off x="1011" y="2998"/>
              <a:ext cx="17" cy="95"/>
            </a:xfrm>
            <a:custGeom>
              <a:avLst/>
              <a:gdLst/>
              <a:ahLst/>
              <a:cxnLst/>
              <a:rect l="l" t="t" r="r" b="b"/>
              <a:pathLst>
                <a:path w="26" h="147" extrusionOk="0">
                  <a:moveTo>
                    <a:pt x="26" y="10"/>
                  </a:moveTo>
                  <a:lnTo>
                    <a:pt x="23" y="147"/>
                  </a:lnTo>
                  <a:lnTo>
                    <a:pt x="0" y="144"/>
                  </a:lnTo>
                  <a:lnTo>
                    <a:pt x="3" y="0"/>
                  </a:lnTo>
                  <a:lnTo>
                    <a:pt x="26" y="1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59"/>
            <p:cNvSpPr/>
            <p:nvPr/>
          </p:nvSpPr>
          <p:spPr>
            <a:xfrm>
              <a:off x="1012" y="2611"/>
              <a:ext cx="730" cy="393"/>
            </a:xfrm>
            <a:custGeom>
              <a:avLst/>
              <a:gdLst/>
              <a:ahLst/>
              <a:cxnLst/>
              <a:rect l="l" t="t" r="r" b="b"/>
              <a:pathLst>
                <a:path w="1176" h="606" extrusionOk="0">
                  <a:moveTo>
                    <a:pt x="1170" y="0"/>
                  </a:moveTo>
                  <a:lnTo>
                    <a:pt x="0" y="597"/>
                  </a:lnTo>
                  <a:lnTo>
                    <a:pt x="30" y="606"/>
                  </a:lnTo>
                  <a:lnTo>
                    <a:pt x="1176" y="18"/>
                  </a:lnTo>
                  <a:lnTo>
                    <a:pt x="1170"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59"/>
            <p:cNvSpPr/>
            <p:nvPr/>
          </p:nvSpPr>
          <p:spPr>
            <a:xfrm>
              <a:off x="1061" y="3018"/>
              <a:ext cx="1490" cy="451"/>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59"/>
            <p:cNvSpPr/>
            <p:nvPr/>
          </p:nvSpPr>
          <p:spPr>
            <a:xfrm rot="10800000" flipH="1">
              <a:off x="2549" y="2986"/>
              <a:ext cx="608" cy="467"/>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76" name="Google Shape;476;p59"/>
          <p:cNvGrpSpPr/>
          <p:nvPr/>
        </p:nvGrpSpPr>
        <p:grpSpPr>
          <a:xfrm flipH="1">
            <a:off x="8026249" y="3654861"/>
            <a:ext cx="414337" cy="373062"/>
            <a:chOff x="2839" y="3501"/>
            <a:chExt cx="755" cy="803"/>
          </a:xfrm>
        </p:grpSpPr>
        <p:pic>
          <p:nvPicPr>
            <p:cNvPr id="477" name="Google Shape;477;p59" descr="desktop_computer_stylized_medium"/>
            <p:cNvPicPr preferRelativeResize="0"/>
            <p:nvPr/>
          </p:nvPicPr>
          <p:blipFill rotWithShape="1">
            <a:blip r:embed="rId3">
              <a:alphaModFix/>
            </a:blip>
            <a:srcRect/>
            <a:stretch/>
          </p:blipFill>
          <p:spPr>
            <a:xfrm>
              <a:off x="2839" y="3501"/>
              <a:ext cx="755" cy="803"/>
            </a:xfrm>
            <a:prstGeom prst="rect">
              <a:avLst/>
            </a:prstGeom>
            <a:noFill/>
            <a:ln>
              <a:noFill/>
            </a:ln>
          </p:spPr>
        </p:pic>
        <p:sp>
          <p:nvSpPr>
            <p:cNvPr id="478" name="Google Shape;478;p59"/>
            <p:cNvSpPr/>
            <p:nvPr/>
          </p:nvSpPr>
          <p:spPr>
            <a:xfrm>
              <a:off x="2916" y="3578"/>
              <a:ext cx="356" cy="368"/>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79" name="Google Shape;479;p59"/>
          <p:cNvGrpSpPr/>
          <p:nvPr/>
        </p:nvGrpSpPr>
        <p:grpSpPr>
          <a:xfrm>
            <a:off x="9393086" y="5855137"/>
            <a:ext cx="474663" cy="413718"/>
            <a:chOff x="877" y="1008"/>
            <a:chExt cx="2747" cy="2626"/>
          </a:xfrm>
        </p:grpSpPr>
        <p:pic>
          <p:nvPicPr>
            <p:cNvPr id="480" name="Google Shape;480;p59" descr="antenna_stylized"/>
            <p:cNvPicPr preferRelativeResize="0"/>
            <p:nvPr/>
          </p:nvPicPr>
          <p:blipFill rotWithShape="1">
            <a:blip r:embed="rId16">
              <a:alphaModFix/>
            </a:blip>
            <a:srcRect/>
            <a:stretch/>
          </p:blipFill>
          <p:spPr>
            <a:xfrm>
              <a:off x="877" y="1008"/>
              <a:ext cx="2725" cy="1421"/>
            </a:xfrm>
            <a:prstGeom prst="rect">
              <a:avLst/>
            </a:prstGeom>
            <a:noFill/>
            <a:ln>
              <a:noFill/>
            </a:ln>
          </p:spPr>
        </p:pic>
        <p:pic>
          <p:nvPicPr>
            <p:cNvPr id="481" name="Google Shape;481;p59" descr="laptop_keyboard"/>
            <p:cNvPicPr preferRelativeResize="0"/>
            <p:nvPr/>
          </p:nvPicPr>
          <p:blipFill rotWithShape="1">
            <a:blip r:embed="rId17">
              <a:alphaModFix/>
            </a:blip>
            <a:srcRect/>
            <a:stretch/>
          </p:blipFill>
          <p:spPr>
            <a:xfrm rot="109064" flipH="1">
              <a:off x="1009" y="2586"/>
              <a:ext cx="2245" cy="1013"/>
            </a:xfrm>
            <a:prstGeom prst="rect">
              <a:avLst/>
            </a:prstGeom>
            <a:noFill/>
            <a:ln>
              <a:noFill/>
            </a:ln>
          </p:spPr>
        </p:pic>
        <p:sp>
          <p:nvSpPr>
            <p:cNvPr id="482" name="Google Shape;482;p59"/>
            <p:cNvSpPr/>
            <p:nvPr/>
          </p:nvSpPr>
          <p:spPr>
            <a:xfrm>
              <a:off x="1753" y="1603"/>
              <a:ext cx="1807" cy="1322"/>
            </a:xfrm>
            <a:custGeom>
              <a:avLst/>
              <a:gdLst/>
              <a:ahLst/>
              <a:cxnLst/>
              <a:rect l="l" t="t" r="r" b="b"/>
              <a:pathLst>
                <a:path w="2982" h="2442" extrusionOk="0">
                  <a:moveTo>
                    <a:pt x="540" y="0"/>
                  </a:moveTo>
                  <a:lnTo>
                    <a:pt x="0" y="1734"/>
                  </a:lnTo>
                  <a:lnTo>
                    <a:pt x="2394" y="2442"/>
                  </a:lnTo>
                  <a:lnTo>
                    <a:pt x="2982" y="318"/>
                  </a:lnTo>
                  <a:lnTo>
                    <a:pt x="54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3" name="Google Shape;483;p59" descr="screen"/>
            <p:cNvPicPr preferRelativeResize="0"/>
            <p:nvPr/>
          </p:nvPicPr>
          <p:blipFill rotWithShape="1">
            <a:blip r:embed="rId18">
              <a:alphaModFix/>
            </a:blip>
            <a:srcRect/>
            <a:stretch/>
          </p:blipFill>
          <p:spPr>
            <a:xfrm>
              <a:off x="1842" y="1637"/>
              <a:ext cx="1642" cy="1203"/>
            </a:xfrm>
            <a:prstGeom prst="rect">
              <a:avLst/>
            </a:prstGeom>
            <a:noFill/>
            <a:ln>
              <a:noFill/>
            </a:ln>
          </p:spPr>
        </p:pic>
        <p:sp>
          <p:nvSpPr>
            <p:cNvPr id="484" name="Google Shape;484;p59"/>
            <p:cNvSpPr/>
            <p:nvPr/>
          </p:nvSpPr>
          <p:spPr>
            <a:xfrm>
              <a:off x="2082" y="1564"/>
              <a:ext cx="1531" cy="246"/>
            </a:xfrm>
            <a:custGeom>
              <a:avLst/>
              <a:gdLst/>
              <a:ahLst/>
              <a:cxnLst/>
              <a:rect l="l" t="t" r="r" b="b"/>
              <a:pathLst>
                <a:path w="2528" h="455" extrusionOk="0">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59"/>
            <p:cNvSpPr/>
            <p:nvPr/>
          </p:nvSpPr>
          <p:spPr>
            <a:xfrm>
              <a:off x="1737" y="1562"/>
              <a:ext cx="425" cy="1024"/>
            </a:xfrm>
            <a:custGeom>
              <a:avLst/>
              <a:gdLst/>
              <a:ahLst/>
              <a:cxnLst/>
              <a:rect l="l" t="t" r="r" b="b"/>
              <a:pathLst>
                <a:path w="702" h="1893" extrusionOk="0">
                  <a:moveTo>
                    <a:pt x="579" y="0"/>
                  </a:moveTo>
                  <a:lnTo>
                    <a:pt x="0" y="1869"/>
                  </a:lnTo>
                  <a:lnTo>
                    <a:pt x="114" y="1893"/>
                  </a:lnTo>
                  <a:lnTo>
                    <a:pt x="702" y="51"/>
                  </a:lnTo>
                  <a:lnTo>
                    <a:pt x="579"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59"/>
            <p:cNvSpPr/>
            <p:nvPr/>
          </p:nvSpPr>
          <p:spPr>
            <a:xfrm>
              <a:off x="3144" y="1745"/>
              <a:ext cx="458" cy="1182"/>
            </a:xfrm>
            <a:custGeom>
              <a:avLst/>
              <a:gdLst/>
              <a:ahLst/>
              <a:cxnLst/>
              <a:rect l="l" t="t" r="r" b="b"/>
              <a:pathLst>
                <a:path w="756" h="2184" extrusionOk="0">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59"/>
            <p:cNvSpPr/>
            <p:nvPr/>
          </p:nvSpPr>
          <p:spPr>
            <a:xfrm>
              <a:off x="1732" y="2534"/>
              <a:ext cx="1680" cy="399"/>
            </a:xfrm>
            <a:custGeom>
              <a:avLst/>
              <a:gdLst/>
              <a:ahLst/>
              <a:cxnLst/>
              <a:rect l="l" t="t" r="r" b="b"/>
              <a:pathLst>
                <a:path w="2773" h="738" extrusionOk="0">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59"/>
            <p:cNvSpPr/>
            <p:nvPr/>
          </p:nvSpPr>
          <p:spPr>
            <a:xfrm>
              <a:off x="3195" y="1755"/>
              <a:ext cx="429" cy="1187"/>
            </a:xfrm>
            <a:custGeom>
              <a:avLst/>
              <a:gdLst/>
              <a:ahLst/>
              <a:cxnLst/>
              <a:rect l="l" t="t" r="r" b="b"/>
              <a:pathLst>
                <a:path w="637" h="1659" extrusionOk="0">
                  <a:moveTo>
                    <a:pt x="615" y="0"/>
                  </a:moveTo>
                  <a:lnTo>
                    <a:pt x="637" y="0"/>
                  </a:lnTo>
                  <a:lnTo>
                    <a:pt x="68" y="1659"/>
                  </a:lnTo>
                  <a:lnTo>
                    <a:pt x="0" y="1647"/>
                  </a:lnTo>
                  <a:lnTo>
                    <a:pt x="615" y="0"/>
                  </a:lnTo>
                  <a:close/>
                </a:path>
              </a:pathLst>
            </a:custGeom>
            <a:solidFill>
              <a:srgbClr val="4D4D4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59"/>
            <p:cNvSpPr/>
            <p:nvPr/>
          </p:nvSpPr>
          <p:spPr>
            <a:xfrm>
              <a:off x="1734" y="2587"/>
              <a:ext cx="1494" cy="394"/>
            </a:xfrm>
            <a:custGeom>
              <a:avLst/>
              <a:gdLst/>
              <a:ahLst/>
              <a:cxnLst/>
              <a:rect l="l" t="t" r="r" b="b"/>
              <a:pathLst>
                <a:path w="2216" h="550" extrusionOk="0">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0" name="Google Shape;490;p59"/>
            <p:cNvGrpSpPr/>
            <p:nvPr/>
          </p:nvGrpSpPr>
          <p:grpSpPr>
            <a:xfrm>
              <a:off x="1709" y="3008"/>
              <a:ext cx="507" cy="234"/>
              <a:chOff x="1740" y="2642"/>
              <a:chExt cx="752" cy="327"/>
            </a:xfrm>
          </p:grpSpPr>
          <p:sp>
            <p:nvSpPr>
              <p:cNvPr id="491" name="Google Shape;491;p59"/>
              <p:cNvSpPr/>
              <p:nvPr/>
            </p:nvSpPr>
            <p:spPr>
              <a:xfrm>
                <a:off x="1740" y="2642"/>
                <a:ext cx="752" cy="327"/>
              </a:xfrm>
              <a:custGeom>
                <a:avLst/>
                <a:gdLst/>
                <a:ahLst/>
                <a:cxnLst/>
                <a:rect l="l" t="t" r="r" b="b"/>
                <a:pathLst>
                  <a:path w="752" h="327" extrusionOk="0">
                    <a:moveTo>
                      <a:pt x="293" y="0"/>
                    </a:moveTo>
                    <a:lnTo>
                      <a:pt x="752" y="124"/>
                    </a:lnTo>
                    <a:lnTo>
                      <a:pt x="470" y="327"/>
                    </a:lnTo>
                    <a:lnTo>
                      <a:pt x="0" y="183"/>
                    </a:lnTo>
                    <a:lnTo>
                      <a:pt x="293"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59"/>
              <p:cNvSpPr/>
              <p:nvPr/>
            </p:nvSpPr>
            <p:spPr>
              <a:xfrm>
                <a:off x="1754" y="2649"/>
                <a:ext cx="726" cy="311"/>
              </a:xfrm>
              <a:custGeom>
                <a:avLst/>
                <a:gdLst/>
                <a:ahLst/>
                <a:cxnLst/>
                <a:rect l="l" t="t" r="r" b="b"/>
                <a:pathLst>
                  <a:path w="726" h="311" extrusionOk="0">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59"/>
              <p:cNvSpPr/>
              <p:nvPr/>
            </p:nvSpPr>
            <p:spPr>
              <a:xfrm>
                <a:off x="1808" y="2770"/>
                <a:ext cx="258" cy="100"/>
              </a:xfrm>
              <a:custGeom>
                <a:avLst/>
                <a:gdLst/>
                <a:ahLst/>
                <a:cxnLst/>
                <a:rect l="l" t="t" r="r" b="b"/>
                <a:pathLst>
                  <a:path w="258" h="100" extrusionOk="0">
                    <a:moveTo>
                      <a:pt x="0" y="44"/>
                    </a:moveTo>
                    <a:lnTo>
                      <a:pt x="75" y="0"/>
                    </a:lnTo>
                    <a:lnTo>
                      <a:pt x="258" y="50"/>
                    </a:lnTo>
                    <a:lnTo>
                      <a:pt x="183" y="100"/>
                    </a:lnTo>
                    <a:lnTo>
                      <a:pt x="0" y="4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59"/>
              <p:cNvSpPr/>
              <p:nvPr/>
            </p:nvSpPr>
            <p:spPr>
              <a:xfrm>
                <a:off x="1799" y="2816"/>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59"/>
              <p:cNvSpPr/>
              <p:nvPr/>
            </p:nvSpPr>
            <p:spPr>
              <a:xfrm>
                <a:off x="2020" y="2834"/>
                <a:ext cx="258" cy="102"/>
              </a:xfrm>
              <a:custGeom>
                <a:avLst/>
                <a:gdLst/>
                <a:ahLst/>
                <a:cxnLst/>
                <a:rect l="l" t="t" r="r" b="b"/>
                <a:pathLst>
                  <a:path w="258" h="102" extrusionOk="0">
                    <a:moveTo>
                      <a:pt x="0" y="46"/>
                    </a:moveTo>
                    <a:lnTo>
                      <a:pt x="71" y="0"/>
                    </a:lnTo>
                    <a:lnTo>
                      <a:pt x="258" y="52"/>
                    </a:lnTo>
                    <a:lnTo>
                      <a:pt x="183" y="102"/>
                    </a:lnTo>
                    <a:lnTo>
                      <a:pt x="0" y="4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59"/>
              <p:cNvSpPr/>
              <p:nvPr/>
            </p:nvSpPr>
            <p:spPr>
              <a:xfrm>
                <a:off x="2011" y="2882"/>
                <a:ext cx="194" cy="63"/>
              </a:xfrm>
              <a:custGeom>
                <a:avLst/>
                <a:gdLst/>
                <a:ahLst/>
                <a:cxnLst/>
                <a:rect l="l" t="t" r="r" b="b"/>
                <a:pathLst>
                  <a:path w="194" h="63" extrusionOk="0">
                    <a:moveTo>
                      <a:pt x="12" y="0"/>
                    </a:moveTo>
                    <a:lnTo>
                      <a:pt x="194" y="53"/>
                    </a:lnTo>
                    <a:lnTo>
                      <a:pt x="180" y="63"/>
                    </a:lnTo>
                    <a:lnTo>
                      <a:pt x="0" y="9"/>
                    </a:lnTo>
                    <a:lnTo>
                      <a:pt x="12"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7" name="Google Shape;497;p59"/>
            <p:cNvSpPr/>
            <p:nvPr/>
          </p:nvSpPr>
          <p:spPr>
            <a:xfrm>
              <a:off x="2577" y="3043"/>
              <a:ext cx="614" cy="514"/>
            </a:xfrm>
            <a:custGeom>
              <a:avLst/>
              <a:gdLst/>
              <a:ahLst/>
              <a:cxnLst/>
              <a:rect l="l" t="t" r="r" b="b"/>
              <a:pathLst>
                <a:path w="990" h="792" extrusionOk="0">
                  <a:moveTo>
                    <a:pt x="3" y="738"/>
                  </a:moveTo>
                  <a:lnTo>
                    <a:pt x="990" y="0"/>
                  </a:lnTo>
                  <a:lnTo>
                    <a:pt x="987" y="60"/>
                  </a:lnTo>
                  <a:lnTo>
                    <a:pt x="0" y="792"/>
                  </a:lnTo>
                  <a:lnTo>
                    <a:pt x="3" y="738"/>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59"/>
            <p:cNvSpPr/>
            <p:nvPr/>
          </p:nvSpPr>
          <p:spPr>
            <a:xfrm>
              <a:off x="1010" y="3084"/>
              <a:ext cx="1571" cy="469"/>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59"/>
            <p:cNvSpPr/>
            <p:nvPr/>
          </p:nvSpPr>
          <p:spPr>
            <a:xfrm>
              <a:off x="1011" y="2998"/>
              <a:ext cx="17" cy="95"/>
            </a:xfrm>
            <a:custGeom>
              <a:avLst/>
              <a:gdLst/>
              <a:ahLst/>
              <a:cxnLst/>
              <a:rect l="l" t="t" r="r" b="b"/>
              <a:pathLst>
                <a:path w="26" h="147" extrusionOk="0">
                  <a:moveTo>
                    <a:pt x="26" y="10"/>
                  </a:moveTo>
                  <a:lnTo>
                    <a:pt x="23" y="147"/>
                  </a:lnTo>
                  <a:lnTo>
                    <a:pt x="0" y="144"/>
                  </a:lnTo>
                  <a:lnTo>
                    <a:pt x="3" y="0"/>
                  </a:lnTo>
                  <a:lnTo>
                    <a:pt x="26" y="1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59"/>
            <p:cNvSpPr/>
            <p:nvPr/>
          </p:nvSpPr>
          <p:spPr>
            <a:xfrm>
              <a:off x="1012" y="2611"/>
              <a:ext cx="730" cy="393"/>
            </a:xfrm>
            <a:custGeom>
              <a:avLst/>
              <a:gdLst/>
              <a:ahLst/>
              <a:cxnLst/>
              <a:rect l="l" t="t" r="r" b="b"/>
              <a:pathLst>
                <a:path w="1176" h="606" extrusionOk="0">
                  <a:moveTo>
                    <a:pt x="1170" y="0"/>
                  </a:moveTo>
                  <a:lnTo>
                    <a:pt x="0" y="597"/>
                  </a:lnTo>
                  <a:lnTo>
                    <a:pt x="30" y="606"/>
                  </a:lnTo>
                  <a:lnTo>
                    <a:pt x="1176" y="18"/>
                  </a:lnTo>
                  <a:lnTo>
                    <a:pt x="1170"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59"/>
            <p:cNvSpPr/>
            <p:nvPr/>
          </p:nvSpPr>
          <p:spPr>
            <a:xfrm>
              <a:off x="1061" y="3018"/>
              <a:ext cx="1490" cy="451"/>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59"/>
            <p:cNvSpPr/>
            <p:nvPr/>
          </p:nvSpPr>
          <p:spPr>
            <a:xfrm rot="10800000" flipH="1">
              <a:off x="2549" y="2986"/>
              <a:ext cx="608" cy="467"/>
            </a:xfrm>
            <a:custGeom>
              <a:avLst/>
              <a:gdLst/>
              <a:ahLst/>
              <a:cxnLst/>
              <a:rect l="l" t="t" r="r" b="b"/>
              <a:pathLst>
                <a:path w="2532" h="723" extrusionOk="0">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03" name="Google Shape;503;p59"/>
          <p:cNvGrpSpPr/>
          <p:nvPr/>
        </p:nvGrpSpPr>
        <p:grpSpPr>
          <a:xfrm>
            <a:off x="7742085" y="1584761"/>
            <a:ext cx="1047750" cy="996950"/>
            <a:chOff x="3402" y="719"/>
            <a:chExt cx="660" cy="628"/>
          </a:xfrm>
        </p:grpSpPr>
        <p:sp>
          <p:nvSpPr>
            <p:cNvPr id="504" name="Google Shape;504;p59"/>
            <p:cNvSpPr/>
            <p:nvPr/>
          </p:nvSpPr>
          <p:spPr>
            <a:xfrm>
              <a:off x="3402" y="753"/>
              <a:ext cx="192" cy="594"/>
            </a:xfrm>
            <a:custGeom>
              <a:avLst/>
              <a:gdLst/>
              <a:ahLst/>
              <a:cxnLst/>
              <a:rect l="l" t="t" r="r" b="b"/>
              <a:pathLst>
                <a:path w="192" h="594" extrusionOk="0">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5" name="Google Shape;505;p59"/>
            <p:cNvGrpSpPr/>
            <p:nvPr/>
          </p:nvGrpSpPr>
          <p:grpSpPr>
            <a:xfrm>
              <a:off x="3549" y="719"/>
              <a:ext cx="513" cy="547"/>
              <a:chOff x="2956" y="969"/>
              <a:chExt cx="513" cy="547"/>
            </a:xfrm>
          </p:grpSpPr>
          <p:sp>
            <p:nvSpPr>
              <p:cNvPr id="506" name="Google Shape;506;p59"/>
              <p:cNvSpPr/>
              <p:nvPr/>
            </p:nvSpPr>
            <p:spPr>
              <a:xfrm>
                <a:off x="3018" y="969"/>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07" name="Google Shape;507;p59"/>
              <p:cNvSpPr/>
              <p:nvPr/>
            </p:nvSpPr>
            <p:spPr>
              <a:xfrm>
                <a:off x="2997" y="984"/>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08" name="Google Shape;508;p59"/>
              <p:cNvSpPr/>
              <p:nvPr/>
            </p:nvSpPr>
            <p:spPr>
              <a:xfrm>
                <a:off x="3000" y="1185"/>
                <a:ext cx="432" cy="108"/>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09" name="Google Shape;509;p59"/>
              <p:cNvSpPr txBox="1"/>
              <p:nvPr/>
            </p:nvSpPr>
            <p:spPr>
              <a:xfrm>
                <a:off x="2956" y="978"/>
                <a:ext cx="513" cy="5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transport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cxnSp>
            <p:nvCxnSpPr>
              <p:cNvPr id="510" name="Google Shape;510;p59"/>
              <p:cNvCxnSpPr/>
              <p:nvPr/>
            </p:nvCxnSpPr>
            <p:spPr>
              <a:xfrm>
                <a:off x="2997" y="1194"/>
                <a:ext cx="435" cy="3"/>
              </a:xfrm>
              <a:prstGeom prst="straightConnector1">
                <a:avLst/>
              </a:prstGeom>
              <a:noFill/>
              <a:ln w="12700" cap="flat" cmpd="sng">
                <a:solidFill>
                  <a:schemeClr val="dk1"/>
                </a:solidFill>
                <a:prstDash val="solid"/>
                <a:round/>
                <a:headEnd type="none" w="sm" len="sm"/>
                <a:tailEnd type="none" w="sm" len="sm"/>
              </a:ln>
            </p:spPr>
          </p:cxnSp>
          <p:cxnSp>
            <p:nvCxnSpPr>
              <p:cNvPr id="511" name="Google Shape;511;p59"/>
              <p:cNvCxnSpPr/>
              <p:nvPr/>
            </p:nvCxnSpPr>
            <p:spPr>
              <a:xfrm>
                <a:off x="3003" y="1290"/>
                <a:ext cx="435" cy="3"/>
              </a:xfrm>
              <a:prstGeom prst="straightConnector1">
                <a:avLst/>
              </a:prstGeom>
              <a:noFill/>
              <a:ln w="12700" cap="flat" cmpd="sng">
                <a:solidFill>
                  <a:schemeClr val="dk1"/>
                </a:solidFill>
                <a:prstDash val="solid"/>
                <a:round/>
                <a:headEnd type="none" w="sm" len="sm"/>
                <a:tailEnd type="none" w="sm" len="sm"/>
              </a:ln>
            </p:spPr>
          </p:cxnSp>
          <p:cxnSp>
            <p:nvCxnSpPr>
              <p:cNvPr id="512" name="Google Shape;512;p59"/>
              <p:cNvCxnSpPr/>
              <p:nvPr/>
            </p:nvCxnSpPr>
            <p:spPr>
              <a:xfrm>
                <a:off x="3003" y="1374"/>
                <a:ext cx="435" cy="3"/>
              </a:xfrm>
              <a:prstGeom prst="straightConnector1">
                <a:avLst/>
              </a:prstGeom>
              <a:noFill/>
              <a:ln w="12700" cap="flat" cmpd="sng">
                <a:solidFill>
                  <a:schemeClr val="dk1"/>
                </a:solidFill>
                <a:prstDash val="solid"/>
                <a:round/>
                <a:headEnd type="none" w="sm" len="sm"/>
                <a:tailEnd type="none" w="sm" len="sm"/>
              </a:ln>
            </p:spPr>
          </p:cxnSp>
          <p:cxnSp>
            <p:nvCxnSpPr>
              <p:cNvPr id="513" name="Google Shape;513;p59"/>
              <p:cNvCxnSpPr/>
              <p:nvPr/>
            </p:nvCxnSpPr>
            <p:spPr>
              <a:xfrm>
                <a:off x="3003" y="1092"/>
                <a:ext cx="435" cy="3"/>
              </a:xfrm>
              <a:prstGeom prst="straightConnector1">
                <a:avLst/>
              </a:prstGeom>
              <a:noFill/>
              <a:ln w="12700" cap="flat" cmpd="sng">
                <a:solidFill>
                  <a:schemeClr val="dk1"/>
                </a:solidFill>
                <a:prstDash val="solid"/>
                <a:round/>
                <a:headEnd type="none" w="sm" len="sm"/>
                <a:tailEnd type="none" w="sm" len="sm"/>
              </a:ln>
            </p:spPr>
          </p:cxnSp>
        </p:grpSp>
      </p:grpSp>
      <p:grpSp>
        <p:nvGrpSpPr>
          <p:cNvPr id="514" name="Google Shape;514;p59"/>
          <p:cNvGrpSpPr/>
          <p:nvPr/>
        </p:nvGrpSpPr>
        <p:grpSpPr>
          <a:xfrm>
            <a:off x="10437660" y="4591486"/>
            <a:ext cx="1047750" cy="996950"/>
            <a:chOff x="3402" y="719"/>
            <a:chExt cx="660" cy="628"/>
          </a:xfrm>
        </p:grpSpPr>
        <p:sp>
          <p:nvSpPr>
            <p:cNvPr id="515" name="Google Shape;515;p59"/>
            <p:cNvSpPr/>
            <p:nvPr/>
          </p:nvSpPr>
          <p:spPr>
            <a:xfrm>
              <a:off x="3402" y="753"/>
              <a:ext cx="192" cy="594"/>
            </a:xfrm>
            <a:custGeom>
              <a:avLst/>
              <a:gdLst/>
              <a:ahLst/>
              <a:cxnLst/>
              <a:rect l="l" t="t" r="r" b="b"/>
              <a:pathLst>
                <a:path w="192" h="594" extrusionOk="0">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16" name="Google Shape;516;p59"/>
            <p:cNvGrpSpPr/>
            <p:nvPr/>
          </p:nvGrpSpPr>
          <p:grpSpPr>
            <a:xfrm>
              <a:off x="3549" y="719"/>
              <a:ext cx="513" cy="547"/>
              <a:chOff x="2956" y="969"/>
              <a:chExt cx="513" cy="547"/>
            </a:xfrm>
          </p:grpSpPr>
          <p:sp>
            <p:nvSpPr>
              <p:cNvPr id="517" name="Google Shape;517;p59"/>
              <p:cNvSpPr/>
              <p:nvPr/>
            </p:nvSpPr>
            <p:spPr>
              <a:xfrm>
                <a:off x="3018" y="969"/>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18" name="Google Shape;518;p59"/>
              <p:cNvSpPr/>
              <p:nvPr/>
            </p:nvSpPr>
            <p:spPr>
              <a:xfrm>
                <a:off x="2997" y="984"/>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19" name="Google Shape;519;p59"/>
              <p:cNvSpPr/>
              <p:nvPr/>
            </p:nvSpPr>
            <p:spPr>
              <a:xfrm>
                <a:off x="3000" y="1185"/>
                <a:ext cx="432" cy="108"/>
              </a:xfrm>
              <a:prstGeom prst="rect">
                <a:avLst/>
              </a:prstGeom>
              <a:solidFill>
                <a:srgbClr val="CC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20" name="Google Shape;520;p59"/>
              <p:cNvSpPr txBox="1"/>
              <p:nvPr/>
            </p:nvSpPr>
            <p:spPr>
              <a:xfrm>
                <a:off x="2956" y="978"/>
                <a:ext cx="513" cy="5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transport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cxnSp>
            <p:nvCxnSpPr>
              <p:cNvPr id="521" name="Google Shape;521;p59"/>
              <p:cNvCxnSpPr/>
              <p:nvPr/>
            </p:nvCxnSpPr>
            <p:spPr>
              <a:xfrm>
                <a:off x="2997" y="1194"/>
                <a:ext cx="435" cy="3"/>
              </a:xfrm>
              <a:prstGeom prst="straightConnector1">
                <a:avLst/>
              </a:prstGeom>
              <a:noFill/>
              <a:ln w="12700" cap="flat" cmpd="sng">
                <a:solidFill>
                  <a:schemeClr val="dk1"/>
                </a:solidFill>
                <a:prstDash val="solid"/>
                <a:round/>
                <a:headEnd type="none" w="sm" len="sm"/>
                <a:tailEnd type="none" w="sm" len="sm"/>
              </a:ln>
            </p:spPr>
          </p:cxnSp>
          <p:cxnSp>
            <p:nvCxnSpPr>
              <p:cNvPr id="522" name="Google Shape;522;p59"/>
              <p:cNvCxnSpPr/>
              <p:nvPr/>
            </p:nvCxnSpPr>
            <p:spPr>
              <a:xfrm>
                <a:off x="3003" y="1290"/>
                <a:ext cx="435" cy="3"/>
              </a:xfrm>
              <a:prstGeom prst="straightConnector1">
                <a:avLst/>
              </a:prstGeom>
              <a:noFill/>
              <a:ln w="12700" cap="flat" cmpd="sng">
                <a:solidFill>
                  <a:schemeClr val="dk1"/>
                </a:solidFill>
                <a:prstDash val="solid"/>
                <a:round/>
                <a:headEnd type="none" w="sm" len="sm"/>
                <a:tailEnd type="none" w="sm" len="sm"/>
              </a:ln>
            </p:spPr>
          </p:cxnSp>
          <p:cxnSp>
            <p:nvCxnSpPr>
              <p:cNvPr id="523" name="Google Shape;523;p59"/>
              <p:cNvCxnSpPr/>
              <p:nvPr/>
            </p:nvCxnSpPr>
            <p:spPr>
              <a:xfrm>
                <a:off x="3003" y="1374"/>
                <a:ext cx="435" cy="3"/>
              </a:xfrm>
              <a:prstGeom prst="straightConnector1">
                <a:avLst/>
              </a:prstGeom>
              <a:noFill/>
              <a:ln w="12700" cap="flat" cmpd="sng">
                <a:solidFill>
                  <a:schemeClr val="dk1"/>
                </a:solidFill>
                <a:prstDash val="solid"/>
                <a:round/>
                <a:headEnd type="none" w="sm" len="sm"/>
                <a:tailEnd type="none" w="sm" len="sm"/>
              </a:ln>
            </p:spPr>
          </p:cxnSp>
          <p:cxnSp>
            <p:nvCxnSpPr>
              <p:cNvPr id="524" name="Google Shape;524;p59"/>
              <p:cNvCxnSpPr/>
              <p:nvPr/>
            </p:nvCxnSpPr>
            <p:spPr>
              <a:xfrm>
                <a:off x="3003" y="1092"/>
                <a:ext cx="435" cy="3"/>
              </a:xfrm>
              <a:prstGeom prst="straightConnector1">
                <a:avLst/>
              </a:prstGeom>
              <a:noFill/>
              <a:ln w="12700" cap="flat" cmpd="sng">
                <a:solidFill>
                  <a:schemeClr val="dk1"/>
                </a:solidFill>
                <a:prstDash val="solid"/>
                <a:round/>
                <a:headEnd type="none" w="sm" len="sm"/>
                <a:tailEnd type="none" w="sm" len="sm"/>
              </a:ln>
            </p:spPr>
          </p:cxnSp>
        </p:grpSp>
      </p:grpSp>
      <p:grpSp>
        <p:nvGrpSpPr>
          <p:cNvPr id="525" name="Google Shape;525;p59"/>
          <p:cNvGrpSpPr/>
          <p:nvPr/>
        </p:nvGrpSpPr>
        <p:grpSpPr>
          <a:xfrm>
            <a:off x="8194523" y="2207061"/>
            <a:ext cx="2546350" cy="3429000"/>
            <a:chOff x="3674" y="1148"/>
            <a:chExt cx="1604" cy="2160"/>
          </a:xfrm>
        </p:grpSpPr>
        <p:grpSp>
          <p:nvGrpSpPr>
            <p:cNvPr id="526" name="Google Shape;526;p59"/>
            <p:cNvGrpSpPr/>
            <p:nvPr/>
          </p:nvGrpSpPr>
          <p:grpSpPr>
            <a:xfrm>
              <a:off x="3701" y="1305"/>
              <a:ext cx="513" cy="442"/>
              <a:chOff x="3937" y="633"/>
              <a:chExt cx="513" cy="442"/>
            </a:xfrm>
          </p:grpSpPr>
          <p:cxnSp>
            <p:nvCxnSpPr>
              <p:cNvPr id="527" name="Google Shape;527;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528" name="Google Shape;528;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529" name="Google Shape;529;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30" name="Google Shape;530;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531" name="Google Shape;531;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532" name="Google Shape;532;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533" name="Google Shape;533;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534" name="Google Shape;534;p59"/>
              <p:cNvGrpSpPr/>
              <p:nvPr/>
            </p:nvGrpSpPr>
            <p:grpSpPr>
              <a:xfrm>
                <a:off x="4120" y="809"/>
                <a:ext cx="156" cy="55"/>
                <a:chOff x="2848" y="848"/>
                <a:chExt cx="140" cy="98"/>
              </a:xfrm>
            </p:grpSpPr>
            <p:cxnSp>
              <p:nvCxnSpPr>
                <p:cNvPr id="535" name="Google Shape;535;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536" name="Google Shape;536;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537" name="Google Shape;537;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538" name="Google Shape;538;p59"/>
              <p:cNvGrpSpPr/>
              <p:nvPr/>
            </p:nvGrpSpPr>
            <p:grpSpPr>
              <a:xfrm rot="10800000" flipH="1">
                <a:off x="4120" y="808"/>
                <a:ext cx="156" cy="56"/>
                <a:chOff x="2848" y="848"/>
                <a:chExt cx="140" cy="98"/>
              </a:xfrm>
            </p:grpSpPr>
            <p:cxnSp>
              <p:nvCxnSpPr>
                <p:cNvPr id="539" name="Google Shape;539;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540" name="Google Shape;540;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541" name="Google Shape;541;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542" name="Google Shape;542;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43" name="Google Shape;543;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44" name="Google Shape;544;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545" name="Google Shape;545;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546" name="Google Shape;546;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CC0000"/>
                  </a:solidFill>
                  <a:latin typeface="Comic Sans MS"/>
                  <a:ea typeface="Comic Sans MS"/>
                  <a:cs typeface="Comic Sans MS"/>
                  <a:sym typeface="Comic Sans MS"/>
                </a:endParaRPr>
              </a:p>
            </p:txBody>
          </p:sp>
          <p:sp>
            <p:nvSpPr>
              <p:cNvPr id="547" name="Google Shape;547;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548" name="Google Shape;548;p59"/>
            <p:cNvGrpSpPr/>
            <p:nvPr/>
          </p:nvGrpSpPr>
          <p:grpSpPr>
            <a:xfrm>
              <a:off x="4207" y="1532"/>
              <a:ext cx="513" cy="442"/>
              <a:chOff x="3937" y="633"/>
              <a:chExt cx="513" cy="442"/>
            </a:xfrm>
          </p:grpSpPr>
          <p:cxnSp>
            <p:nvCxnSpPr>
              <p:cNvPr id="549" name="Google Shape;549;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550" name="Google Shape;550;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551" name="Google Shape;551;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52" name="Google Shape;552;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553" name="Google Shape;553;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554" name="Google Shape;554;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555" name="Google Shape;555;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556" name="Google Shape;556;p59"/>
              <p:cNvGrpSpPr/>
              <p:nvPr/>
            </p:nvGrpSpPr>
            <p:grpSpPr>
              <a:xfrm>
                <a:off x="4120" y="809"/>
                <a:ext cx="156" cy="55"/>
                <a:chOff x="2848" y="848"/>
                <a:chExt cx="140" cy="98"/>
              </a:xfrm>
            </p:grpSpPr>
            <p:cxnSp>
              <p:nvCxnSpPr>
                <p:cNvPr id="557" name="Google Shape;557;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558" name="Google Shape;558;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559" name="Google Shape;559;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560" name="Google Shape;560;p59"/>
              <p:cNvGrpSpPr/>
              <p:nvPr/>
            </p:nvGrpSpPr>
            <p:grpSpPr>
              <a:xfrm rot="10800000" flipH="1">
                <a:off x="4120" y="808"/>
                <a:ext cx="156" cy="56"/>
                <a:chOff x="2848" y="848"/>
                <a:chExt cx="140" cy="98"/>
              </a:xfrm>
            </p:grpSpPr>
            <p:cxnSp>
              <p:nvCxnSpPr>
                <p:cNvPr id="561" name="Google Shape;561;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562" name="Google Shape;562;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563" name="Google Shape;563;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564" name="Google Shape;564;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5" name="Google Shape;565;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66" name="Google Shape;566;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567" name="Google Shape;567;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568" name="Google Shape;568;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9" name="Google Shape;569;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570" name="Google Shape;570;p59"/>
            <p:cNvGrpSpPr/>
            <p:nvPr/>
          </p:nvGrpSpPr>
          <p:grpSpPr>
            <a:xfrm>
              <a:off x="4661" y="1148"/>
              <a:ext cx="513" cy="442"/>
              <a:chOff x="3937" y="633"/>
              <a:chExt cx="513" cy="442"/>
            </a:xfrm>
          </p:grpSpPr>
          <p:cxnSp>
            <p:nvCxnSpPr>
              <p:cNvPr id="571" name="Google Shape;571;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572" name="Google Shape;572;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573" name="Google Shape;573;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74" name="Google Shape;574;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575" name="Google Shape;575;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576" name="Google Shape;576;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577" name="Google Shape;577;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578" name="Google Shape;578;p59"/>
              <p:cNvGrpSpPr/>
              <p:nvPr/>
            </p:nvGrpSpPr>
            <p:grpSpPr>
              <a:xfrm>
                <a:off x="4120" y="809"/>
                <a:ext cx="156" cy="55"/>
                <a:chOff x="2848" y="848"/>
                <a:chExt cx="140" cy="98"/>
              </a:xfrm>
            </p:grpSpPr>
            <p:cxnSp>
              <p:nvCxnSpPr>
                <p:cNvPr id="579" name="Google Shape;579;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580" name="Google Shape;580;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581" name="Google Shape;581;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582" name="Google Shape;582;p59"/>
              <p:cNvGrpSpPr/>
              <p:nvPr/>
            </p:nvGrpSpPr>
            <p:grpSpPr>
              <a:xfrm rot="10800000" flipH="1">
                <a:off x="4120" y="808"/>
                <a:ext cx="156" cy="56"/>
                <a:chOff x="2848" y="848"/>
                <a:chExt cx="140" cy="98"/>
              </a:xfrm>
            </p:grpSpPr>
            <p:cxnSp>
              <p:nvCxnSpPr>
                <p:cNvPr id="583" name="Google Shape;583;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584" name="Google Shape;584;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585" name="Google Shape;585;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586" name="Google Shape;586;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87" name="Google Shape;587;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88" name="Google Shape;588;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589" name="Google Shape;589;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590" name="Google Shape;590;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91" name="Google Shape;591;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592" name="Google Shape;592;p59"/>
            <p:cNvGrpSpPr/>
            <p:nvPr/>
          </p:nvGrpSpPr>
          <p:grpSpPr>
            <a:xfrm>
              <a:off x="4702" y="1523"/>
              <a:ext cx="513" cy="442"/>
              <a:chOff x="3937" y="633"/>
              <a:chExt cx="513" cy="442"/>
            </a:xfrm>
          </p:grpSpPr>
          <p:cxnSp>
            <p:nvCxnSpPr>
              <p:cNvPr id="593" name="Google Shape;593;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594" name="Google Shape;594;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595" name="Google Shape;595;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596" name="Google Shape;596;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597" name="Google Shape;597;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598" name="Google Shape;598;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599" name="Google Shape;599;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00" name="Google Shape;600;p59"/>
              <p:cNvGrpSpPr/>
              <p:nvPr/>
            </p:nvGrpSpPr>
            <p:grpSpPr>
              <a:xfrm>
                <a:off x="4120" y="809"/>
                <a:ext cx="156" cy="55"/>
                <a:chOff x="2848" y="848"/>
                <a:chExt cx="140" cy="98"/>
              </a:xfrm>
            </p:grpSpPr>
            <p:cxnSp>
              <p:nvCxnSpPr>
                <p:cNvPr id="601" name="Google Shape;601;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02" name="Google Shape;602;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03" name="Google Shape;603;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604" name="Google Shape;604;p59"/>
              <p:cNvGrpSpPr/>
              <p:nvPr/>
            </p:nvGrpSpPr>
            <p:grpSpPr>
              <a:xfrm rot="10800000" flipH="1">
                <a:off x="4120" y="808"/>
                <a:ext cx="156" cy="56"/>
                <a:chOff x="2848" y="848"/>
                <a:chExt cx="140" cy="98"/>
              </a:xfrm>
            </p:grpSpPr>
            <p:cxnSp>
              <p:nvCxnSpPr>
                <p:cNvPr id="605" name="Google Shape;605;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06" name="Google Shape;606;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07" name="Google Shape;607;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608" name="Google Shape;608;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9" name="Google Shape;609;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10" name="Google Shape;610;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611" name="Google Shape;611;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612" name="Google Shape;612;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3" name="Google Shape;613;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614" name="Google Shape;614;p59"/>
            <p:cNvGrpSpPr/>
            <p:nvPr/>
          </p:nvGrpSpPr>
          <p:grpSpPr>
            <a:xfrm>
              <a:off x="4197" y="1157"/>
              <a:ext cx="513" cy="442"/>
              <a:chOff x="3937" y="633"/>
              <a:chExt cx="513" cy="442"/>
            </a:xfrm>
          </p:grpSpPr>
          <p:cxnSp>
            <p:nvCxnSpPr>
              <p:cNvPr id="615" name="Google Shape;615;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616" name="Google Shape;616;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617" name="Google Shape;617;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18" name="Google Shape;618;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619" name="Google Shape;619;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620" name="Google Shape;620;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621" name="Google Shape;621;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22" name="Google Shape;622;p59"/>
              <p:cNvGrpSpPr/>
              <p:nvPr/>
            </p:nvGrpSpPr>
            <p:grpSpPr>
              <a:xfrm>
                <a:off x="4120" y="809"/>
                <a:ext cx="156" cy="55"/>
                <a:chOff x="2848" y="848"/>
                <a:chExt cx="140" cy="98"/>
              </a:xfrm>
            </p:grpSpPr>
            <p:cxnSp>
              <p:nvCxnSpPr>
                <p:cNvPr id="623" name="Google Shape;623;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24" name="Google Shape;624;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25" name="Google Shape;625;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626" name="Google Shape;626;p59"/>
              <p:cNvGrpSpPr/>
              <p:nvPr/>
            </p:nvGrpSpPr>
            <p:grpSpPr>
              <a:xfrm rot="10800000" flipH="1">
                <a:off x="4120" y="808"/>
                <a:ext cx="156" cy="56"/>
                <a:chOff x="2848" y="848"/>
                <a:chExt cx="140" cy="98"/>
              </a:xfrm>
            </p:grpSpPr>
            <p:cxnSp>
              <p:nvCxnSpPr>
                <p:cNvPr id="627" name="Google Shape;627;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28" name="Google Shape;628;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29" name="Google Shape;629;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630" name="Google Shape;630;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1" name="Google Shape;631;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32" name="Google Shape;632;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633" name="Google Shape;633;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634" name="Google Shape;634;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5" name="Google Shape;635;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636" name="Google Shape;636;p59"/>
            <p:cNvGrpSpPr/>
            <p:nvPr/>
          </p:nvGrpSpPr>
          <p:grpSpPr>
            <a:xfrm>
              <a:off x="4389" y="2239"/>
              <a:ext cx="513" cy="442"/>
              <a:chOff x="3937" y="633"/>
              <a:chExt cx="513" cy="442"/>
            </a:xfrm>
          </p:grpSpPr>
          <p:cxnSp>
            <p:nvCxnSpPr>
              <p:cNvPr id="637" name="Google Shape;637;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638" name="Google Shape;638;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639" name="Google Shape;639;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40" name="Google Shape;640;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641" name="Google Shape;641;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642" name="Google Shape;642;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643" name="Google Shape;643;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44" name="Google Shape;644;p59"/>
              <p:cNvGrpSpPr/>
              <p:nvPr/>
            </p:nvGrpSpPr>
            <p:grpSpPr>
              <a:xfrm>
                <a:off x="4120" y="809"/>
                <a:ext cx="156" cy="55"/>
                <a:chOff x="2848" y="848"/>
                <a:chExt cx="140" cy="98"/>
              </a:xfrm>
            </p:grpSpPr>
            <p:cxnSp>
              <p:nvCxnSpPr>
                <p:cNvPr id="645" name="Google Shape;645;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46" name="Google Shape;646;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47" name="Google Shape;647;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648" name="Google Shape;648;p59"/>
              <p:cNvGrpSpPr/>
              <p:nvPr/>
            </p:nvGrpSpPr>
            <p:grpSpPr>
              <a:xfrm rot="10800000" flipH="1">
                <a:off x="4120" y="808"/>
                <a:ext cx="156" cy="56"/>
                <a:chOff x="2848" y="848"/>
                <a:chExt cx="140" cy="98"/>
              </a:xfrm>
            </p:grpSpPr>
            <p:cxnSp>
              <p:nvCxnSpPr>
                <p:cNvPr id="649" name="Google Shape;649;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50" name="Google Shape;650;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51" name="Google Shape;651;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652" name="Google Shape;652;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3" name="Google Shape;653;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54" name="Google Shape;654;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655" name="Google Shape;655;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656" name="Google Shape;656;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7" name="Google Shape;657;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658" name="Google Shape;658;p59"/>
            <p:cNvGrpSpPr/>
            <p:nvPr/>
          </p:nvGrpSpPr>
          <p:grpSpPr>
            <a:xfrm>
              <a:off x="4765" y="1995"/>
              <a:ext cx="513" cy="442"/>
              <a:chOff x="3937" y="633"/>
              <a:chExt cx="513" cy="442"/>
            </a:xfrm>
          </p:grpSpPr>
          <p:cxnSp>
            <p:nvCxnSpPr>
              <p:cNvPr id="659" name="Google Shape;659;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660" name="Google Shape;660;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661" name="Google Shape;661;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62" name="Google Shape;662;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663" name="Google Shape;663;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664" name="Google Shape;664;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665" name="Google Shape;665;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66" name="Google Shape;666;p59"/>
              <p:cNvGrpSpPr/>
              <p:nvPr/>
            </p:nvGrpSpPr>
            <p:grpSpPr>
              <a:xfrm>
                <a:off x="4120" y="809"/>
                <a:ext cx="156" cy="55"/>
                <a:chOff x="2848" y="848"/>
                <a:chExt cx="140" cy="98"/>
              </a:xfrm>
            </p:grpSpPr>
            <p:cxnSp>
              <p:nvCxnSpPr>
                <p:cNvPr id="667" name="Google Shape;667;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68" name="Google Shape;668;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69" name="Google Shape;669;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670" name="Google Shape;670;p59"/>
              <p:cNvGrpSpPr/>
              <p:nvPr/>
            </p:nvGrpSpPr>
            <p:grpSpPr>
              <a:xfrm rot="10800000" flipH="1">
                <a:off x="4120" y="808"/>
                <a:ext cx="156" cy="56"/>
                <a:chOff x="2848" y="848"/>
                <a:chExt cx="140" cy="98"/>
              </a:xfrm>
            </p:grpSpPr>
            <p:cxnSp>
              <p:nvCxnSpPr>
                <p:cNvPr id="671" name="Google Shape;671;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72" name="Google Shape;672;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73" name="Google Shape;673;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674" name="Google Shape;674;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5" name="Google Shape;675;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76" name="Google Shape;676;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677" name="Google Shape;677;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678" name="Google Shape;678;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9" name="Google Shape;679;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680" name="Google Shape;680;p59"/>
            <p:cNvGrpSpPr/>
            <p:nvPr/>
          </p:nvGrpSpPr>
          <p:grpSpPr>
            <a:xfrm>
              <a:off x="4128" y="2003"/>
              <a:ext cx="513" cy="442"/>
              <a:chOff x="3937" y="633"/>
              <a:chExt cx="513" cy="442"/>
            </a:xfrm>
          </p:grpSpPr>
          <p:cxnSp>
            <p:nvCxnSpPr>
              <p:cNvPr id="681" name="Google Shape;681;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682" name="Google Shape;682;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683" name="Google Shape;683;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84" name="Google Shape;684;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685" name="Google Shape;685;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686" name="Google Shape;686;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687" name="Google Shape;687;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88" name="Google Shape;688;p59"/>
              <p:cNvGrpSpPr/>
              <p:nvPr/>
            </p:nvGrpSpPr>
            <p:grpSpPr>
              <a:xfrm>
                <a:off x="4120" y="809"/>
                <a:ext cx="156" cy="55"/>
                <a:chOff x="2848" y="848"/>
                <a:chExt cx="140" cy="98"/>
              </a:xfrm>
            </p:grpSpPr>
            <p:cxnSp>
              <p:nvCxnSpPr>
                <p:cNvPr id="689" name="Google Shape;689;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90" name="Google Shape;690;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91" name="Google Shape;691;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692" name="Google Shape;692;p59"/>
              <p:cNvGrpSpPr/>
              <p:nvPr/>
            </p:nvGrpSpPr>
            <p:grpSpPr>
              <a:xfrm rot="10800000" flipH="1">
                <a:off x="4120" y="808"/>
                <a:ext cx="156" cy="56"/>
                <a:chOff x="2848" y="848"/>
                <a:chExt cx="140" cy="98"/>
              </a:xfrm>
            </p:grpSpPr>
            <p:cxnSp>
              <p:nvCxnSpPr>
                <p:cNvPr id="693" name="Google Shape;693;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694" name="Google Shape;694;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695" name="Google Shape;695;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696" name="Google Shape;696;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97" name="Google Shape;697;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698" name="Google Shape;698;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699" name="Google Shape;699;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700" name="Google Shape;700;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1" name="Google Shape;701;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702" name="Google Shape;702;p59"/>
            <p:cNvGrpSpPr/>
            <p:nvPr/>
          </p:nvGrpSpPr>
          <p:grpSpPr>
            <a:xfrm>
              <a:off x="4608" y="2771"/>
              <a:ext cx="513" cy="442"/>
              <a:chOff x="3937" y="633"/>
              <a:chExt cx="513" cy="442"/>
            </a:xfrm>
          </p:grpSpPr>
          <p:cxnSp>
            <p:nvCxnSpPr>
              <p:cNvPr id="703" name="Google Shape;703;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704" name="Google Shape;704;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705" name="Google Shape;705;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706" name="Google Shape;706;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707" name="Google Shape;707;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708" name="Google Shape;708;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709" name="Google Shape;709;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710" name="Google Shape;710;p59"/>
              <p:cNvGrpSpPr/>
              <p:nvPr/>
            </p:nvGrpSpPr>
            <p:grpSpPr>
              <a:xfrm>
                <a:off x="4120" y="809"/>
                <a:ext cx="156" cy="55"/>
                <a:chOff x="2848" y="848"/>
                <a:chExt cx="140" cy="98"/>
              </a:xfrm>
            </p:grpSpPr>
            <p:cxnSp>
              <p:nvCxnSpPr>
                <p:cNvPr id="711" name="Google Shape;711;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712" name="Google Shape;712;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713" name="Google Shape;713;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714" name="Google Shape;714;p59"/>
              <p:cNvGrpSpPr/>
              <p:nvPr/>
            </p:nvGrpSpPr>
            <p:grpSpPr>
              <a:xfrm rot="10800000" flipH="1">
                <a:off x="4120" y="808"/>
                <a:ext cx="156" cy="56"/>
                <a:chOff x="2848" y="848"/>
                <a:chExt cx="140" cy="98"/>
              </a:xfrm>
            </p:grpSpPr>
            <p:cxnSp>
              <p:nvCxnSpPr>
                <p:cNvPr id="715" name="Google Shape;715;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716" name="Google Shape;716;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717" name="Google Shape;717;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718" name="Google Shape;718;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19" name="Google Shape;719;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720" name="Google Shape;720;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721" name="Google Shape;721;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722" name="Google Shape;722;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23" name="Google Shape;723;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724" name="Google Shape;724;p59"/>
            <p:cNvGrpSpPr/>
            <p:nvPr/>
          </p:nvGrpSpPr>
          <p:grpSpPr>
            <a:xfrm>
              <a:off x="4119" y="2640"/>
              <a:ext cx="513" cy="442"/>
              <a:chOff x="3937" y="633"/>
              <a:chExt cx="513" cy="442"/>
            </a:xfrm>
          </p:grpSpPr>
          <p:cxnSp>
            <p:nvCxnSpPr>
              <p:cNvPr id="725" name="Google Shape;725;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726" name="Google Shape;726;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727" name="Google Shape;727;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728" name="Google Shape;728;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729" name="Google Shape;729;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730" name="Google Shape;730;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731" name="Google Shape;731;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732" name="Google Shape;732;p59"/>
              <p:cNvGrpSpPr/>
              <p:nvPr/>
            </p:nvGrpSpPr>
            <p:grpSpPr>
              <a:xfrm>
                <a:off x="4120" y="809"/>
                <a:ext cx="156" cy="55"/>
                <a:chOff x="2848" y="848"/>
                <a:chExt cx="140" cy="98"/>
              </a:xfrm>
            </p:grpSpPr>
            <p:cxnSp>
              <p:nvCxnSpPr>
                <p:cNvPr id="733" name="Google Shape;733;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734" name="Google Shape;734;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735" name="Google Shape;735;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736" name="Google Shape;736;p59"/>
              <p:cNvGrpSpPr/>
              <p:nvPr/>
            </p:nvGrpSpPr>
            <p:grpSpPr>
              <a:xfrm rot="10800000" flipH="1">
                <a:off x="4120" y="808"/>
                <a:ext cx="156" cy="56"/>
                <a:chOff x="2848" y="848"/>
                <a:chExt cx="140" cy="98"/>
              </a:xfrm>
            </p:grpSpPr>
            <p:cxnSp>
              <p:nvCxnSpPr>
                <p:cNvPr id="737" name="Google Shape;737;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738" name="Google Shape;738;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739" name="Google Shape;739;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740" name="Google Shape;740;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41" name="Google Shape;741;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742" name="Google Shape;742;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743" name="Google Shape;743;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744" name="Google Shape;744;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45" name="Google Shape;745;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nvGrpSpPr>
            <p:cNvPr id="746" name="Google Shape;746;p59"/>
            <p:cNvGrpSpPr/>
            <p:nvPr/>
          </p:nvGrpSpPr>
          <p:grpSpPr>
            <a:xfrm>
              <a:off x="3674" y="2866"/>
              <a:ext cx="513" cy="442"/>
              <a:chOff x="3937" y="633"/>
              <a:chExt cx="513" cy="442"/>
            </a:xfrm>
          </p:grpSpPr>
          <p:cxnSp>
            <p:nvCxnSpPr>
              <p:cNvPr id="747" name="Google Shape;747;p59"/>
              <p:cNvCxnSpPr/>
              <p:nvPr/>
            </p:nvCxnSpPr>
            <p:spPr>
              <a:xfrm>
                <a:off x="4061" y="1035"/>
                <a:ext cx="312" cy="1"/>
              </a:xfrm>
              <a:prstGeom prst="straightConnector1">
                <a:avLst/>
              </a:prstGeom>
              <a:noFill/>
              <a:ln w="12700" cap="flat" cmpd="sng">
                <a:solidFill>
                  <a:schemeClr val="dk1"/>
                </a:solidFill>
                <a:prstDash val="solid"/>
                <a:round/>
                <a:headEnd type="none" w="sm" len="sm"/>
                <a:tailEnd type="none" w="sm" len="sm"/>
              </a:ln>
            </p:spPr>
          </p:cxnSp>
          <p:cxnSp>
            <p:nvCxnSpPr>
              <p:cNvPr id="748" name="Google Shape;748;p59"/>
              <p:cNvCxnSpPr/>
              <p:nvPr/>
            </p:nvCxnSpPr>
            <p:spPr>
              <a:xfrm rot="10800000" flipH="1">
                <a:off x="4212" y="929"/>
                <a:ext cx="1" cy="103"/>
              </a:xfrm>
              <a:prstGeom prst="straightConnector1">
                <a:avLst/>
              </a:prstGeom>
              <a:noFill/>
              <a:ln w="12700" cap="flat" cmpd="sng">
                <a:solidFill>
                  <a:schemeClr val="dk1"/>
                </a:solidFill>
                <a:prstDash val="solid"/>
                <a:round/>
                <a:headEnd type="none" w="sm" len="sm"/>
                <a:tailEnd type="none" w="sm" len="sm"/>
              </a:ln>
            </p:spPr>
          </p:cxnSp>
          <p:sp>
            <p:nvSpPr>
              <p:cNvPr id="749" name="Google Shape;749;p59"/>
              <p:cNvSpPr/>
              <p:nvPr/>
            </p:nvSpPr>
            <p:spPr>
              <a:xfrm>
                <a:off x="4048" y="854"/>
                <a:ext cx="313" cy="81"/>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750" name="Google Shape;750;p59"/>
              <p:cNvCxnSpPr/>
              <p:nvPr/>
            </p:nvCxnSpPr>
            <p:spPr>
              <a:xfrm>
                <a:off x="4048" y="847"/>
                <a:ext cx="0" cy="50"/>
              </a:xfrm>
              <a:prstGeom prst="straightConnector1">
                <a:avLst/>
              </a:prstGeom>
              <a:noFill/>
              <a:ln w="12700" cap="flat" cmpd="sng">
                <a:solidFill>
                  <a:schemeClr val="dk1"/>
                </a:solidFill>
                <a:prstDash val="solid"/>
                <a:round/>
                <a:headEnd type="none" w="sm" len="sm"/>
                <a:tailEnd type="none" w="sm" len="sm"/>
              </a:ln>
            </p:spPr>
          </p:cxnSp>
          <p:cxnSp>
            <p:nvCxnSpPr>
              <p:cNvPr id="751" name="Google Shape;751;p59"/>
              <p:cNvCxnSpPr/>
              <p:nvPr/>
            </p:nvCxnSpPr>
            <p:spPr>
              <a:xfrm>
                <a:off x="4361" y="847"/>
                <a:ext cx="0" cy="50"/>
              </a:xfrm>
              <a:prstGeom prst="straightConnector1">
                <a:avLst/>
              </a:prstGeom>
              <a:noFill/>
              <a:ln w="12700" cap="flat" cmpd="sng">
                <a:solidFill>
                  <a:schemeClr val="dk1"/>
                </a:solidFill>
                <a:prstDash val="solid"/>
                <a:round/>
                <a:headEnd type="none" w="sm" len="sm"/>
                <a:tailEnd type="none" w="sm" len="sm"/>
              </a:ln>
            </p:spPr>
          </p:cxnSp>
          <p:sp>
            <p:nvSpPr>
              <p:cNvPr id="752" name="Google Shape;752;p59"/>
              <p:cNvSpPr/>
              <p:nvPr/>
            </p:nvSpPr>
            <p:spPr>
              <a:xfrm>
                <a:off x="4048" y="847"/>
                <a:ext cx="310" cy="4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753" name="Google Shape;753;p59"/>
              <p:cNvSpPr/>
              <p:nvPr/>
            </p:nvSpPr>
            <p:spPr>
              <a:xfrm>
                <a:off x="4045" y="788"/>
                <a:ext cx="313" cy="95"/>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754" name="Google Shape;754;p59"/>
              <p:cNvGrpSpPr/>
              <p:nvPr/>
            </p:nvGrpSpPr>
            <p:grpSpPr>
              <a:xfrm>
                <a:off x="4120" y="809"/>
                <a:ext cx="156" cy="55"/>
                <a:chOff x="2848" y="848"/>
                <a:chExt cx="140" cy="98"/>
              </a:xfrm>
            </p:grpSpPr>
            <p:cxnSp>
              <p:nvCxnSpPr>
                <p:cNvPr id="755" name="Google Shape;755;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756" name="Google Shape;756;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757" name="Google Shape;757;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758" name="Google Shape;758;p59"/>
              <p:cNvGrpSpPr/>
              <p:nvPr/>
            </p:nvGrpSpPr>
            <p:grpSpPr>
              <a:xfrm rot="10800000" flipH="1">
                <a:off x="4120" y="808"/>
                <a:ext cx="156" cy="56"/>
                <a:chOff x="2848" y="848"/>
                <a:chExt cx="140" cy="98"/>
              </a:xfrm>
            </p:grpSpPr>
            <p:cxnSp>
              <p:nvCxnSpPr>
                <p:cNvPr id="759" name="Google Shape;759;p59"/>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760" name="Google Shape;760;p59"/>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761" name="Google Shape;761;p59"/>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sp>
            <p:nvSpPr>
              <p:cNvPr id="762" name="Google Shape;762;p59"/>
              <p:cNvSpPr/>
              <p:nvPr/>
            </p:nvSpPr>
            <p:spPr>
              <a:xfrm>
                <a:off x="3996" y="732"/>
                <a:ext cx="426" cy="3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3" name="Google Shape;763;p59"/>
              <p:cNvSpPr/>
              <p:nvPr/>
            </p:nvSpPr>
            <p:spPr>
              <a:xfrm>
                <a:off x="3969" y="753"/>
                <a:ext cx="435" cy="31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764" name="Google Shape;764;p59"/>
              <p:cNvCxnSpPr/>
              <p:nvPr/>
            </p:nvCxnSpPr>
            <p:spPr>
              <a:xfrm>
                <a:off x="3966" y="945"/>
                <a:ext cx="435" cy="3"/>
              </a:xfrm>
              <a:prstGeom prst="straightConnector1">
                <a:avLst/>
              </a:prstGeom>
              <a:noFill/>
              <a:ln w="12700" cap="flat" cmpd="sng">
                <a:solidFill>
                  <a:schemeClr val="dk1"/>
                </a:solidFill>
                <a:prstDash val="solid"/>
                <a:round/>
                <a:headEnd type="none" w="sm" len="sm"/>
                <a:tailEnd type="none" w="sm" len="sm"/>
              </a:ln>
            </p:spPr>
          </p:cxnSp>
          <p:cxnSp>
            <p:nvCxnSpPr>
              <p:cNvPr id="765" name="Google Shape;765;p59"/>
              <p:cNvCxnSpPr/>
              <p:nvPr/>
            </p:nvCxnSpPr>
            <p:spPr>
              <a:xfrm>
                <a:off x="3972" y="849"/>
                <a:ext cx="435" cy="3"/>
              </a:xfrm>
              <a:prstGeom prst="straightConnector1">
                <a:avLst/>
              </a:prstGeom>
              <a:noFill/>
              <a:ln w="12700" cap="flat" cmpd="sng">
                <a:solidFill>
                  <a:schemeClr val="dk1"/>
                </a:solidFill>
                <a:prstDash val="solid"/>
                <a:round/>
                <a:headEnd type="none" w="sm" len="sm"/>
                <a:tailEnd type="none" w="sm" len="sm"/>
              </a:ln>
            </p:spPr>
          </p:cxnSp>
          <p:sp>
            <p:nvSpPr>
              <p:cNvPr id="766" name="Google Shape;766;p59"/>
              <p:cNvSpPr/>
              <p:nvPr/>
            </p:nvSpPr>
            <p:spPr>
              <a:xfrm>
                <a:off x="3966" y="756"/>
                <a:ext cx="435" cy="93"/>
              </a:xfrm>
              <a:prstGeom prst="rect">
                <a:avLst/>
              </a:prstGeom>
              <a:solidFill>
                <a:srgbClr val="CC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7" name="Google Shape;767;p59"/>
              <p:cNvSpPr txBox="1"/>
              <p:nvPr/>
            </p:nvSpPr>
            <p:spPr>
              <a:xfrm>
                <a:off x="3937" y="633"/>
                <a:ext cx="513"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physical</a:t>
                </a:r>
                <a:endParaRPr sz="2400" b="0" i="0" u="none" strike="noStrike" cap="none">
                  <a:solidFill>
                    <a:schemeClr val="dk1"/>
                  </a:solidFill>
                  <a:latin typeface="Arial"/>
                  <a:ea typeface="Arial"/>
                  <a:cs typeface="Arial"/>
                  <a:sym typeface="Arial"/>
                </a:endParaRPr>
              </a:p>
            </p:txBody>
          </p:sp>
        </p:grpSp>
      </p:grpSp>
      <p:sp>
        <p:nvSpPr>
          <p:cNvPr id="768" name="Google Shape;768;p59"/>
          <p:cNvSpPr/>
          <p:nvPr/>
        </p:nvSpPr>
        <p:spPr>
          <a:xfrm>
            <a:off x="8062760" y="1302186"/>
            <a:ext cx="388938" cy="138112"/>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9" name="Google Shape;769;p59"/>
          <p:cNvSpPr/>
          <p:nvPr/>
        </p:nvSpPr>
        <p:spPr>
          <a:xfrm>
            <a:off x="8292948" y="1967350"/>
            <a:ext cx="596900" cy="138112"/>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70" name="Google Shape;770;p59"/>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The Network Layer</a:t>
            </a:r>
            <a:endParaRPr/>
          </a:p>
        </p:txBody>
      </p:sp>
      <p:sp>
        <p:nvSpPr>
          <p:cNvPr id="771" name="Google Shape;771;p59"/>
          <p:cNvSpPr txBox="1">
            <a:spLocks noGrp="1"/>
          </p:cNvSpPr>
          <p:nvPr>
            <p:ph type="body" idx="1"/>
          </p:nvPr>
        </p:nvSpPr>
        <p:spPr>
          <a:xfrm>
            <a:off x="1195769" y="966537"/>
            <a:ext cx="5437891" cy="6126594"/>
          </a:xfrm>
          <a:prstGeom prst="rect">
            <a:avLst/>
          </a:prstGeom>
          <a:noFill/>
          <a:ln>
            <a:noFill/>
          </a:ln>
        </p:spPr>
        <p:txBody>
          <a:bodyPr spcFirstLastPara="1" wrap="square" lIns="91425" tIns="45700" rIns="91425" bIns="45700" anchor="t" anchorCtr="0">
            <a:normAutofit lnSpcReduction="10000"/>
          </a:bodyPr>
          <a:lstStyle/>
          <a:p>
            <a:pPr marL="285750" lvl="0" indent="-285750" algn="l" rtl="0">
              <a:lnSpc>
                <a:spcPct val="100000"/>
              </a:lnSpc>
              <a:spcBef>
                <a:spcPts val="0"/>
              </a:spcBef>
              <a:spcAft>
                <a:spcPts val="0"/>
              </a:spcAft>
              <a:buSzPts val="4160"/>
              <a:buChar char="•"/>
            </a:pPr>
            <a:r>
              <a:rPr lang="en-US" sz="3200"/>
              <a:t>Encapsulates data into </a:t>
            </a:r>
            <a:r>
              <a:rPr lang="en-US" sz="3200" b="1">
                <a:solidFill>
                  <a:srgbClr val="7D28CD"/>
                </a:solidFill>
              </a:rPr>
              <a:t>packets</a:t>
            </a:r>
            <a:r>
              <a:rPr lang="en-US" sz="3200"/>
              <a:t> on the sending side.</a:t>
            </a:r>
            <a:endParaRPr/>
          </a:p>
          <a:p>
            <a:pPr marL="285750" lvl="0" indent="-21590" algn="l" rtl="0">
              <a:lnSpc>
                <a:spcPct val="100000"/>
              </a:lnSpc>
              <a:spcBef>
                <a:spcPts val="0"/>
              </a:spcBef>
              <a:spcAft>
                <a:spcPts val="0"/>
              </a:spcAft>
              <a:buSzPts val="4160"/>
              <a:buNone/>
            </a:pPr>
            <a:endParaRPr sz="3200"/>
          </a:p>
          <a:p>
            <a:pPr marL="285750" lvl="0" indent="-285750" algn="l" rtl="0">
              <a:lnSpc>
                <a:spcPct val="100000"/>
              </a:lnSpc>
              <a:spcBef>
                <a:spcPts val="0"/>
              </a:spcBef>
              <a:spcAft>
                <a:spcPts val="0"/>
              </a:spcAft>
              <a:buSzPts val="4160"/>
              <a:buChar char="•"/>
            </a:pPr>
            <a:r>
              <a:rPr lang="en-US" sz="3200"/>
              <a:t>Network Layer protocols operates on </a:t>
            </a:r>
            <a:r>
              <a:rPr lang="en-US" sz="3200" b="1">
                <a:solidFill>
                  <a:srgbClr val="7D28CD"/>
                </a:solidFill>
              </a:rPr>
              <a:t>hosts</a:t>
            </a:r>
            <a:r>
              <a:rPr lang="en-US" sz="3200"/>
              <a:t> and </a:t>
            </a:r>
            <a:r>
              <a:rPr lang="en-US" sz="3200" b="1">
                <a:solidFill>
                  <a:srgbClr val="7D28CD"/>
                </a:solidFill>
              </a:rPr>
              <a:t>routers</a:t>
            </a:r>
            <a:r>
              <a:rPr lang="en-US" sz="3200">
                <a:solidFill>
                  <a:srgbClr val="7D28CD"/>
                </a:solidFill>
              </a:rPr>
              <a:t>.</a:t>
            </a:r>
            <a:endParaRPr>
              <a:solidFill>
                <a:srgbClr val="7D28CD"/>
              </a:solidFill>
            </a:endParaRPr>
          </a:p>
          <a:p>
            <a:pPr marL="285750" lvl="0" indent="-21590" algn="l" rtl="0">
              <a:lnSpc>
                <a:spcPct val="100000"/>
              </a:lnSpc>
              <a:spcBef>
                <a:spcPts val="0"/>
              </a:spcBef>
              <a:spcAft>
                <a:spcPts val="0"/>
              </a:spcAft>
              <a:buSzPts val="4160"/>
              <a:buNone/>
            </a:pPr>
            <a:endParaRPr sz="3200" b="1">
              <a:solidFill>
                <a:srgbClr val="7D28CD"/>
              </a:solidFill>
            </a:endParaRPr>
          </a:p>
          <a:p>
            <a:pPr marL="285750" lvl="0" indent="-285750" algn="l" rtl="0">
              <a:lnSpc>
                <a:spcPct val="100000"/>
              </a:lnSpc>
              <a:spcBef>
                <a:spcPts val="0"/>
              </a:spcBef>
              <a:spcAft>
                <a:spcPts val="0"/>
              </a:spcAft>
              <a:buSzPts val="4160"/>
              <a:buChar char="•"/>
            </a:pPr>
            <a:r>
              <a:rPr lang="en-US" sz="3200" b="1">
                <a:solidFill>
                  <a:srgbClr val="7D28CD"/>
                </a:solidFill>
              </a:rPr>
              <a:t>Routers</a:t>
            </a:r>
            <a:r>
              <a:rPr lang="en-US" sz="3200"/>
              <a:t> inspect IP header fields for forwarding.</a:t>
            </a:r>
            <a:endParaRPr/>
          </a:p>
          <a:p>
            <a:pPr marL="285750" lvl="0" indent="-21590" algn="l" rtl="0">
              <a:lnSpc>
                <a:spcPct val="100000"/>
              </a:lnSpc>
              <a:spcBef>
                <a:spcPts val="0"/>
              </a:spcBef>
              <a:spcAft>
                <a:spcPts val="0"/>
              </a:spcAft>
              <a:buSzPts val="4160"/>
              <a:buNone/>
            </a:pPr>
            <a:endParaRPr sz="3200"/>
          </a:p>
          <a:p>
            <a:pPr marL="285750" lvl="0" indent="-285750" algn="l" rtl="0">
              <a:lnSpc>
                <a:spcPct val="100000"/>
              </a:lnSpc>
              <a:spcBef>
                <a:spcPts val="0"/>
              </a:spcBef>
              <a:spcAft>
                <a:spcPts val="0"/>
              </a:spcAft>
              <a:buSzPts val="4160"/>
              <a:buChar char="•"/>
            </a:pPr>
            <a:r>
              <a:rPr lang="en-US" sz="3200"/>
              <a:t>Delivers segments to the </a:t>
            </a:r>
            <a:r>
              <a:rPr lang="en-US" sz="3200" b="1">
                <a:solidFill>
                  <a:srgbClr val="0070C0"/>
                </a:solidFill>
              </a:rPr>
              <a:t>transport layer</a:t>
            </a:r>
            <a:r>
              <a:rPr lang="en-US" sz="3200">
                <a:solidFill>
                  <a:srgbClr val="0070C0"/>
                </a:solidFill>
              </a:rPr>
              <a:t> </a:t>
            </a:r>
            <a:r>
              <a:rPr lang="en-US" sz="3200"/>
              <a:t>on the receiving side.</a:t>
            </a:r>
            <a:endParaRPr sz="3200"/>
          </a:p>
          <a:p>
            <a:pPr marL="285750" lvl="0" indent="-64770" algn="l" rtl="0">
              <a:lnSpc>
                <a:spcPct val="100000"/>
              </a:lnSpc>
              <a:spcBef>
                <a:spcPts val="1080"/>
              </a:spcBef>
              <a:spcAft>
                <a:spcPts val="0"/>
              </a:spcAft>
              <a:buSzPts val="3120"/>
              <a:buNone/>
            </a:pPr>
            <a:endParaRPr sz="2400"/>
          </a:p>
          <a:p>
            <a:pPr marL="285750" lvl="0" indent="-64770" algn="l" rtl="0">
              <a:lnSpc>
                <a:spcPct val="100000"/>
              </a:lnSpc>
              <a:spcBef>
                <a:spcPts val="1080"/>
              </a:spcBef>
              <a:spcAft>
                <a:spcPts val="0"/>
              </a:spcAft>
              <a:buSzPts val="3120"/>
              <a:buNone/>
            </a:pPr>
            <a:endParaRPr sz="2400"/>
          </a:p>
          <a:p>
            <a:pPr marL="285750" lvl="0" indent="-64770" algn="l" rtl="0">
              <a:lnSpc>
                <a:spcPct val="100000"/>
              </a:lnSpc>
              <a:spcBef>
                <a:spcPts val="1080"/>
              </a:spcBef>
              <a:spcAft>
                <a:spcPts val="0"/>
              </a:spcAft>
              <a:buSzPts val="3480"/>
              <a:buNone/>
            </a:pPr>
            <a:endParaRPr sz="2400"/>
          </a:p>
          <a:p>
            <a:pPr marL="285750" lvl="0" indent="-64770" algn="l" rtl="0">
              <a:lnSpc>
                <a:spcPct val="100000"/>
              </a:lnSpc>
              <a:spcBef>
                <a:spcPts val="1080"/>
              </a:spcBef>
              <a:spcAft>
                <a:spcPts val="0"/>
              </a:spcAft>
              <a:buSzPts val="3480"/>
              <a:buNone/>
            </a:pPr>
            <a:endParaRPr sz="2400"/>
          </a:p>
        </p:txBody>
      </p:sp>
      <p:pic>
        <p:nvPicPr>
          <p:cNvPr id="772" name="Google Shape;772;p59"/>
          <p:cNvPicPr preferRelativeResize="0"/>
          <p:nvPr/>
        </p:nvPicPr>
        <p:blipFill rotWithShape="1">
          <a:blip r:embed="rId22">
            <a:alphaModFix/>
          </a:blip>
          <a:srcRect/>
          <a:stretch/>
        </p:blipFill>
        <p:spPr>
          <a:xfrm>
            <a:off x="11029276" y="69275"/>
            <a:ext cx="1162724" cy="10667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
          <p:cNvSpPr txBox="1">
            <a:spLocks noGrp="1"/>
          </p:cNvSpPr>
          <p:nvPr>
            <p:ph type="title"/>
          </p:nvPr>
        </p:nvSpPr>
        <p:spPr>
          <a:xfrm>
            <a:off x="1470456" y="1525030"/>
            <a:ext cx="10018713" cy="380794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7200"/>
              <a:buFont typeface="Corbel"/>
              <a:buNone/>
            </a:pPr>
            <a:r>
              <a:rPr lang="en-US" sz="6000"/>
              <a:t>Packet Switching</a:t>
            </a:r>
            <a:br>
              <a:rPr lang="en-US" sz="6000"/>
            </a:br>
            <a:endParaRPr/>
          </a:p>
        </p:txBody>
      </p:sp>
      <p:pic>
        <p:nvPicPr>
          <p:cNvPr id="778" name="Google Shape;778;p5"/>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3"/>
          <p:cNvSpPr txBox="1">
            <a:spLocks noGrp="1"/>
          </p:cNvSpPr>
          <p:nvPr>
            <p:ph type="title"/>
          </p:nvPr>
        </p:nvSpPr>
        <p:spPr>
          <a:xfrm>
            <a:off x="1616196" y="61546"/>
            <a:ext cx="10018713" cy="83526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Packet Switching</a:t>
            </a:r>
            <a:endParaRPr/>
          </a:p>
        </p:txBody>
      </p:sp>
      <p:sp>
        <p:nvSpPr>
          <p:cNvPr id="784" name="Google Shape;784;p3"/>
          <p:cNvSpPr txBox="1">
            <a:spLocks noGrp="1"/>
          </p:cNvSpPr>
          <p:nvPr>
            <p:ph type="body" idx="1"/>
          </p:nvPr>
        </p:nvSpPr>
        <p:spPr>
          <a:xfrm>
            <a:off x="1457935" y="1009099"/>
            <a:ext cx="10018713" cy="1324709"/>
          </a:xfrm>
          <a:prstGeom prst="rect">
            <a:avLst/>
          </a:prstGeom>
          <a:noFill/>
          <a:ln>
            <a:noFill/>
          </a:ln>
        </p:spPr>
        <p:txBody>
          <a:bodyPr spcFirstLastPara="1" wrap="square" lIns="91425" tIns="45700" rIns="91425" bIns="45700" anchor="ctr" anchorCtr="0">
            <a:noAutofit/>
          </a:bodyPr>
          <a:lstStyle/>
          <a:p>
            <a:pPr marL="457200" lvl="0" indent="-394335" algn="l" rtl="0">
              <a:lnSpc>
                <a:spcPct val="100000"/>
              </a:lnSpc>
              <a:spcBef>
                <a:spcPts val="360"/>
              </a:spcBef>
              <a:spcAft>
                <a:spcPts val="0"/>
              </a:spcAft>
              <a:buSzPts val="2610"/>
              <a:buChar char="•"/>
            </a:pPr>
            <a:r>
              <a:rPr lang="en-US" sz="2800"/>
              <a:t>Packet Switching is a method of transferring data across a network by breaking it into smaller packets.</a:t>
            </a:r>
            <a:endParaRPr sz="2800"/>
          </a:p>
        </p:txBody>
      </p:sp>
      <p:sp>
        <p:nvSpPr>
          <p:cNvPr id="785" name="Google Shape;785;p3"/>
          <p:cNvSpPr txBox="1"/>
          <p:nvPr/>
        </p:nvSpPr>
        <p:spPr>
          <a:xfrm>
            <a:off x="1457935" y="2549769"/>
            <a:ext cx="10018713" cy="1324709"/>
          </a:xfrm>
          <a:prstGeom prst="rect">
            <a:avLst/>
          </a:prstGeom>
          <a:noFill/>
          <a:ln>
            <a:noFill/>
          </a:ln>
        </p:spPr>
        <p:txBody>
          <a:bodyPr spcFirstLastPara="1" wrap="square" lIns="91425" tIns="45700" rIns="91425" bIns="45700" anchor="ctr" anchorCtr="0">
            <a:noAutofit/>
          </a:bodyPr>
          <a:lstStyle/>
          <a:p>
            <a:pPr marL="457200" marR="0" lvl="0" indent="-394335" algn="l" rtl="0">
              <a:lnSpc>
                <a:spcPct val="100000"/>
              </a:lnSpc>
              <a:spcBef>
                <a:spcPts val="360"/>
              </a:spcBef>
              <a:spcAft>
                <a:spcPts val="0"/>
              </a:spcAft>
              <a:buClr>
                <a:srgbClr val="1186C3"/>
              </a:buClr>
              <a:buSzPts val="2610"/>
              <a:buFont typeface="Arial"/>
              <a:buChar char="•"/>
            </a:pPr>
            <a:r>
              <a:rPr lang="en-US" sz="2800" b="0" i="0" u="none" strike="noStrike" cap="none">
                <a:solidFill>
                  <a:schemeClr val="dk1"/>
                </a:solidFill>
                <a:latin typeface="Corbel"/>
                <a:ea typeface="Corbel"/>
                <a:cs typeface="Corbel"/>
                <a:sym typeface="Corbel"/>
              </a:rPr>
              <a:t>Two type of networks based on packet switching </a:t>
            </a:r>
            <a:endParaRPr sz="1400" b="0" i="0" u="none" strike="noStrike" cap="none">
              <a:solidFill>
                <a:srgbClr val="000000"/>
              </a:solidFill>
              <a:latin typeface="Arial"/>
              <a:ea typeface="Arial"/>
              <a:cs typeface="Arial"/>
              <a:sym typeface="Arial"/>
            </a:endParaRPr>
          </a:p>
          <a:p>
            <a:pPr marL="914400" marR="0" lvl="1" indent="-394335" algn="l" rtl="0">
              <a:lnSpc>
                <a:spcPct val="100000"/>
              </a:lnSpc>
              <a:spcBef>
                <a:spcPts val="600"/>
              </a:spcBef>
              <a:spcAft>
                <a:spcPts val="0"/>
              </a:spcAft>
              <a:buClr>
                <a:srgbClr val="1186C3"/>
              </a:buClr>
              <a:buSzPts val="2610"/>
              <a:buFont typeface="Arial"/>
              <a:buChar char="•"/>
            </a:pPr>
            <a:r>
              <a:rPr lang="en-US" sz="2400" b="1" i="0" u="none" strike="noStrike" cap="none">
                <a:solidFill>
                  <a:srgbClr val="0070C0"/>
                </a:solidFill>
                <a:latin typeface="Corbel"/>
                <a:ea typeface="Corbel"/>
                <a:cs typeface="Corbel"/>
                <a:sym typeface="Corbel"/>
              </a:rPr>
              <a:t>Datagram Networks</a:t>
            </a:r>
            <a:endParaRPr sz="1400" b="0" i="0" u="none" strike="noStrike" cap="none">
              <a:solidFill>
                <a:srgbClr val="000000"/>
              </a:solidFill>
              <a:latin typeface="Arial"/>
              <a:ea typeface="Arial"/>
              <a:cs typeface="Arial"/>
              <a:sym typeface="Arial"/>
            </a:endParaRPr>
          </a:p>
          <a:p>
            <a:pPr marL="914400" marR="0" lvl="1" indent="-394335" algn="l" rtl="0">
              <a:lnSpc>
                <a:spcPct val="100000"/>
              </a:lnSpc>
              <a:spcBef>
                <a:spcPts val="600"/>
              </a:spcBef>
              <a:spcAft>
                <a:spcPts val="0"/>
              </a:spcAft>
              <a:buClr>
                <a:srgbClr val="1186C3"/>
              </a:buClr>
              <a:buSzPts val="2610"/>
              <a:buFont typeface="Arial"/>
              <a:buChar char="•"/>
            </a:pPr>
            <a:r>
              <a:rPr lang="en-US" sz="2400" b="1" i="0" u="none" strike="noStrike" cap="none">
                <a:solidFill>
                  <a:srgbClr val="0070C0"/>
                </a:solidFill>
                <a:latin typeface="Corbel"/>
                <a:ea typeface="Corbel"/>
                <a:cs typeface="Corbel"/>
                <a:sym typeface="Corbel"/>
              </a:rPr>
              <a:t>Virtual Circuit Networks</a:t>
            </a:r>
            <a:endParaRPr sz="2400" b="1" i="0" u="none" strike="noStrike" cap="none">
              <a:solidFill>
                <a:srgbClr val="0070C0"/>
              </a:solidFill>
              <a:latin typeface="Corbel"/>
              <a:ea typeface="Corbel"/>
              <a:cs typeface="Corbel"/>
              <a:sym typeface="Corbel"/>
            </a:endParaRPr>
          </a:p>
        </p:txBody>
      </p:sp>
      <p:pic>
        <p:nvPicPr>
          <p:cNvPr id="786" name="Google Shape;786;p3" descr="Computer Network | Switching Techniques - javatpoint"/>
          <p:cNvPicPr preferRelativeResize="0"/>
          <p:nvPr/>
        </p:nvPicPr>
        <p:blipFill rotWithShape="1">
          <a:blip r:embed="rId3">
            <a:alphaModFix/>
          </a:blip>
          <a:srcRect/>
          <a:stretch/>
        </p:blipFill>
        <p:spPr>
          <a:xfrm>
            <a:off x="3118583" y="4306399"/>
            <a:ext cx="6208646" cy="228783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7"/>
          <p:cNvSpPr txBox="1">
            <a:spLocks noGrp="1"/>
          </p:cNvSpPr>
          <p:nvPr>
            <p:ph type="title"/>
          </p:nvPr>
        </p:nvSpPr>
        <p:spPr>
          <a:xfrm>
            <a:off x="1502941" y="255683"/>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Datagram networks</a:t>
            </a:r>
            <a:endParaRPr/>
          </a:p>
        </p:txBody>
      </p:sp>
      <p:pic>
        <p:nvPicPr>
          <p:cNvPr id="792" name="Google Shape;792;p7"/>
          <p:cNvPicPr preferRelativeResize="0"/>
          <p:nvPr/>
        </p:nvPicPr>
        <p:blipFill rotWithShape="1">
          <a:blip r:embed="rId3">
            <a:alphaModFix/>
          </a:blip>
          <a:srcRect/>
          <a:stretch/>
        </p:blipFill>
        <p:spPr>
          <a:xfrm>
            <a:off x="11029276" y="0"/>
            <a:ext cx="1162724" cy="1066799"/>
          </a:xfrm>
          <a:prstGeom prst="rect">
            <a:avLst/>
          </a:prstGeom>
          <a:noFill/>
          <a:ln>
            <a:noFill/>
          </a:ln>
        </p:spPr>
      </p:pic>
      <p:cxnSp>
        <p:nvCxnSpPr>
          <p:cNvPr id="793" name="Google Shape;793;p7"/>
          <p:cNvCxnSpPr/>
          <p:nvPr/>
        </p:nvCxnSpPr>
        <p:spPr>
          <a:xfrm rot="-5400000" flipH="1">
            <a:off x="4770811" y="5093632"/>
            <a:ext cx="6350" cy="1577975"/>
          </a:xfrm>
          <a:prstGeom prst="straightConnector1">
            <a:avLst/>
          </a:prstGeom>
          <a:noFill/>
          <a:ln w="12700" cap="flat" cmpd="sng">
            <a:solidFill>
              <a:schemeClr val="dk1"/>
            </a:solidFill>
            <a:prstDash val="solid"/>
            <a:round/>
            <a:headEnd type="none" w="sm" len="sm"/>
            <a:tailEnd type="none" w="sm" len="sm"/>
          </a:ln>
        </p:spPr>
      </p:cxnSp>
      <p:grpSp>
        <p:nvGrpSpPr>
          <p:cNvPr id="794" name="Google Shape;794;p7"/>
          <p:cNvGrpSpPr/>
          <p:nvPr/>
        </p:nvGrpSpPr>
        <p:grpSpPr>
          <a:xfrm>
            <a:off x="2543548" y="4014133"/>
            <a:ext cx="1566863" cy="1987550"/>
            <a:chOff x="2366" y="929"/>
            <a:chExt cx="987" cy="1252"/>
          </a:xfrm>
        </p:grpSpPr>
        <p:graphicFrame>
          <p:nvGraphicFramePr>
            <p:cNvPr id="795" name="Google Shape;795;p7"/>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r:id="rId4" imgW="333" imgH="264" progId="">
                    <p:embed/>
                  </p:oleObj>
                </mc:Choice>
                <mc:Fallback>
                  <p:oleObj r:id="rId4" imgW="333" imgH="264" progId="">
                    <p:embed/>
                    <p:pic>
                      <p:nvPicPr>
                        <p:cNvPr id="795" name="Google Shape;795;p7"/>
                        <p:cNvPicPr preferRelativeResize="0"/>
                        <p:nvPr/>
                      </p:nvPicPr>
                      <p:blipFill rotWithShape="1">
                        <a:blip r:embed="rId5">
                          <a:alphaModFix/>
                        </a:blip>
                        <a:srcRect/>
                        <a:stretch/>
                      </p:blipFill>
                      <p:spPr>
                        <a:xfrm>
                          <a:off x="2741" y="929"/>
                          <a:ext cx="333" cy="264"/>
                        </a:xfrm>
                        <a:prstGeom prst="rect">
                          <a:avLst/>
                        </a:prstGeom>
                        <a:noFill/>
                        <a:ln>
                          <a:noFill/>
                        </a:ln>
                      </p:spPr>
                    </p:pic>
                  </p:oleObj>
                </mc:Fallback>
              </mc:AlternateContent>
            </a:graphicData>
          </a:graphic>
        </p:graphicFrame>
        <p:grpSp>
          <p:nvGrpSpPr>
            <p:cNvPr id="796" name="Google Shape;796;p7"/>
            <p:cNvGrpSpPr/>
            <p:nvPr/>
          </p:nvGrpSpPr>
          <p:grpSpPr>
            <a:xfrm>
              <a:off x="2366" y="1145"/>
              <a:ext cx="987" cy="1036"/>
              <a:chOff x="2956" y="969"/>
              <a:chExt cx="513" cy="529"/>
            </a:xfrm>
          </p:grpSpPr>
          <p:sp>
            <p:nvSpPr>
              <p:cNvPr id="797" name="Google Shape;797;p7"/>
              <p:cNvSpPr/>
              <p:nvPr/>
            </p:nvSpPr>
            <p:spPr>
              <a:xfrm>
                <a:off x="3018" y="969"/>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8" name="Google Shape;798;p7"/>
              <p:cNvSpPr/>
              <p:nvPr/>
            </p:nvSpPr>
            <p:spPr>
              <a:xfrm>
                <a:off x="2997" y="984"/>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9" name="Google Shape;799;p7"/>
              <p:cNvSpPr/>
              <p:nvPr/>
            </p:nvSpPr>
            <p:spPr>
              <a:xfrm>
                <a:off x="3000" y="1185"/>
                <a:ext cx="432"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00" name="Google Shape;800;p7"/>
              <p:cNvSpPr txBox="1"/>
              <p:nvPr/>
            </p:nvSpPr>
            <p:spPr>
              <a:xfrm>
                <a:off x="2956" y="978"/>
                <a:ext cx="513" cy="5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transport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network</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physical</a:t>
                </a:r>
                <a:endParaRPr sz="2000" b="0" i="0" u="none" strike="noStrike" cap="none">
                  <a:solidFill>
                    <a:schemeClr val="dk1"/>
                  </a:solidFill>
                  <a:latin typeface="Times New Roman"/>
                  <a:ea typeface="Times New Roman"/>
                  <a:cs typeface="Times New Roman"/>
                  <a:sym typeface="Times New Roman"/>
                </a:endParaRPr>
              </a:p>
            </p:txBody>
          </p:sp>
          <p:cxnSp>
            <p:nvCxnSpPr>
              <p:cNvPr id="801" name="Google Shape;801;p7"/>
              <p:cNvCxnSpPr/>
              <p:nvPr/>
            </p:nvCxnSpPr>
            <p:spPr>
              <a:xfrm>
                <a:off x="2997" y="1194"/>
                <a:ext cx="435" cy="3"/>
              </a:xfrm>
              <a:prstGeom prst="straightConnector1">
                <a:avLst/>
              </a:prstGeom>
              <a:noFill/>
              <a:ln w="12700" cap="flat" cmpd="sng">
                <a:solidFill>
                  <a:schemeClr val="dk1"/>
                </a:solidFill>
                <a:prstDash val="solid"/>
                <a:round/>
                <a:headEnd type="none" w="sm" len="sm"/>
                <a:tailEnd type="none" w="sm" len="sm"/>
              </a:ln>
            </p:spPr>
          </p:cxnSp>
          <p:cxnSp>
            <p:nvCxnSpPr>
              <p:cNvPr id="802" name="Google Shape;802;p7"/>
              <p:cNvCxnSpPr/>
              <p:nvPr/>
            </p:nvCxnSpPr>
            <p:spPr>
              <a:xfrm>
                <a:off x="3003" y="1290"/>
                <a:ext cx="435" cy="3"/>
              </a:xfrm>
              <a:prstGeom prst="straightConnector1">
                <a:avLst/>
              </a:prstGeom>
              <a:noFill/>
              <a:ln w="12700" cap="flat" cmpd="sng">
                <a:solidFill>
                  <a:schemeClr val="dk1"/>
                </a:solidFill>
                <a:prstDash val="solid"/>
                <a:round/>
                <a:headEnd type="none" w="sm" len="sm"/>
                <a:tailEnd type="none" w="sm" len="sm"/>
              </a:ln>
            </p:spPr>
          </p:cxnSp>
          <p:cxnSp>
            <p:nvCxnSpPr>
              <p:cNvPr id="803" name="Google Shape;803;p7"/>
              <p:cNvCxnSpPr/>
              <p:nvPr/>
            </p:nvCxnSpPr>
            <p:spPr>
              <a:xfrm>
                <a:off x="3003" y="1374"/>
                <a:ext cx="435" cy="3"/>
              </a:xfrm>
              <a:prstGeom prst="straightConnector1">
                <a:avLst/>
              </a:prstGeom>
              <a:noFill/>
              <a:ln w="12700" cap="flat" cmpd="sng">
                <a:solidFill>
                  <a:schemeClr val="dk1"/>
                </a:solidFill>
                <a:prstDash val="solid"/>
                <a:round/>
                <a:headEnd type="none" w="sm" len="sm"/>
                <a:tailEnd type="none" w="sm" len="sm"/>
              </a:ln>
            </p:spPr>
          </p:cxnSp>
          <p:cxnSp>
            <p:nvCxnSpPr>
              <p:cNvPr id="804" name="Google Shape;804;p7"/>
              <p:cNvCxnSpPr/>
              <p:nvPr/>
            </p:nvCxnSpPr>
            <p:spPr>
              <a:xfrm>
                <a:off x="3003" y="1092"/>
                <a:ext cx="435" cy="3"/>
              </a:xfrm>
              <a:prstGeom prst="straightConnector1">
                <a:avLst/>
              </a:prstGeom>
              <a:noFill/>
              <a:ln w="12700" cap="flat" cmpd="sng">
                <a:solidFill>
                  <a:schemeClr val="dk1"/>
                </a:solidFill>
                <a:prstDash val="solid"/>
                <a:round/>
                <a:headEnd type="none" w="sm" len="sm"/>
                <a:tailEnd type="none" w="sm" len="sm"/>
              </a:ln>
            </p:spPr>
          </p:cxnSp>
        </p:grpSp>
      </p:grpSp>
      <p:graphicFrame>
        <p:nvGraphicFramePr>
          <p:cNvPr id="805" name="Google Shape;805;p7"/>
          <p:cNvGraphicFramePr/>
          <p:nvPr/>
        </p:nvGraphicFramePr>
        <p:xfrm>
          <a:off x="9920661" y="4185583"/>
          <a:ext cx="528637" cy="419100"/>
        </p:xfrm>
        <a:graphic>
          <a:graphicData uri="http://schemas.openxmlformats.org/presentationml/2006/ole">
            <mc:AlternateContent xmlns:mc="http://schemas.openxmlformats.org/markup-compatibility/2006">
              <mc:Choice xmlns:v="urn:schemas-microsoft-com:vml" Requires="v">
                <p:oleObj r:id="rId6" imgW="528637" imgH="419100" progId="">
                  <p:embed/>
                </p:oleObj>
              </mc:Choice>
              <mc:Fallback>
                <p:oleObj r:id="rId6" imgW="528637" imgH="419100" progId="">
                  <p:embed/>
                  <p:pic>
                    <p:nvPicPr>
                      <p:cNvPr id="805" name="Google Shape;805;p7"/>
                      <p:cNvPicPr preferRelativeResize="0"/>
                      <p:nvPr/>
                    </p:nvPicPr>
                    <p:blipFill rotWithShape="1">
                      <a:blip r:embed="rId5">
                        <a:alphaModFix/>
                      </a:blip>
                      <a:srcRect/>
                      <a:stretch/>
                    </p:blipFill>
                    <p:spPr>
                      <a:xfrm>
                        <a:off x="9920661" y="4185583"/>
                        <a:ext cx="528637" cy="419100"/>
                      </a:xfrm>
                      <a:prstGeom prst="rect">
                        <a:avLst/>
                      </a:prstGeom>
                      <a:noFill/>
                      <a:ln>
                        <a:noFill/>
                      </a:ln>
                    </p:spPr>
                  </p:pic>
                </p:oleObj>
              </mc:Fallback>
            </mc:AlternateContent>
          </a:graphicData>
        </a:graphic>
      </p:graphicFrame>
      <p:grpSp>
        <p:nvGrpSpPr>
          <p:cNvPr id="806" name="Google Shape;806;p7"/>
          <p:cNvGrpSpPr/>
          <p:nvPr/>
        </p:nvGrpSpPr>
        <p:grpSpPr>
          <a:xfrm>
            <a:off x="9325348" y="4528483"/>
            <a:ext cx="1566863" cy="1644650"/>
            <a:chOff x="2956" y="969"/>
            <a:chExt cx="513" cy="529"/>
          </a:xfrm>
        </p:grpSpPr>
        <p:sp>
          <p:nvSpPr>
            <p:cNvPr id="807" name="Google Shape;807;p7"/>
            <p:cNvSpPr/>
            <p:nvPr/>
          </p:nvSpPr>
          <p:spPr>
            <a:xfrm>
              <a:off x="3018" y="969"/>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08" name="Google Shape;808;p7"/>
            <p:cNvSpPr/>
            <p:nvPr/>
          </p:nvSpPr>
          <p:spPr>
            <a:xfrm>
              <a:off x="2997" y="984"/>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09" name="Google Shape;809;p7"/>
            <p:cNvSpPr/>
            <p:nvPr/>
          </p:nvSpPr>
          <p:spPr>
            <a:xfrm>
              <a:off x="3000" y="1185"/>
              <a:ext cx="432"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0" name="Google Shape;810;p7"/>
            <p:cNvSpPr txBox="1"/>
            <p:nvPr/>
          </p:nvSpPr>
          <p:spPr>
            <a:xfrm>
              <a:off x="2956" y="978"/>
              <a:ext cx="513" cy="5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transport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network</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physical</a:t>
              </a:r>
              <a:endParaRPr sz="2000" b="0" i="0" u="none" strike="noStrike" cap="none">
                <a:solidFill>
                  <a:schemeClr val="dk1"/>
                </a:solidFill>
                <a:latin typeface="Times New Roman"/>
                <a:ea typeface="Times New Roman"/>
                <a:cs typeface="Times New Roman"/>
                <a:sym typeface="Times New Roman"/>
              </a:endParaRPr>
            </a:p>
          </p:txBody>
        </p:sp>
        <p:cxnSp>
          <p:nvCxnSpPr>
            <p:cNvPr id="811" name="Google Shape;811;p7"/>
            <p:cNvCxnSpPr/>
            <p:nvPr/>
          </p:nvCxnSpPr>
          <p:spPr>
            <a:xfrm>
              <a:off x="2997" y="1194"/>
              <a:ext cx="435" cy="3"/>
            </a:xfrm>
            <a:prstGeom prst="straightConnector1">
              <a:avLst/>
            </a:prstGeom>
            <a:noFill/>
            <a:ln w="12700" cap="flat" cmpd="sng">
              <a:solidFill>
                <a:schemeClr val="dk1"/>
              </a:solidFill>
              <a:prstDash val="solid"/>
              <a:round/>
              <a:headEnd type="none" w="sm" len="sm"/>
              <a:tailEnd type="none" w="sm" len="sm"/>
            </a:ln>
          </p:spPr>
        </p:cxnSp>
        <p:cxnSp>
          <p:nvCxnSpPr>
            <p:cNvPr id="812" name="Google Shape;812;p7"/>
            <p:cNvCxnSpPr/>
            <p:nvPr/>
          </p:nvCxnSpPr>
          <p:spPr>
            <a:xfrm>
              <a:off x="3003" y="1290"/>
              <a:ext cx="435" cy="3"/>
            </a:xfrm>
            <a:prstGeom prst="straightConnector1">
              <a:avLst/>
            </a:prstGeom>
            <a:noFill/>
            <a:ln w="12700" cap="flat" cmpd="sng">
              <a:solidFill>
                <a:schemeClr val="dk1"/>
              </a:solidFill>
              <a:prstDash val="solid"/>
              <a:round/>
              <a:headEnd type="none" w="sm" len="sm"/>
              <a:tailEnd type="none" w="sm" len="sm"/>
            </a:ln>
          </p:spPr>
        </p:cxnSp>
        <p:cxnSp>
          <p:nvCxnSpPr>
            <p:cNvPr id="813" name="Google Shape;813;p7"/>
            <p:cNvCxnSpPr/>
            <p:nvPr/>
          </p:nvCxnSpPr>
          <p:spPr>
            <a:xfrm>
              <a:off x="3003" y="1374"/>
              <a:ext cx="435" cy="3"/>
            </a:xfrm>
            <a:prstGeom prst="straightConnector1">
              <a:avLst/>
            </a:prstGeom>
            <a:noFill/>
            <a:ln w="12700" cap="flat" cmpd="sng">
              <a:solidFill>
                <a:schemeClr val="dk1"/>
              </a:solidFill>
              <a:prstDash val="solid"/>
              <a:round/>
              <a:headEnd type="none" w="sm" len="sm"/>
              <a:tailEnd type="none" w="sm" len="sm"/>
            </a:ln>
          </p:spPr>
        </p:cxnSp>
        <p:cxnSp>
          <p:nvCxnSpPr>
            <p:cNvPr id="814" name="Google Shape;814;p7"/>
            <p:cNvCxnSpPr/>
            <p:nvPr/>
          </p:nvCxnSpPr>
          <p:spPr>
            <a:xfrm>
              <a:off x="3003" y="1092"/>
              <a:ext cx="435" cy="3"/>
            </a:xfrm>
            <a:prstGeom prst="straightConnector1">
              <a:avLst/>
            </a:prstGeom>
            <a:noFill/>
            <a:ln w="12700" cap="flat" cmpd="sng">
              <a:solidFill>
                <a:schemeClr val="dk1"/>
              </a:solidFill>
              <a:prstDash val="solid"/>
              <a:round/>
              <a:headEnd type="none" w="sm" len="sm"/>
              <a:tailEnd type="none" w="sm" len="sm"/>
            </a:ln>
          </p:spPr>
        </p:cxnSp>
      </p:grpSp>
      <p:cxnSp>
        <p:nvCxnSpPr>
          <p:cNvPr id="815" name="Google Shape;815;p7"/>
          <p:cNvCxnSpPr/>
          <p:nvPr/>
        </p:nvCxnSpPr>
        <p:spPr>
          <a:xfrm rot="5400000">
            <a:off x="8766548" y="5276195"/>
            <a:ext cx="6350" cy="1403350"/>
          </a:xfrm>
          <a:prstGeom prst="straightConnector1">
            <a:avLst/>
          </a:prstGeom>
          <a:noFill/>
          <a:ln w="12700" cap="flat" cmpd="sng">
            <a:solidFill>
              <a:schemeClr val="dk1"/>
            </a:solidFill>
            <a:prstDash val="solid"/>
            <a:round/>
            <a:headEnd type="none" w="sm" len="sm"/>
            <a:tailEnd type="none" w="sm" len="sm"/>
          </a:ln>
        </p:spPr>
      </p:cxnSp>
      <p:sp>
        <p:nvSpPr>
          <p:cNvPr id="816" name="Google Shape;816;p7"/>
          <p:cNvSpPr txBox="1"/>
          <p:nvPr/>
        </p:nvSpPr>
        <p:spPr>
          <a:xfrm>
            <a:off x="4062786" y="5219045"/>
            <a:ext cx="1497012"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strike="noStrike" cap="none">
                <a:solidFill>
                  <a:srgbClr val="FF0000"/>
                </a:solidFill>
                <a:latin typeface="Arial"/>
                <a:ea typeface="Arial"/>
                <a:cs typeface="Arial"/>
                <a:sym typeface="Arial"/>
              </a:rPr>
              <a:t>1. Send data</a:t>
            </a:r>
            <a:endParaRPr sz="2400" b="0" i="0" u="none" strike="noStrike" cap="none">
              <a:solidFill>
                <a:schemeClr val="dk1"/>
              </a:solidFill>
              <a:latin typeface="Times New Roman"/>
              <a:ea typeface="Times New Roman"/>
              <a:cs typeface="Times New Roman"/>
              <a:sym typeface="Times New Roman"/>
            </a:endParaRPr>
          </a:p>
        </p:txBody>
      </p:sp>
      <p:sp>
        <p:nvSpPr>
          <p:cNvPr id="817" name="Google Shape;817;p7"/>
          <p:cNvSpPr txBox="1"/>
          <p:nvPr/>
        </p:nvSpPr>
        <p:spPr>
          <a:xfrm>
            <a:off x="7682286" y="5285720"/>
            <a:ext cx="1806575"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strike="noStrike" cap="none">
                <a:solidFill>
                  <a:srgbClr val="FF0000"/>
                </a:solidFill>
                <a:latin typeface="Arial"/>
                <a:ea typeface="Arial"/>
                <a:cs typeface="Arial"/>
                <a:sym typeface="Arial"/>
              </a:rPr>
              <a:t>2. Receive data</a:t>
            </a:r>
            <a:endParaRPr sz="2400" b="0" i="0" u="none" strike="noStrike" cap="none">
              <a:solidFill>
                <a:schemeClr val="dk1"/>
              </a:solidFill>
              <a:latin typeface="Times New Roman"/>
              <a:ea typeface="Times New Roman"/>
              <a:cs typeface="Times New Roman"/>
              <a:sym typeface="Times New Roman"/>
            </a:endParaRPr>
          </a:p>
        </p:txBody>
      </p:sp>
      <p:sp>
        <p:nvSpPr>
          <p:cNvPr id="818" name="Google Shape;818;p7"/>
          <p:cNvSpPr/>
          <p:nvPr/>
        </p:nvSpPr>
        <p:spPr>
          <a:xfrm>
            <a:off x="4092948" y="5187295"/>
            <a:ext cx="304800" cy="657225"/>
          </a:xfrm>
          <a:custGeom>
            <a:avLst/>
            <a:gdLst/>
            <a:ahLst/>
            <a:cxnLst/>
            <a:rect l="l" t="t" r="r" b="b"/>
            <a:pathLst>
              <a:path w="192" h="414" extrusionOk="0">
                <a:moveTo>
                  <a:pt x="0" y="0"/>
                </a:moveTo>
                <a:lnTo>
                  <a:pt x="0" y="414"/>
                </a:lnTo>
                <a:lnTo>
                  <a:pt x="192" y="408"/>
                </a:lnTo>
              </a:path>
            </a:pathLst>
          </a:custGeom>
          <a:noFill/>
          <a:ln w="19050" cap="flat" cmpd="sng">
            <a:solidFill>
              <a:srgbClr val="FF000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819" name="Google Shape;819;p7"/>
          <p:cNvSpPr/>
          <p:nvPr/>
        </p:nvSpPr>
        <p:spPr>
          <a:xfrm>
            <a:off x="8726861" y="5630208"/>
            <a:ext cx="609600" cy="295275"/>
          </a:xfrm>
          <a:custGeom>
            <a:avLst/>
            <a:gdLst/>
            <a:ahLst/>
            <a:cxnLst/>
            <a:rect l="l" t="t" r="r" b="b"/>
            <a:pathLst>
              <a:path w="384" h="186" extrusionOk="0">
                <a:moveTo>
                  <a:pt x="0" y="186"/>
                </a:moveTo>
                <a:lnTo>
                  <a:pt x="384" y="186"/>
                </a:lnTo>
                <a:lnTo>
                  <a:pt x="384" y="0"/>
                </a:lnTo>
              </a:path>
            </a:pathLst>
          </a:custGeom>
          <a:noFill/>
          <a:ln w="19050" cap="flat" cmpd="sng">
            <a:solidFill>
              <a:srgbClr val="FF000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820" name="Google Shape;820;p7"/>
          <p:cNvGrpSpPr/>
          <p:nvPr/>
        </p:nvGrpSpPr>
        <p:grpSpPr>
          <a:xfrm>
            <a:off x="4450136" y="5625445"/>
            <a:ext cx="361950" cy="261938"/>
            <a:chOff x="1548" y="3723"/>
            <a:chExt cx="228" cy="165"/>
          </a:xfrm>
        </p:grpSpPr>
        <p:sp>
          <p:nvSpPr>
            <p:cNvPr id="821" name="Google Shape;821;p7"/>
            <p:cNvSpPr/>
            <p:nvPr/>
          </p:nvSpPr>
          <p:spPr>
            <a:xfrm>
              <a:off x="1563" y="3723"/>
              <a:ext cx="102"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2" name="Google Shape;822;p7"/>
            <p:cNvSpPr/>
            <p:nvPr/>
          </p:nvSpPr>
          <p:spPr>
            <a:xfrm>
              <a:off x="1548" y="3738"/>
              <a:ext cx="102"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23" name="Google Shape;823;p7"/>
            <p:cNvCxnSpPr/>
            <p:nvPr/>
          </p:nvCxnSpPr>
          <p:spPr>
            <a:xfrm>
              <a:off x="1650" y="3816"/>
              <a:ext cx="126" cy="0"/>
            </a:xfrm>
            <a:prstGeom prst="straightConnector1">
              <a:avLst/>
            </a:prstGeom>
            <a:noFill/>
            <a:ln w="9525" cap="flat" cmpd="sng">
              <a:solidFill>
                <a:schemeClr val="accent2"/>
              </a:solidFill>
              <a:prstDash val="solid"/>
              <a:round/>
              <a:headEnd type="none" w="sm" len="sm"/>
              <a:tailEnd type="triangle" w="med" len="med"/>
            </a:ln>
          </p:spPr>
        </p:cxnSp>
      </p:grpSp>
      <p:grpSp>
        <p:nvGrpSpPr>
          <p:cNvPr id="824" name="Google Shape;824;p7"/>
          <p:cNvGrpSpPr/>
          <p:nvPr/>
        </p:nvGrpSpPr>
        <p:grpSpPr>
          <a:xfrm>
            <a:off x="5240711" y="5350808"/>
            <a:ext cx="3024187" cy="1481137"/>
            <a:chOff x="2001" y="3199"/>
            <a:chExt cx="1905" cy="933"/>
          </a:xfrm>
        </p:grpSpPr>
        <p:sp>
          <p:nvSpPr>
            <p:cNvPr id="825" name="Google Shape;825;p7"/>
            <p:cNvSpPr/>
            <p:nvPr/>
          </p:nvSpPr>
          <p:spPr>
            <a:xfrm>
              <a:off x="2112" y="3199"/>
              <a:ext cx="1794" cy="933"/>
            </a:xfrm>
            <a:custGeom>
              <a:avLst/>
              <a:gdLst/>
              <a:ahLst/>
              <a:cxnLst/>
              <a:rect l="l" t="t" r="r" b="b"/>
              <a:pathLst>
                <a:path w="1794" h="933" extrusionOk="0">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826" name="Google Shape;826;p7"/>
            <p:cNvSpPr/>
            <p:nvPr/>
          </p:nvSpPr>
          <p:spPr>
            <a:xfrm>
              <a:off x="2514" y="3384"/>
              <a:ext cx="342" cy="186"/>
            </a:xfrm>
            <a:custGeom>
              <a:avLst/>
              <a:gdLst/>
              <a:ahLst/>
              <a:cxnLst/>
              <a:rect l="l" t="t" r="r" b="b"/>
              <a:pathLst>
                <a:path w="342" h="186" extrusionOk="0">
                  <a:moveTo>
                    <a:pt x="0" y="186"/>
                  </a:moveTo>
                  <a:lnTo>
                    <a:pt x="342"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827" name="Google Shape;827;p7"/>
            <p:cNvGrpSpPr/>
            <p:nvPr/>
          </p:nvGrpSpPr>
          <p:grpSpPr>
            <a:xfrm>
              <a:off x="2203" y="3494"/>
              <a:ext cx="316" cy="147"/>
              <a:chOff x="3600" y="219"/>
              <a:chExt cx="360" cy="175"/>
            </a:xfrm>
          </p:grpSpPr>
          <p:sp>
            <p:nvSpPr>
              <p:cNvPr id="828" name="Google Shape;828;p7"/>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29" name="Google Shape;829;p7"/>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830" name="Google Shape;830;p7"/>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831" name="Google Shape;831;p7"/>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32" name="Google Shape;832;p7"/>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833" name="Google Shape;833;p7"/>
              <p:cNvGrpSpPr/>
              <p:nvPr/>
            </p:nvGrpSpPr>
            <p:grpSpPr>
              <a:xfrm>
                <a:off x="3686" y="244"/>
                <a:ext cx="177" cy="66"/>
                <a:chOff x="2848" y="848"/>
                <a:chExt cx="140" cy="98"/>
              </a:xfrm>
            </p:grpSpPr>
            <p:cxnSp>
              <p:nvCxnSpPr>
                <p:cNvPr id="834" name="Google Shape;834;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35" name="Google Shape;835;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36" name="Google Shape;836;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837" name="Google Shape;837;p7"/>
              <p:cNvGrpSpPr/>
              <p:nvPr/>
            </p:nvGrpSpPr>
            <p:grpSpPr>
              <a:xfrm rot="10800000" flipH="1">
                <a:off x="3686" y="243"/>
                <a:ext cx="177" cy="66"/>
                <a:chOff x="2848" y="848"/>
                <a:chExt cx="140" cy="98"/>
              </a:xfrm>
            </p:grpSpPr>
            <p:cxnSp>
              <p:nvCxnSpPr>
                <p:cNvPr id="838" name="Google Shape;838;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39" name="Google Shape;839;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40" name="Google Shape;840;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841" name="Google Shape;841;p7"/>
            <p:cNvGrpSpPr/>
            <p:nvPr/>
          </p:nvGrpSpPr>
          <p:grpSpPr>
            <a:xfrm>
              <a:off x="2425" y="3896"/>
              <a:ext cx="316" cy="147"/>
              <a:chOff x="3600" y="219"/>
              <a:chExt cx="360" cy="175"/>
            </a:xfrm>
          </p:grpSpPr>
          <p:sp>
            <p:nvSpPr>
              <p:cNvPr id="842" name="Google Shape;842;p7"/>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43" name="Google Shape;843;p7"/>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844" name="Google Shape;844;p7"/>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845" name="Google Shape;845;p7"/>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46" name="Google Shape;846;p7"/>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847" name="Google Shape;847;p7"/>
              <p:cNvGrpSpPr/>
              <p:nvPr/>
            </p:nvGrpSpPr>
            <p:grpSpPr>
              <a:xfrm>
                <a:off x="3686" y="244"/>
                <a:ext cx="177" cy="66"/>
                <a:chOff x="2848" y="848"/>
                <a:chExt cx="140" cy="98"/>
              </a:xfrm>
            </p:grpSpPr>
            <p:cxnSp>
              <p:nvCxnSpPr>
                <p:cNvPr id="848" name="Google Shape;848;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49" name="Google Shape;849;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50" name="Google Shape;850;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851" name="Google Shape;851;p7"/>
              <p:cNvGrpSpPr/>
              <p:nvPr/>
            </p:nvGrpSpPr>
            <p:grpSpPr>
              <a:xfrm rot="10800000" flipH="1">
                <a:off x="3686" y="243"/>
                <a:ext cx="177" cy="66"/>
                <a:chOff x="2848" y="848"/>
                <a:chExt cx="140" cy="98"/>
              </a:xfrm>
            </p:grpSpPr>
            <p:cxnSp>
              <p:nvCxnSpPr>
                <p:cNvPr id="852" name="Google Shape;852;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53" name="Google Shape;853;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54" name="Google Shape;854;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855" name="Google Shape;855;p7"/>
            <p:cNvGrpSpPr/>
            <p:nvPr/>
          </p:nvGrpSpPr>
          <p:grpSpPr>
            <a:xfrm>
              <a:off x="2850" y="3302"/>
              <a:ext cx="316" cy="147"/>
              <a:chOff x="3600" y="219"/>
              <a:chExt cx="360" cy="175"/>
            </a:xfrm>
          </p:grpSpPr>
          <p:sp>
            <p:nvSpPr>
              <p:cNvPr id="856" name="Google Shape;856;p7"/>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57" name="Google Shape;857;p7"/>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858" name="Google Shape;858;p7"/>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859" name="Google Shape;859;p7"/>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60" name="Google Shape;860;p7"/>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861" name="Google Shape;861;p7"/>
              <p:cNvGrpSpPr/>
              <p:nvPr/>
            </p:nvGrpSpPr>
            <p:grpSpPr>
              <a:xfrm>
                <a:off x="3686" y="244"/>
                <a:ext cx="177" cy="66"/>
                <a:chOff x="2848" y="848"/>
                <a:chExt cx="140" cy="98"/>
              </a:xfrm>
            </p:grpSpPr>
            <p:cxnSp>
              <p:nvCxnSpPr>
                <p:cNvPr id="862" name="Google Shape;862;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63" name="Google Shape;863;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64" name="Google Shape;864;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865" name="Google Shape;865;p7"/>
              <p:cNvGrpSpPr/>
              <p:nvPr/>
            </p:nvGrpSpPr>
            <p:grpSpPr>
              <a:xfrm rot="10800000" flipH="1">
                <a:off x="3686" y="243"/>
                <a:ext cx="177" cy="66"/>
                <a:chOff x="2848" y="848"/>
                <a:chExt cx="140" cy="98"/>
              </a:xfrm>
            </p:grpSpPr>
            <p:cxnSp>
              <p:nvCxnSpPr>
                <p:cNvPr id="866" name="Google Shape;866;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67" name="Google Shape;867;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68" name="Google Shape;868;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869" name="Google Shape;869;p7"/>
            <p:cNvGrpSpPr/>
            <p:nvPr/>
          </p:nvGrpSpPr>
          <p:grpSpPr>
            <a:xfrm>
              <a:off x="2801" y="3721"/>
              <a:ext cx="315" cy="147"/>
              <a:chOff x="3600" y="219"/>
              <a:chExt cx="360" cy="175"/>
            </a:xfrm>
          </p:grpSpPr>
          <p:sp>
            <p:nvSpPr>
              <p:cNvPr id="870" name="Google Shape;870;p7"/>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71" name="Google Shape;871;p7"/>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872" name="Google Shape;872;p7"/>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873" name="Google Shape;873;p7"/>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74" name="Google Shape;874;p7"/>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875" name="Google Shape;875;p7"/>
              <p:cNvGrpSpPr/>
              <p:nvPr/>
            </p:nvGrpSpPr>
            <p:grpSpPr>
              <a:xfrm>
                <a:off x="3686" y="244"/>
                <a:ext cx="177" cy="66"/>
                <a:chOff x="2848" y="848"/>
                <a:chExt cx="140" cy="98"/>
              </a:xfrm>
            </p:grpSpPr>
            <p:cxnSp>
              <p:nvCxnSpPr>
                <p:cNvPr id="876" name="Google Shape;876;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77" name="Google Shape;877;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78" name="Google Shape;878;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879" name="Google Shape;879;p7"/>
              <p:cNvGrpSpPr/>
              <p:nvPr/>
            </p:nvGrpSpPr>
            <p:grpSpPr>
              <a:xfrm rot="10800000" flipH="1">
                <a:off x="3686" y="243"/>
                <a:ext cx="177" cy="66"/>
                <a:chOff x="2848" y="848"/>
                <a:chExt cx="140" cy="98"/>
              </a:xfrm>
            </p:grpSpPr>
            <p:cxnSp>
              <p:nvCxnSpPr>
                <p:cNvPr id="880" name="Google Shape;880;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81" name="Google Shape;881;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82" name="Google Shape;882;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883" name="Google Shape;883;p7"/>
            <p:cNvGrpSpPr/>
            <p:nvPr/>
          </p:nvGrpSpPr>
          <p:grpSpPr>
            <a:xfrm>
              <a:off x="3201" y="3908"/>
              <a:ext cx="316" cy="147"/>
              <a:chOff x="3600" y="219"/>
              <a:chExt cx="360" cy="175"/>
            </a:xfrm>
          </p:grpSpPr>
          <p:sp>
            <p:nvSpPr>
              <p:cNvPr id="884" name="Google Shape;884;p7"/>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85" name="Google Shape;885;p7"/>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886" name="Google Shape;886;p7"/>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887" name="Google Shape;887;p7"/>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88" name="Google Shape;888;p7"/>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889" name="Google Shape;889;p7"/>
              <p:cNvGrpSpPr/>
              <p:nvPr/>
            </p:nvGrpSpPr>
            <p:grpSpPr>
              <a:xfrm>
                <a:off x="3686" y="244"/>
                <a:ext cx="177" cy="66"/>
                <a:chOff x="2848" y="848"/>
                <a:chExt cx="140" cy="98"/>
              </a:xfrm>
            </p:grpSpPr>
            <p:cxnSp>
              <p:nvCxnSpPr>
                <p:cNvPr id="890" name="Google Shape;890;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91" name="Google Shape;891;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92" name="Google Shape;892;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893" name="Google Shape;893;p7"/>
              <p:cNvGrpSpPr/>
              <p:nvPr/>
            </p:nvGrpSpPr>
            <p:grpSpPr>
              <a:xfrm rot="10800000" flipH="1">
                <a:off x="3686" y="243"/>
                <a:ext cx="177" cy="66"/>
                <a:chOff x="2848" y="848"/>
                <a:chExt cx="140" cy="98"/>
              </a:xfrm>
            </p:grpSpPr>
            <p:cxnSp>
              <p:nvCxnSpPr>
                <p:cNvPr id="894" name="Google Shape;894;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895" name="Google Shape;895;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896" name="Google Shape;896;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897" name="Google Shape;897;p7"/>
            <p:cNvGrpSpPr/>
            <p:nvPr/>
          </p:nvGrpSpPr>
          <p:grpSpPr>
            <a:xfrm>
              <a:off x="3481" y="3495"/>
              <a:ext cx="316" cy="147"/>
              <a:chOff x="3600" y="219"/>
              <a:chExt cx="360" cy="175"/>
            </a:xfrm>
          </p:grpSpPr>
          <p:sp>
            <p:nvSpPr>
              <p:cNvPr id="898" name="Google Shape;898;p7"/>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899" name="Google Shape;899;p7"/>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900" name="Google Shape;900;p7"/>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901" name="Google Shape;901;p7"/>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902" name="Google Shape;902;p7"/>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903" name="Google Shape;903;p7"/>
              <p:cNvGrpSpPr/>
              <p:nvPr/>
            </p:nvGrpSpPr>
            <p:grpSpPr>
              <a:xfrm>
                <a:off x="3686" y="244"/>
                <a:ext cx="177" cy="66"/>
                <a:chOff x="2848" y="848"/>
                <a:chExt cx="140" cy="98"/>
              </a:xfrm>
            </p:grpSpPr>
            <p:cxnSp>
              <p:nvCxnSpPr>
                <p:cNvPr id="904" name="Google Shape;904;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05" name="Google Shape;905;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06" name="Google Shape;906;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907" name="Google Shape;907;p7"/>
              <p:cNvGrpSpPr/>
              <p:nvPr/>
            </p:nvGrpSpPr>
            <p:grpSpPr>
              <a:xfrm rot="10800000" flipH="1">
                <a:off x="3686" y="243"/>
                <a:ext cx="177" cy="66"/>
                <a:chOff x="2848" y="848"/>
                <a:chExt cx="140" cy="98"/>
              </a:xfrm>
            </p:grpSpPr>
            <p:cxnSp>
              <p:nvCxnSpPr>
                <p:cNvPr id="908" name="Google Shape;908;p7"/>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09" name="Google Shape;909;p7"/>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10" name="Google Shape;910;p7"/>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sp>
          <p:nvSpPr>
            <p:cNvPr id="911" name="Google Shape;911;p7"/>
            <p:cNvSpPr/>
            <p:nvPr/>
          </p:nvSpPr>
          <p:spPr>
            <a:xfrm>
              <a:off x="3170" y="3380"/>
              <a:ext cx="318" cy="194"/>
            </a:xfrm>
            <a:custGeom>
              <a:avLst/>
              <a:gdLst/>
              <a:ahLst/>
              <a:cxnLst/>
              <a:rect l="l" t="t" r="r" b="b"/>
              <a:pathLst>
                <a:path w="318" h="194" extrusionOk="0">
                  <a:moveTo>
                    <a:pt x="0" y="0"/>
                  </a:moveTo>
                  <a:lnTo>
                    <a:pt x="318" y="19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912" name="Google Shape;912;p7"/>
            <p:cNvSpPr/>
            <p:nvPr/>
          </p:nvSpPr>
          <p:spPr>
            <a:xfrm>
              <a:off x="2499" y="3627"/>
              <a:ext cx="303" cy="150"/>
            </a:xfrm>
            <a:custGeom>
              <a:avLst/>
              <a:gdLst/>
              <a:ahLst/>
              <a:cxnLst/>
              <a:rect l="l" t="t" r="r" b="b"/>
              <a:pathLst>
                <a:path w="294" h="174" extrusionOk="0">
                  <a:moveTo>
                    <a:pt x="0" y="0"/>
                  </a:moveTo>
                  <a:lnTo>
                    <a:pt x="294" y="17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913" name="Google Shape;913;p7"/>
            <p:cNvSpPr/>
            <p:nvPr/>
          </p:nvSpPr>
          <p:spPr>
            <a:xfrm>
              <a:off x="3096" y="3612"/>
              <a:ext cx="396" cy="156"/>
            </a:xfrm>
            <a:custGeom>
              <a:avLst/>
              <a:gdLst/>
              <a:ahLst/>
              <a:cxnLst/>
              <a:rect l="l" t="t" r="r" b="b"/>
              <a:pathLst>
                <a:path w="378" h="174" extrusionOk="0">
                  <a:moveTo>
                    <a:pt x="0" y="174"/>
                  </a:moveTo>
                  <a:lnTo>
                    <a:pt x="378"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914" name="Google Shape;914;p7"/>
            <p:cNvSpPr/>
            <p:nvPr/>
          </p:nvSpPr>
          <p:spPr>
            <a:xfrm>
              <a:off x="3516" y="3646"/>
              <a:ext cx="130" cy="320"/>
            </a:xfrm>
            <a:custGeom>
              <a:avLst/>
              <a:gdLst/>
              <a:ahLst/>
              <a:cxnLst/>
              <a:rect l="l" t="t" r="r" b="b"/>
              <a:pathLst>
                <a:path w="118" h="500" extrusionOk="0">
                  <a:moveTo>
                    <a:pt x="0" y="500"/>
                  </a:moveTo>
                  <a:lnTo>
                    <a:pt x="118"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915" name="Google Shape;915;p7"/>
            <p:cNvSpPr/>
            <p:nvPr/>
          </p:nvSpPr>
          <p:spPr>
            <a:xfrm>
              <a:off x="2738" y="3982"/>
              <a:ext cx="464" cy="47"/>
            </a:xfrm>
            <a:custGeom>
              <a:avLst/>
              <a:gdLst/>
              <a:ahLst/>
              <a:cxnLst/>
              <a:rect l="l" t="t" r="r" b="b"/>
              <a:pathLst>
                <a:path w="370" h="32" extrusionOk="0">
                  <a:moveTo>
                    <a:pt x="370" y="32"/>
                  </a:moveTo>
                  <a:lnTo>
                    <a:pt x="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916" name="Google Shape;916;p7"/>
            <p:cNvSpPr/>
            <p:nvPr/>
          </p:nvSpPr>
          <p:spPr>
            <a:xfrm>
              <a:off x="2400" y="3642"/>
              <a:ext cx="122" cy="268"/>
            </a:xfrm>
            <a:custGeom>
              <a:avLst/>
              <a:gdLst/>
              <a:ahLst/>
              <a:cxnLst/>
              <a:rect l="l" t="t" r="r" b="b"/>
              <a:pathLst>
                <a:path w="176" h="412" extrusionOk="0">
                  <a:moveTo>
                    <a:pt x="162" y="408"/>
                  </a:moveTo>
                  <a:lnTo>
                    <a:pt x="176" y="412"/>
                  </a:lnTo>
                  <a:lnTo>
                    <a:pt x="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917" name="Google Shape;917;p7"/>
            <p:cNvGrpSpPr/>
            <p:nvPr/>
          </p:nvGrpSpPr>
          <p:grpSpPr>
            <a:xfrm>
              <a:off x="2001" y="3375"/>
              <a:ext cx="228" cy="165"/>
              <a:chOff x="1548" y="3723"/>
              <a:chExt cx="228" cy="165"/>
            </a:xfrm>
          </p:grpSpPr>
          <p:sp>
            <p:nvSpPr>
              <p:cNvPr id="918" name="Google Shape;918;p7"/>
              <p:cNvSpPr/>
              <p:nvPr/>
            </p:nvSpPr>
            <p:spPr>
              <a:xfrm>
                <a:off x="1563" y="3723"/>
                <a:ext cx="102"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9" name="Google Shape;919;p7"/>
              <p:cNvSpPr/>
              <p:nvPr/>
            </p:nvSpPr>
            <p:spPr>
              <a:xfrm>
                <a:off x="1548" y="3738"/>
                <a:ext cx="102"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20" name="Google Shape;920;p7"/>
              <p:cNvCxnSpPr/>
              <p:nvPr/>
            </p:nvCxnSpPr>
            <p:spPr>
              <a:xfrm>
                <a:off x="1650" y="3816"/>
                <a:ext cx="126" cy="0"/>
              </a:xfrm>
              <a:prstGeom prst="straightConnector1">
                <a:avLst/>
              </a:prstGeom>
              <a:noFill/>
              <a:ln w="9525" cap="flat" cmpd="sng">
                <a:solidFill>
                  <a:schemeClr val="accent2"/>
                </a:solidFill>
                <a:prstDash val="solid"/>
                <a:round/>
                <a:headEnd type="none" w="sm" len="sm"/>
                <a:tailEnd type="triangle" w="med" len="med"/>
              </a:ln>
            </p:spPr>
          </p:cxnSp>
        </p:grpSp>
        <p:grpSp>
          <p:nvGrpSpPr>
            <p:cNvPr id="921" name="Google Shape;921;p7"/>
            <p:cNvGrpSpPr/>
            <p:nvPr/>
          </p:nvGrpSpPr>
          <p:grpSpPr>
            <a:xfrm>
              <a:off x="3180" y="3306"/>
              <a:ext cx="228" cy="165"/>
              <a:chOff x="1548" y="3723"/>
              <a:chExt cx="228" cy="165"/>
            </a:xfrm>
          </p:grpSpPr>
          <p:sp>
            <p:nvSpPr>
              <p:cNvPr id="922" name="Google Shape;922;p7"/>
              <p:cNvSpPr/>
              <p:nvPr/>
            </p:nvSpPr>
            <p:spPr>
              <a:xfrm>
                <a:off x="1563" y="3723"/>
                <a:ext cx="102"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3" name="Google Shape;923;p7"/>
              <p:cNvSpPr/>
              <p:nvPr/>
            </p:nvSpPr>
            <p:spPr>
              <a:xfrm>
                <a:off x="1548" y="3738"/>
                <a:ext cx="102"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24" name="Google Shape;924;p7"/>
              <p:cNvCxnSpPr/>
              <p:nvPr/>
            </p:nvCxnSpPr>
            <p:spPr>
              <a:xfrm>
                <a:off x="1650" y="3816"/>
                <a:ext cx="126" cy="0"/>
              </a:xfrm>
              <a:prstGeom prst="straightConnector1">
                <a:avLst/>
              </a:prstGeom>
              <a:noFill/>
              <a:ln w="9525" cap="flat" cmpd="sng">
                <a:solidFill>
                  <a:schemeClr val="accent2"/>
                </a:solidFill>
                <a:prstDash val="solid"/>
                <a:round/>
                <a:headEnd type="none" w="sm" len="sm"/>
                <a:tailEnd type="triangle" w="med" len="med"/>
              </a:ln>
            </p:spPr>
          </p:cxnSp>
        </p:grpSp>
        <p:grpSp>
          <p:nvGrpSpPr>
            <p:cNvPr id="925" name="Google Shape;925;p7"/>
            <p:cNvGrpSpPr/>
            <p:nvPr/>
          </p:nvGrpSpPr>
          <p:grpSpPr>
            <a:xfrm>
              <a:off x="2850" y="3897"/>
              <a:ext cx="228" cy="165"/>
              <a:chOff x="1548" y="3723"/>
              <a:chExt cx="228" cy="165"/>
            </a:xfrm>
          </p:grpSpPr>
          <p:sp>
            <p:nvSpPr>
              <p:cNvPr id="926" name="Google Shape;926;p7"/>
              <p:cNvSpPr/>
              <p:nvPr/>
            </p:nvSpPr>
            <p:spPr>
              <a:xfrm>
                <a:off x="1563" y="3723"/>
                <a:ext cx="102"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7" name="Google Shape;927;p7"/>
              <p:cNvSpPr/>
              <p:nvPr/>
            </p:nvSpPr>
            <p:spPr>
              <a:xfrm>
                <a:off x="1548" y="3738"/>
                <a:ext cx="102"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28" name="Google Shape;928;p7"/>
              <p:cNvCxnSpPr/>
              <p:nvPr/>
            </p:nvCxnSpPr>
            <p:spPr>
              <a:xfrm>
                <a:off x="1650" y="3816"/>
                <a:ext cx="126" cy="0"/>
              </a:xfrm>
              <a:prstGeom prst="straightConnector1">
                <a:avLst/>
              </a:prstGeom>
              <a:noFill/>
              <a:ln w="9525" cap="flat" cmpd="sng">
                <a:solidFill>
                  <a:schemeClr val="accent2"/>
                </a:solidFill>
                <a:prstDash val="solid"/>
                <a:round/>
                <a:headEnd type="none" w="sm" len="sm"/>
                <a:tailEnd type="triangle" w="med" len="med"/>
              </a:ln>
            </p:spPr>
          </p:cxnSp>
        </p:grpSp>
        <p:grpSp>
          <p:nvGrpSpPr>
            <p:cNvPr id="929" name="Google Shape;929;p7"/>
            <p:cNvGrpSpPr/>
            <p:nvPr/>
          </p:nvGrpSpPr>
          <p:grpSpPr>
            <a:xfrm>
              <a:off x="2586" y="3597"/>
              <a:ext cx="228" cy="165"/>
              <a:chOff x="1548" y="3723"/>
              <a:chExt cx="228" cy="165"/>
            </a:xfrm>
          </p:grpSpPr>
          <p:sp>
            <p:nvSpPr>
              <p:cNvPr id="930" name="Google Shape;930;p7"/>
              <p:cNvSpPr/>
              <p:nvPr/>
            </p:nvSpPr>
            <p:spPr>
              <a:xfrm>
                <a:off x="1563" y="3723"/>
                <a:ext cx="102"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1" name="Google Shape;931;p7"/>
              <p:cNvSpPr/>
              <p:nvPr/>
            </p:nvSpPr>
            <p:spPr>
              <a:xfrm>
                <a:off x="1548" y="3738"/>
                <a:ext cx="102"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32" name="Google Shape;932;p7"/>
              <p:cNvCxnSpPr/>
              <p:nvPr/>
            </p:nvCxnSpPr>
            <p:spPr>
              <a:xfrm>
                <a:off x="1650" y="3816"/>
                <a:ext cx="126" cy="0"/>
              </a:xfrm>
              <a:prstGeom prst="straightConnector1">
                <a:avLst/>
              </a:prstGeom>
              <a:noFill/>
              <a:ln w="9525" cap="flat" cmpd="sng">
                <a:solidFill>
                  <a:schemeClr val="accent2"/>
                </a:solidFill>
                <a:prstDash val="solid"/>
                <a:round/>
                <a:headEnd type="none" w="sm" len="sm"/>
                <a:tailEnd type="triangle" w="med" len="med"/>
              </a:ln>
            </p:spPr>
          </p:cxnSp>
        </p:grpSp>
      </p:grpSp>
      <p:grpSp>
        <p:nvGrpSpPr>
          <p:cNvPr id="933" name="Google Shape;933;p7"/>
          <p:cNvGrpSpPr/>
          <p:nvPr/>
        </p:nvGrpSpPr>
        <p:grpSpPr>
          <a:xfrm>
            <a:off x="8522073" y="5706408"/>
            <a:ext cx="361950" cy="261937"/>
            <a:chOff x="1548" y="3723"/>
            <a:chExt cx="228" cy="165"/>
          </a:xfrm>
        </p:grpSpPr>
        <p:sp>
          <p:nvSpPr>
            <p:cNvPr id="934" name="Google Shape;934;p7"/>
            <p:cNvSpPr/>
            <p:nvPr/>
          </p:nvSpPr>
          <p:spPr>
            <a:xfrm>
              <a:off x="1563" y="3723"/>
              <a:ext cx="102"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5" name="Google Shape;935;p7"/>
            <p:cNvSpPr/>
            <p:nvPr/>
          </p:nvSpPr>
          <p:spPr>
            <a:xfrm>
              <a:off x="1548" y="3738"/>
              <a:ext cx="102"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36" name="Google Shape;936;p7"/>
            <p:cNvCxnSpPr/>
            <p:nvPr/>
          </p:nvCxnSpPr>
          <p:spPr>
            <a:xfrm>
              <a:off x="1650" y="3816"/>
              <a:ext cx="126" cy="0"/>
            </a:xfrm>
            <a:prstGeom prst="straightConnector1">
              <a:avLst/>
            </a:prstGeom>
            <a:noFill/>
            <a:ln w="9525" cap="flat" cmpd="sng">
              <a:solidFill>
                <a:schemeClr val="accent2"/>
              </a:solidFill>
              <a:prstDash val="solid"/>
              <a:round/>
              <a:headEnd type="none" w="sm" len="sm"/>
              <a:tailEnd type="triangle" w="med" len="med"/>
            </a:ln>
          </p:spPr>
        </p:cxnSp>
      </p:grpSp>
      <p:pic>
        <p:nvPicPr>
          <p:cNvPr id="937" name="Google Shape;937;p7"/>
          <p:cNvPicPr preferRelativeResize="0"/>
          <p:nvPr/>
        </p:nvPicPr>
        <p:blipFill rotWithShape="1">
          <a:blip r:embed="rId5">
            <a:alphaModFix/>
          </a:blip>
          <a:srcRect/>
          <a:stretch/>
        </p:blipFill>
        <p:spPr>
          <a:xfrm>
            <a:off x="0" y="0"/>
            <a:ext cx="0" cy="0"/>
          </a:xfrm>
          <a:prstGeom prst="rect">
            <a:avLst/>
          </a:prstGeom>
          <a:noFill/>
          <a:ln>
            <a:noFill/>
          </a:ln>
        </p:spPr>
      </p:pic>
      <p:pic>
        <p:nvPicPr>
          <p:cNvPr id="938" name="Google Shape;938;p7" descr="rId1"/>
          <p:cNvPicPr preferRelativeResize="0"/>
          <p:nvPr/>
        </p:nvPicPr>
        <p:blipFill rotWithShape="1">
          <a:blip r:embed="rId5">
            <a:alphaModFix/>
          </a:blip>
          <a:srcRect/>
          <a:stretch/>
        </p:blipFill>
        <p:spPr>
          <a:xfrm>
            <a:off x="0" y="0"/>
            <a:ext cx="0" cy="0"/>
          </a:xfrm>
          <a:prstGeom prst="rect">
            <a:avLst/>
          </a:prstGeom>
          <a:noFill/>
          <a:ln>
            <a:noFill/>
          </a:ln>
        </p:spPr>
      </p:pic>
      <p:sp>
        <p:nvSpPr>
          <p:cNvPr id="939" name="Google Shape;939;p7"/>
          <p:cNvSpPr txBox="1"/>
          <p:nvPr/>
        </p:nvSpPr>
        <p:spPr>
          <a:xfrm>
            <a:off x="1253159" y="967145"/>
            <a:ext cx="10518276" cy="3046988"/>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70C0"/>
              </a:buClr>
              <a:buSzPts val="4800"/>
              <a:buFont typeface="Arial"/>
              <a:buChar char="•"/>
            </a:pPr>
            <a:r>
              <a:rPr lang="en-US" sz="2400" b="1" i="0" u="none" strike="noStrike" cap="none">
                <a:solidFill>
                  <a:srgbClr val="7D28CD"/>
                </a:solidFill>
                <a:latin typeface="Corbel"/>
                <a:ea typeface="Corbel"/>
                <a:cs typeface="Corbel"/>
                <a:sym typeface="Corbel"/>
              </a:rPr>
              <a:t>No Call Setup</a:t>
            </a:r>
            <a:r>
              <a:rPr lang="en-US" sz="2400" b="0" i="0" u="none" strike="noStrike" cap="none">
                <a:solidFill>
                  <a:srgbClr val="7D28CD"/>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rbel"/>
                <a:ea typeface="Corbel"/>
                <a:cs typeface="Corbel"/>
                <a:sym typeface="Corbel"/>
              </a:rPr>
              <a:t>	Devices can send data immediately without establishing a connection.</a:t>
            </a:r>
            <a:endParaRPr sz="2400" b="1" i="0" u="none" strike="noStrike" cap="none">
              <a:solidFill>
                <a:srgbClr val="000000"/>
              </a:solidFill>
              <a:latin typeface="Corbel"/>
              <a:ea typeface="Corbel"/>
              <a:cs typeface="Corbel"/>
              <a:sym typeface="Corbel"/>
            </a:endParaRPr>
          </a:p>
          <a:p>
            <a:pPr marL="342900" marR="0" lvl="0" indent="-342900" algn="l" rtl="0">
              <a:lnSpc>
                <a:spcPct val="100000"/>
              </a:lnSpc>
              <a:spcBef>
                <a:spcPts val="0"/>
              </a:spcBef>
              <a:spcAft>
                <a:spcPts val="0"/>
              </a:spcAft>
              <a:buClr>
                <a:srgbClr val="0070C0"/>
              </a:buClr>
              <a:buSzPts val="4800"/>
              <a:buFont typeface="Arial"/>
              <a:buChar char="•"/>
            </a:pPr>
            <a:r>
              <a:rPr lang="en-US" sz="2400" b="1" i="0" u="none" strike="noStrike" cap="none">
                <a:solidFill>
                  <a:srgbClr val="7D28CD"/>
                </a:solidFill>
                <a:latin typeface="Corbel"/>
                <a:ea typeface="Corbel"/>
                <a:cs typeface="Corbel"/>
                <a:sym typeface="Corbel"/>
              </a:rPr>
              <a:t>Stateless Routers</a:t>
            </a:r>
            <a:r>
              <a:rPr lang="en-US" sz="2400" b="0" i="0" u="none" strike="noStrike" cap="none">
                <a:solidFill>
                  <a:srgbClr val="7D28CD"/>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rbel"/>
                <a:ea typeface="Corbel"/>
                <a:cs typeface="Corbel"/>
                <a:sym typeface="Corbel"/>
              </a:rPr>
              <a:t>	Routers forward packets independently based on their destination IP 	address.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70C0"/>
              </a:buClr>
              <a:buSzPts val="4800"/>
              <a:buFont typeface="Arial"/>
              <a:buChar char="•"/>
            </a:pPr>
            <a:r>
              <a:rPr lang="en-US" sz="2400" b="1" i="0" u="none" strike="noStrike" cap="none">
                <a:solidFill>
                  <a:srgbClr val="7D28CD"/>
                </a:solidFill>
                <a:latin typeface="Corbel"/>
                <a:ea typeface="Corbel"/>
                <a:cs typeface="Corbel"/>
                <a:sym typeface="Corbel"/>
              </a:rPr>
              <a:t>Packet Forwarding</a:t>
            </a:r>
            <a:r>
              <a:rPr lang="en-US" sz="2400" b="0" i="0" u="none" strike="noStrike" cap="none">
                <a:solidFill>
                  <a:srgbClr val="7D28CD"/>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rbel"/>
                <a:ea typeface="Corbel"/>
                <a:cs typeface="Corbel"/>
                <a:sym typeface="Corbel"/>
              </a:rPr>
              <a:t>	Packets from the same source may take different paths to reach the 	destination.</a:t>
            </a:r>
            <a:endParaRPr sz="1400" b="0" i="0" u="none" strike="noStrike" cap="none">
              <a:solidFill>
                <a:srgbClr val="000000"/>
              </a:solidFill>
              <a:latin typeface="Corbel"/>
              <a:ea typeface="Corbel"/>
              <a:cs typeface="Corbel"/>
              <a:sym typeface="Corbel"/>
            </a:endParaRPr>
          </a:p>
        </p:txBody>
      </p:sp>
      <p:pic>
        <p:nvPicPr>
          <p:cNvPr id="940" name="Google Shape;940;p7"/>
          <p:cNvPicPr preferRelativeResize="0"/>
          <p:nvPr/>
        </p:nvPicPr>
        <p:blipFill rotWithShape="1">
          <a:blip r:embed="rId5">
            <a:alphaModFix/>
          </a:blip>
          <a:srcRect/>
          <a:stretch/>
        </p:blipFill>
        <p:spPr>
          <a:xfrm>
            <a:off x="0" y="0"/>
            <a:ext cx="0" cy="0"/>
          </a:xfrm>
          <a:prstGeom prst="rect">
            <a:avLst/>
          </a:prstGeom>
          <a:noFill/>
          <a:ln>
            <a:noFill/>
          </a:ln>
        </p:spPr>
      </p:pic>
      <p:pic>
        <p:nvPicPr>
          <p:cNvPr id="941" name="Google Shape;941;p7" descr="rId1"/>
          <p:cNvPicPr preferRelativeResize="0"/>
          <p:nvPr/>
        </p:nvPicPr>
        <p:blipFill rotWithShape="1">
          <a:blip r:embed="rId5">
            <a:alphaModFix/>
          </a:blip>
          <a:srcRect/>
          <a:stretch/>
        </p:blipFill>
        <p:spPr>
          <a:xfrm>
            <a:off x="0" y="0"/>
            <a:ext cx="0" cy="0"/>
          </a:xfrm>
          <a:prstGeom prst="rect">
            <a:avLst/>
          </a:prstGeom>
          <a:noFill/>
          <a:ln>
            <a:noFill/>
          </a:ln>
        </p:spPr>
      </p:pic>
      <p:pic>
        <p:nvPicPr>
          <p:cNvPr id="1026" name="Picture 2">
            <a:extLst>
              <a:ext uri="{FF2B5EF4-FFF2-40B4-BE49-F238E27FC236}">
                <a16:creationId xmlns:a16="http://schemas.microsoft.com/office/drawing/2014/main" id="{C70DCA53-6F98-42DF-8A11-47D3632DEC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16"/>
                                        </p:tgtEl>
                                        <p:attrNameLst>
                                          <p:attrName>style.visibility</p:attrName>
                                        </p:attrNameLst>
                                      </p:cBhvr>
                                      <p:to>
                                        <p:strVal val="visible"/>
                                      </p:to>
                                    </p:set>
                                    <p:animEffect transition="in" filter="fade">
                                      <p:cBhvr>
                                        <p:cTn id="11" dur="500"/>
                                        <p:tgtEl>
                                          <p:spTgt spid="816"/>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817"/>
                                        </p:tgtEl>
                                        <p:attrNameLst>
                                          <p:attrName>style.visibility</p:attrName>
                                        </p:attrNameLst>
                                      </p:cBhvr>
                                      <p:to>
                                        <p:strVal val="visible"/>
                                      </p:to>
                                    </p:set>
                                    <p:animEffect transition="in" filter="fade">
                                      <p:cBhvr>
                                        <p:cTn id="15" dur="500"/>
                                        <p:tgtEl>
                                          <p:spTgt spid="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8"/>
          <p:cNvSpPr txBox="1">
            <a:spLocks noGrp="1"/>
          </p:cNvSpPr>
          <p:nvPr>
            <p:ph type="title"/>
          </p:nvPr>
        </p:nvSpPr>
        <p:spPr>
          <a:xfrm>
            <a:off x="1519376" y="154620"/>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Virtual Circuits: Signaling Protocols</a:t>
            </a:r>
            <a:endParaRPr/>
          </a:p>
        </p:txBody>
      </p:sp>
      <p:pic>
        <p:nvPicPr>
          <p:cNvPr id="947" name="Google Shape;947;p8"/>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948" name="Google Shape;948;p8"/>
          <p:cNvSpPr/>
          <p:nvPr/>
        </p:nvSpPr>
        <p:spPr>
          <a:xfrm>
            <a:off x="5180532" y="4880989"/>
            <a:ext cx="2847975" cy="1481137"/>
          </a:xfrm>
          <a:custGeom>
            <a:avLst/>
            <a:gdLst/>
            <a:ahLst/>
            <a:cxnLst/>
            <a:rect l="l" t="t" r="r" b="b"/>
            <a:pathLst>
              <a:path w="1794" h="933" extrusionOk="0">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cxnSp>
        <p:nvCxnSpPr>
          <p:cNvPr id="949" name="Google Shape;949;p8"/>
          <p:cNvCxnSpPr/>
          <p:nvPr/>
        </p:nvCxnSpPr>
        <p:spPr>
          <a:xfrm rot="-5400000" flipH="1">
            <a:off x="4534420" y="4623813"/>
            <a:ext cx="6350" cy="1577975"/>
          </a:xfrm>
          <a:prstGeom prst="straightConnector1">
            <a:avLst/>
          </a:prstGeom>
          <a:noFill/>
          <a:ln w="12700" cap="flat" cmpd="sng">
            <a:solidFill>
              <a:schemeClr val="dk1"/>
            </a:solidFill>
            <a:prstDash val="solid"/>
            <a:round/>
            <a:headEnd type="none" w="sm" len="sm"/>
            <a:tailEnd type="none" w="sm" len="sm"/>
          </a:ln>
        </p:spPr>
      </p:cxnSp>
      <p:sp>
        <p:nvSpPr>
          <p:cNvPr id="950" name="Google Shape;950;p8"/>
          <p:cNvSpPr/>
          <p:nvPr/>
        </p:nvSpPr>
        <p:spPr>
          <a:xfrm>
            <a:off x="5818707" y="5174676"/>
            <a:ext cx="542925" cy="295275"/>
          </a:xfrm>
          <a:custGeom>
            <a:avLst/>
            <a:gdLst/>
            <a:ahLst/>
            <a:cxnLst/>
            <a:rect l="l" t="t" r="r" b="b"/>
            <a:pathLst>
              <a:path w="342" h="186" extrusionOk="0">
                <a:moveTo>
                  <a:pt x="0" y="186"/>
                </a:moveTo>
                <a:lnTo>
                  <a:pt x="342"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951" name="Google Shape;951;p8"/>
          <p:cNvGrpSpPr/>
          <p:nvPr/>
        </p:nvGrpSpPr>
        <p:grpSpPr>
          <a:xfrm>
            <a:off x="5324995" y="5349301"/>
            <a:ext cx="501650" cy="233363"/>
            <a:chOff x="3600" y="219"/>
            <a:chExt cx="360" cy="175"/>
          </a:xfrm>
        </p:grpSpPr>
        <p:sp>
          <p:nvSpPr>
            <p:cNvPr id="952" name="Google Shape;952;p8"/>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53" name="Google Shape;953;p8"/>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954" name="Google Shape;954;p8"/>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955" name="Google Shape;955;p8"/>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956" name="Google Shape;956;p8"/>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957" name="Google Shape;957;p8"/>
            <p:cNvGrpSpPr/>
            <p:nvPr/>
          </p:nvGrpSpPr>
          <p:grpSpPr>
            <a:xfrm>
              <a:off x="3686" y="244"/>
              <a:ext cx="177" cy="66"/>
              <a:chOff x="2848" y="848"/>
              <a:chExt cx="140" cy="98"/>
            </a:xfrm>
          </p:grpSpPr>
          <p:cxnSp>
            <p:nvCxnSpPr>
              <p:cNvPr id="958" name="Google Shape;958;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59" name="Google Shape;959;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60" name="Google Shape;960;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961" name="Google Shape;961;p8"/>
            <p:cNvGrpSpPr/>
            <p:nvPr/>
          </p:nvGrpSpPr>
          <p:grpSpPr>
            <a:xfrm rot="10800000" flipH="1">
              <a:off x="3686" y="243"/>
              <a:ext cx="177" cy="66"/>
              <a:chOff x="2848" y="848"/>
              <a:chExt cx="140" cy="98"/>
            </a:xfrm>
          </p:grpSpPr>
          <p:cxnSp>
            <p:nvCxnSpPr>
              <p:cNvPr id="962" name="Google Shape;962;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63" name="Google Shape;963;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64" name="Google Shape;964;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965" name="Google Shape;965;p8"/>
          <p:cNvGrpSpPr/>
          <p:nvPr/>
        </p:nvGrpSpPr>
        <p:grpSpPr>
          <a:xfrm>
            <a:off x="5677420" y="5987476"/>
            <a:ext cx="501650" cy="233363"/>
            <a:chOff x="3600" y="219"/>
            <a:chExt cx="360" cy="175"/>
          </a:xfrm>
        </p:grpSpPr>
        <p:sp>
          <p:nvSpPr>
            <p:cNvPr id="966" name="Google Shape;966;p8"/>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67" name="Google Shape;967;p8"/>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968" name="Google Shape;968;p8"/>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969" name="Google Shape;969;p8"/>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970" name="Google Shape;970;p8"/>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971" name="Google Shape;971;p8"/>
            <p:cNvGrpSpPr/>
            <p:nvPr/>
          </p:nvGrpSpPr>
          <p:grpSpPr>
            <a:xfrm>
              <a:off x="3686" y="244"/>
              <a:ext cx="177" cy="66"/>
              <a:chOff x="2848" y="848"/>
              <a:chExt cx="140" cy="98"/>
            </a:xfrm>
          </p:grpSpPr>
          <p:cxnSp>
            <p:nvCxnSpPr>
              <p:cNvPr id="972" name="Google Shape;972;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73" name="Google Shape;973;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74" name="Google Shape;974;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975" name="Google Shape;975;p8"/>
            <p:cNvGrpSpPr/>
            <p:nvPr/>
          </p:nvGrpSpPr>
          <p:grpSpPr>
            <a:xfrm rot="10800000" flipH="1">
              <a:off x="3686" y="243"/>
              <a:ext cx="177" cy="66"/>
              <a:chOff x="2848" y="848"/>
              <a:chExt cx="140" cy="98"/>
            </a:xfrm>
          </p:grpSpPr>
          <p:cxnSp>
            <p:nvCxnSpPr>
              <p:cNvPr id="976" name="Google Shape;976;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77" name="Google Shape;977;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78" name="Google Shape;978;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979" name="Google Shape;979;p8"/>
          <p:cNvGrpSpPr/>
          <p:nvPr/>
        </p:nvGrpSpPr>
        <p:grpSpPr>
          <a:xfrm>
            <a:off x="6352107" y="5044501"/>
            <a:ext cx="501650" cy="233363"/>
            <a:chOff x="3600" y="219"/>
            <a:chExt cx="360" cy="175"/>
          </a:xfrm>
        </p:grpSpPr>
        <p:sp>
          <p:nvSpPr>
            <p:cNvPr id="980" name="Google Shape;980;p8"/>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81" name="Google Shape;981;p8"/>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982" name="Google Shape;982;p8"/>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983" name="Google Shape;983;p8"/>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984" name="Google Shape;984;p8"/>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985" name="Google Shape;985;p8"/>
            <p:cNvGrpSpPr/>
            <p:nvPr/>
          </p:nvGrpSpPr>
          <p:grpSpPr>
            <a:xfrm>
              <a:off x="3686" y="244"/>
              <a:ext cx="177" cy="66"/>
              <a:chOff x="2848" y="848"/>
              <a:chExt cx="140" cy="98"/>
            </a:xfrm>
          </p:grpSpPr>
          <p:cxnSp>
            <p:nvCxnSpPr>
              <p:cNvPr id="986" name="Google Shape;986;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87" name="Google Shape;987;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88" name="Google Shape;988;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989" name="Google Shape;989;p8"/>
            <p:cNvGrpSpPr/>
            <p:nvPr/>
          </p:nvGrpSpPr>
          <p:grpSpPr>
            <a:xfrm rot="10800000" flipH="1">
              <a:off x="3686" y="243"/>
              <a:ext cx="177" cy="66"/>
              <a:chOff x="2848" y="848"/>
              <a:chExt cx="140" cy="98"/>
            </a:xfrm>
          </p:grpSpPr>
          <p:cxnSp>
            <p:nvCxnSpPr>
              <p:cNvPr id="990" name="Google Shape;990;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991" name="Google Shape;991;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992" name="Google Shape;992;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993" name="Google Shape;993;p8"/>
          <p:cNvGrpSpPr/>
          <p:nvPr/>
        </p:nvGrpSpPr>
        <p:grpSpPr>
          <a:xfrm>
            <a:off x="6274320" y="5709664"/>
            <a:ext cx="500062" cy="233362"/>
            <a:chOff x="3600" y="219"/>
            <a:chExt cx="360" cy="175"/>
          </a:xfrm>
        </p:grpSpPr>
        <p:sp>
          <p:nvSpPr>
            <p:cNvPr id="994" name="Google Shape;994;p8"/>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95" name="Google Shape;995;p8"/>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996" name="Google Shape;996;p8"/>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997" name="Google Shape;997;p8"/>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998" name="Google Shape;998;p8"/>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999" name="Google Shape;999;p8"/>
            <p:cNvGrpSpPr/>
            <p:nvPr/>
          </p:nvGrpSpPr>
          <p:grpSpPr>
            <a:xfrm>
              <a:off x="3686" y="244"/>
              <a:ext cx="177" cy="66"/>
              <a:chOff x="2848" y="848"/>
              <a:chExt cx="140" cy="98"/>
            </a:xfrm>
          </p:grpSpPr>
          <p:cxnSp>
            <p:nvCxnSpPr>
              <p:cNvPr id="1000" name="Google Shape;1000;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01" name="Google Shape;1001;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02" name="Google Shape;1002;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003" name="Google Shape;1003;p8"/>
            <p:cNvGrpSpPr/>
            <p:nvPr/>
          </p:nvGrpSpPr>
          <p:grpSpPr>
            <a:xfrm rot="10800000" flipH="1">
              <a:off x="3686" y="243"/>
              <a:ext cx="177" cy="66"/>
              <a:chOff x="2848" y="848"/>
              <a:chExt cx="140" cy="98"/>
            </a:xfrm>
          </p:grpSpPr>
          <p:cxnSp>
            <p:nvCxnSpPr>
              <p:cNvPr id="1004" name="Google Shape;1004;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05" name="Google Shape;1005;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06" name="Google Shape;1006;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007" name="Google Shape;1007;p8"/>
          <p:cNvGrpSpPr/>
          <p:nvPr/>
        </p:nvGrpSpPr>
        <p:grpSpPr>
          <a:xfrm>
            <a:off x="6909320" y="6006526"/>
            <a:ext cx="501650" cy="233363"/>
            <a:chOff x="3600" y="219"/>
            <a:chExt cx="360" cy="175"/>
          </a:xfrm>
        </p:grpSpPr>
        <p:sp>
          <p:nvSpPr>
            <p:cNvPr id="1008" name="Google Shape;1008;p8"/>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009" name="Google Shape;1009;p8"/>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010" name="Google Shape;1010;p8"/>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011" name="Google Shape;1011;p8"/>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12" name="Google Shape;1012;p8"/>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013" name="Google Shape;1013;p8"/>
            <p:cNvGrpSpPr/>
            <p:nvPr/>
          </p:nvGrpSpPr>
          <p:grpSpPr>
            <a:xfrm>
              <a:off x="3686" y="244"/>
              <a:ext cx="177" cy="66"/>
              <a:chOff x="2848" y="848"/>
              <a:chExt cx="140" cy="98"/>
            </a:xfrm>
          </p:grpSpPr>
          <p:cxnSp>
            <p:nvCxnSpPr>
              <p:cNvPr id="1014" name="Google Shape;1014;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15" name="Google Shape;1015;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16" name="Google Shape;1016;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017" name="Google Shape;1017;p8"/>
            <p:cNvGrpSpPr/>
            <p:nvPr/>
          </p:nvGrpSpPr>
          <p:grpSpPr>
            <a:xfrm rot="10800000" flipH="1">
              <a:off x="3686" y="243"/>
              <a:ext cx="177" cy="66"/>
              <a:chOff x="2848" y="848"/>
              <a:chExt cx="140" cy="98"/>
            </a:xfrm>
          </p:grpSpPr>
          <p:cxnSp>
            <p:nvCxnSpPr>
              <p:cNvPr id="1018" name="Google Shape;1018;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19" name="Google Shape;1019;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20" name="Google Shape;1020;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021" name="Google Shape;1021;p8"/>
          <p:cNvGrpSpPr/>
          <p:nvPr/>
        </p:nvGrpSpPr>
        <p:grpSpPr>
          <a:xfrm>
            <a:off x="7353820" y="5350889"/>
            <a:ext cx="501650" cy="233362"/>
            <a:chOff x="3600" y="219"/>
            <a:chExt cx="360" cy="175"/>
          </a:xfrm>
        </p:grpSpPr>
        <p:sp>
          <p:nvSpPr>
            <p:cNvPr id="1022" name="Google Shape;1022;p8"/>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023" name="Google Shape;1023;p8"/>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024" name="Google Shape;1024;p8"/>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025" name="Google Shape;1025;p8"/>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26" name="Google Shape;1026;p8"/>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027" name="Google Shape;1027;p8"/>
            <p:cNvGrpSpPr/>
            <p:nvPr/>
          </p:nvGrpSpPr>
          <p:grpSpPr>
            <a:xfrm>
              <a:off x="3686" y="244"/>
              <a:ext cx="177" cy="66"/>
              <a:chOff x="2848" y="848"/>
              <a:chExt cx="140" cy="98"/>
            </a:xfrm>
          </p:grpSpPr>
          <p:cxnSp>
            <p:nvCxnSpPr>
              <p:cNvPr id="1028" name="Google Shape;1028;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29" name="Google Shape;1029;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30" name="Google Shape;1030;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031" name="Google Shape;1031;p8"/>
            <p:cNvGrpSpPr/>
            <p:nvPr/>
          </p:nvGrpSpPr>
          <p:grpSpPr>
            <a:xfrm rot="10800000" flipH="1">
              <a:off x="3686" y="243"/>
              <a:ext cx="177" cy="66"/>
              <a:chOff x="2848" y="848"/>
              <a:chExt cx="140" cy="98"/>
            </a:xfrm>
          </p:grpSpPr>
          <p:cxnSp>
            <p:nvCxnSpPr>
              <p:cNvPr id="1032" name="Google Shape;1032;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33" name="Google Shape;1033;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34" name="Google Shape;1034;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035" name="Google Shape;1035;p8"/>
          <p:cNvGrpSpPr/>
          <p:nvPr/>
        </p:nvGrpSpPr>
        <p:grpSpPr>
          <a:xfrm>
            <a:off x="2307157" y="3544314"/>
            <a:ext cx="1566863" cy="1987550"/>
            <a:chOff x="2366" y="929"/>
            <a:chExt cx="987" cy="1252"/>
          </a:xfrm>
        </p:grpSpPr>
        <p:graphicFrame>
          <p:nvGraphicFramePr>
            <p:cNvPr id="1036" name="Google Shape;1036;p8"/>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r:id="rId4" imgW="333" imgH="264" progId="">
                    <p:embed/>
                  </p:oleObj>
                </mc:Choice>
                <mc:Fallback>
                  <p:oleObj r:id="rId4" imgW="333" imgH="264" progId="">
                    <p:embed/>
                    <p:pic>
                      <p:nvPicPr>
                        <p:cNvPr id="1036" name="Google Shape;1036;p8"/>
                        <p:cNvPicPr preferRelativeResize="0"/>
                        <p:nvPr/>
                      </p:nvPicPr>
                      <p:blipFill rotWithShape="1">
                        <a:blip r:embed="rId5">
                          <a:alphaModFix/>
                        </a:blip>
                        <a:srcRect/>
                        <a:stretch/>
                      </p:blipFill>
                      <p:spPr>
                        <a:xfrm>
                          <a:off x="2741" y="929"/>
                          <a:ext cx="333" cy="264"/>
                        </a:xfrm>
                        <a:prstGeom prst="rect">
                          <a:avLst/>
                        </a:prstGeom>
                        <a:noFill/>
                        <a:ln>
                          <a:noFill/>
                        </a:ln>
                      </p:spPr>
                    </p:pic>
                  </p:oleObj>
                </mc:Fallback>
              </mc:AlternateContent>
            </a:graphicData>
          </a:graphic>
        </p:graphicFrame>
        <p:grpSp>
          <p:nvGrpSpPr>
            <p:cNvPr id="1037" name="Google Shape;1037;p8"/>
            <p:cNvGrpSpPr/>
            <p:nvPr/>
          </p:nvGrpSpPr>
          <p:grpSpPr>
            <a:xfrm>
              <a:off x="2366" y="1145"/>
              <a:ext cx="987" cy="1036"/>
              <a:chOff x="2956" y="969"/>
              <a:chExt cx="513" cy="529"/>
            </a:xfrm>
          </p:grpSpPr>
          <p:sp>
            <p:nvSpPr>
              <p:cNvPr id="1038" name="Google Shape;1038;p8"/>
              <p:cNvSpPr/>
              <p:nvPr/>
            </p:nvSpPr>
            <p:spPr>
              <a:xfrm>
                <a:off x="3018" y="969"/>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9" name="Google Shape;1039;p8"/>
              <p:cNvSpPr/>
              <p:nvPr/>
            </p:nvSpPr>
            <p:spPr>
              <a:xfrm>
                <a:off x="2997" y="984"/>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0" name="Google Shape;1040;p8"/>
              <p:cNvSpPr/>
              <p:nvPr/>
            </p:nvSpPr>
            <p:spPr>
              <a:xfrm>
                <a:off x="3000" y="1185"/>
                <a:ext cx="432"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1" name="Google Shape;1041;p8"/>
              <p:cNvSpPr txBox="1"/>
              <p:nvPr/>
            </p:nvSpPr>
            <p:spPr>
              <a:xfrm>
                <a:off x="2956" y="978"/>
                <a:ext cx="513" cy="5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transport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network</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physical</a:t>
                </a:r>
                <a:endParaRPr sz="2000" b="0" i="0" u="none" strike="noStrike" cap="none">
                  <a:solidFill>
                    <a:schemeClr val="dk1"/>
                  </a:solidFill>
                  <a:latin typeface="Times New Roman"/>
                  <a:ea typeface="Times New Roman"/>
                  <a:cs typeface="Times New Roman"/>
                  <a:sym typeface="Times New Roman"/>
                </a:endParaRPr>
              </a:p>
            </p:txBody>
          </p:sp>
          <p:cxnSp>
            <p:nvCxnSpPr>
              <p:cNvPr id="1042" name="Google Shape;1042;p8"/>
              <p:cNvCxnSpPr/>
              <p:nvPr/>
            </p:nvCxnSpPr>
            <p:spPr>
              <a:xfrm>
                <a:off x="2997" y="1194"/>
                <a:ext cx="435" cy="3"/>
              </a:xfrm>
              <a:prstGeom prst="straightConnector1">
                <a:avLst/>
              </a:prstGeom>
              <a:noFill/>
              <a:ln w="12700" cap="flat" cmpd="sng">
                <a:solidFill>
                  <a:schemeClr val="dk1"/>
                </a:solidFill>
                <a:prstDash val="solid"/>
                <a:round/>
                <a:headEnd type="none" w="sm" len="sm"/>
                <a:tailEnd type="none" w="sm" len="sm"/>
              </a:ln>
            </p:spPr>
          </p:cxnSp>
          <p:cxnSp>
            <p:nvCxnSpPr>
              <p:cNvPr id="1043" name="Google Shape;1043;p8"/>
              <p:cNvCxnSpPr/>
              <p:nvPr/>
            </p:nvCxnSpPr>
            <p:spPr>
              <a:xfrm>
                <a:off x="3003" y="1290"/>
                <a:ext cx="435" cy="3"/>
              </a:xfrm>
              <a:prstGeom prst="straightConnector1">
                <a:avLst/>
              </a:prstGeom>
              <a:noFill/>
              <a:ln w="12700" cap="flat" cmpd="sng">
                <a:solidFill>
                  <a:schemeClr val="dk1"/>
                </a:solidFill>
                <a:prstDash val="solid"/>
                <a:round/>
                <a:headEnd type="none" w="sm" len="sm"/>
                <a:tailEnd type="none" w="sm" len="sm"/>
              </a:ln>
            </p:spPr>
          </p:cxnSp>
          <p:cxnSp>
            <p:nvCxnSpPr>
              <p:cNvPr id="1044" name="Google Shape;1044;p8"/>
              <p:cNvCxnSpPr/>
              <p:nvPr/>
            </p:nvCxnSpPr>
            <p:spPr>
              <a:xfrm>
                <a:off x="3003" y="1374"/>
                <a:ext cx="435" cy="3"/>
              </a:xfrm>
              <a:prstGeom prst="straightConnector1">
                <a:avLst/>
              </a:prstGeom>
              <a:noFill/>
              <a:ln w="12700" cap="flat" cmpd="sng">
                <a:solidFill>
                  <a:schemeClr val="dk1"/>
                </a:solidFill>
                <a:prstDash val="solid"/>
                <a:round/>
                <a:headEnd type="none" w="sm" len="sm"/>
                <a:tailEnd type="none" w="sm" len="sm"/>
              </a:ln>
            </p:spPr>
          </p:cxnSp>
          <p:cxnSp>
            <p:nvCxnSpPr>
              <p:cNvPr id="1045" name="Google Shape;1045;p8"/>
              <p:cNvCxnSpPr/>
              <p:nvPr/>
            </p:nvCxnSpPr>
            <p:spPr>
              <a:xfrm>
                <a:off x="3003" y="1092"/>
                <a:ext cx="435" cy="3"/>
              </a:xfrm>
              <a:prstGeom prst="straightConnector1">
                <a:avLst/>
              </a:prstGeom>
              <a:noFill/>
              <a:ln w="12700" cap="flat" cmpd="sng">
                <a:solidFill>
                  <a:schemeClr val="dk1"/>
                </a:solidFill>
                <a:prstDash val="solid"/>
                <a:round/>
                <a:headEnd type="none" w="sm" len="sm"/>
                <a:tailEnd type="none" w="sm" len="sm"/>
              </a:ln>
            </p:spPr>
          </p:cxnSp>
        </p:grpSp>
      </p:grpSp>
      <p:sp>
        <p:nvSpPr>
          <p:cNvPr id="1046" name="Google Shape;1046;p8"/>
          <p:cNvSpPr/>
          <p:nvPr/>
        </p:nvSpPr>
        <p:spPr>
          <a:xfrm>
            <a:off x="6860107" y="5168326"/>
            <a:ext cx="504825" cy="307975"/>
          </a:xfrm>
          <a:custGeom>
            <a:avLst/>
            <a:gdLst/>
            <a:ahLst/>
            <a:cxnLst/>
            <a:rect l="l" t="t" r="r" b="b"/>
            <a:pathLst>
              <a:path w="318" h="194" extrusionOk="0">
                <a:moveTo>
                  <a:pt x="0" y="0"/>
                </a:moveTo>
                <a:lnTo>
                  <a:pt x="318" y="19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47" name="Google Shape;1047;p8"/>
          <p:cNvSpPr/>
          <p:nvPr/>
        </p:nvSpPr>
        <p:spPr>
          <a:xfrm>
            <a:off x="5794895" y="5560439"/>
            <a:ext cx="481012" cy="238125"/>
          </a:xfrm>
          <a:custGeom>
            <a:avLst/>
            <a:gdLst/>
            <a:ahLst/>
            <a:cxnLst/>
            <a:rect l="l" t="t" r="r" b="b"/>
            <a:pathLst>
              <a:path w="294" h="174" extrusionOk="0">
                <a:moveTo>
                  <a:pt x="0" y="0"/>
                </a:moveTo>
                <a:lnTo>
                  <a:pt x="294" y="17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48" name="Google Shape;1048;p8"/>
          <p:cNvSpPr/>
          <p:nvPr/>
        </p:nvSpPr>
        <p:spPr>
          <a:xfrm>
            <a:off x="6742632" y="5536626"/>
            <a:ext cx="628650" cy="247650"/>
          </a:xfrm>
          <a:custGeom>
            <a:avLst/>
            <a:gdLst/>
            <a:ahLst/>
            <a:cxnLst/>
            <a:rect l="l" t="t" r="r" b="b"/>
            <a:pathLst>
              <a:path w="378" h="174" extrusionOk="0">
                <a:moveTo>
                  <a:pt x="0" y="174"/>
                </a:moveTo>
                <a:lnTo>
                  <a:pt x="378"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49" name="Google Shape;1049;p8"/>
          <p:cNvSpPr/>
          <p:nvPr/>
        </p:nvSpPr>
        <p:spPr>
          <a:xfrm>
            <a:off x="7409382" y="5590601"/>
            <a:ext cx="206375" cy="508000"/>
          </a:xfrm>
          <a:custGeom>
            <a:avLst/>
            <a:gdLst/>
            <a:ahLst/>
            <a:cxnLst/>
            <a:rect l="l" t="t" r="r" b="b"/>
            <a:pathLst>
              <a:path w="118" h="500" extrusionOk="0">
                <a:moveTo>
                  <a:pt x="0" y="500"/>
                </a:moveTo>
                <a:lnTo>
                  <a:pt x="118"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50" name="Google Shape;1050;p8"/>
          <p:cNvSpPr/>
          <p:nvPr/>
        </p:nvSpPr>
        <p:spPr>
          <a:xfrm>
            <a:off x="6174307" y="6124001"/>
            <a:ext cx="736600" cy="74613"/>
          </a:xfrm>
          <a:custGeom>
            <a:avLst/>
            <a:gdLst/>
            <a:ahLst/>
            <a:cxnLst/>
            <a:rect l="l" t="t" r="r" b="b"/>
            <a:pathLst>
              <a:path w="370" h="32" extrusionOk="0">
                <a:moveTo>
                  <a:pt x="370" y="32"/>
                </a:moveTo>
                <a:lnTo>
                  <a:pt x="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51" name="Google Shape;1051;p8"/>
          <p:cNvSpPr/>
          <p:nvPr/>
        </p:nvSpPr>
        <p:spPr>
          <a:xfrm>
            <a:off x="5637732" y="5584251"/>
            <a:ext cx="193675" cy="425450"/>
          </a:xfrm>
          <a:custGeom>
            <a:avLst/>
            <a:gdLst/>
            <a:ahLst/>
            <a:cxnLst/>
            <a:rect l="l" t="t" r="r" b="b"/>
            <a:pathLst>
              <a:path w="176" h="412" extrusionOk="0">
                <a:moveTo>
                  <a:pt x="162" y="408"/>
                </a:moveTo>
                <a:lnTo>
                  <a:pt x="176" y="412"/>
                </a:lnTo>
                <a:lnTo>
                  <a:pt x="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1052" name="Google Shape;1052;p8"/>
          <p:cNvGrpSpPr/>
          <p:nvPr/>
        </p:nvGrpSpPr>
        <p:grpSpPr>
          <a:xfrm>
            <a:off x="9088957" y="3715764"/>
            <a:ext cx="1566863" cy="1987550"/>
            <a:chOff x="2366" y="929"/>
            <a:chExt cx="987" cy="1252"/>
          </a:xfrm>
        </p:grpSpPr>
        <p:graphicFrame>
          <p:nvGraphicFramePr>
            <p:cNvPr id="1053" name="Google Shape;1053;p8"/>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r:id="rId6" imgW="333" imgH="264" progId="">
                    <p:embed/>
                  </p:oleObj>
                </mc:Choice>
                <mc:Fallback>
                  <p:oleObj r:id="rId6" imgW="333" imgH="264" progId="">
                    <p:embed/>
                    <p:pic>
                      <p:nvPicPr>
                        <p:cNvPr id="1053" name="Google Shape;1053;p8"/>
                        <p:cNvPicPr preferRelativeResize="0"/>
                        <p:nvPr/>
                      </p:nvPicPr>
                      <p:blipFill rotWithShape="1">
                        <a:blip r:embed="rId5">
                          <a:alphaModFix/>
                        </a:blip>
                        <a:srcRect/>
                        <a:stretch/>
                      </p:blipFill>
                      <p:spPr>
                        <a:xfrm>
                          <a:off x="2741" y="929"/>
                          <a:ext cx="333" cy="264"/>
                        </a:xfrm>
                        <a:prstGeom prst="rect">
                          <a:avLst/>
                        </a:prstGeom>
                        <a:noFill/>
                        <a:ln>
                          <a:noFill/>
                        </a:ln>
                      </p:spPr>
                    </p:pic>
                  </p:oleObj>
                </mc:Fallback>
              </mc:AlternateContent>
            </a:graphicData>
          </a:graphic>
        </p:graphicFrame>
        <p:grpSp>
          <p:nvGrpSpPr>
            <p:cNvPr id="1054" name="Google Shape;1054;p8"/>
            <p:cNvGrpSpPr/>
            <p:nvPr/>
          </p:nvGrpSpPr>
          <p:grpSpPr>
            <a:xfrm>
              <a:off x="2366" y="1145"/>
              <a:ext cx="987" cy="1036"/>
              <a:chOff x="2956" y="969"/>
              <a:chExt cx="513" cy="529"/>
            </a:xfrm>
          </p:grpSpPr>
          <p:sp>
            <p:nvSpPr>
              <p:cNvPr id="1055" name="Google Shape;1055;p8"/>
              <p:cNvSpPr/>
              <p:nvPr/>
            </p:nvSpPr>
            <p:spPr>
              <a:xfrm>
                <a:off x="3018" y="969"/>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56" name="Google Shape;1056;p8"/>
              <p:cNvSpPr/>
              <p:nvPr/>
            </p:nvSpPr>
            <p:spPr>
              <a:xfrm>
                <a:off x="2997" y="984"/>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57" name="Google Shape;1057;p8"/>
              <p:cNvSpPr/>
              <p:nvPr/>
            </p:nvSpPr>
            <p:spPr>
              <a:xfrm>
                <a:off x="3000" y="1185"/>
                <a:ext cx="432"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58" name="Google Shape;1058;p8"/>
              <p:cNvSpPr txBox="1"/>
              <p:nvPr/>
            </p:nvSpPr>
            <p:spPr>
              <a:xfrm>
                <a:off x="2956" y="978"/>
                <a:ext cx="513" cy="5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transport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network</a:t>
                </a:r>
                <a:endParaRPr sz="20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data link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physical</a:t>
                </a:r>
                <a:endParaRPr sz="2000" b="0" i="0" u="none" strike="noStrike" cap="none">
                  <a:solidFill>
                    <a:schemeClr val="dk1"/>
                  </a:solidFill>
                  <a:latin typeface="Times New Roman"/>
                  <a:ea typeface="Times New Roman"/>
                  <a:cs typeface="Times New Roman"/>
                  <a:sym typeface="Times New Roman"/>
                </a:endParaRPr>
              </a:p>
            </p:txBody>
          </p:sp>
          <p:cxnSp>
            <p:nvCxnSpPr>
              <p:cNvPr id="1059" name="Google Shape;1059;p8"/>
              <p:cNvCxnSpPr/>
              <p:nvPr/>
            </p:nvCxnSpPr>
            <p:spPr>
              <a:xfrm>
                <a:off x="2997" y="1194"/>
                <a:ext cx="435" cy="3"/>
              </a:xfrm>
              <a:prstGeom prst="straightConnector1">
                <a:avLst/>
              </a:prstGeom>
              <a:noFill/>
              <a:ln w="12700" cap="flat" cmpd="sng">
                <a:solidFill>
                  <a:schemeClr val="dk1"/>
                </a:solidFill>
                <a:prstDash val="solid"/>
                <a:round/>
                <a:headEnd type="none" w="sm" len="sm"/>
                <a:tailEnd type="none" w="sm" len="sm"/>
              </a:ln>
            </p:spPr>
          </p:cxnSp>
          <p:cxnSp>
            <p:nvCxnSpPr>
              <p:cNvPr id="1060" name="Google Shape;1060;p8"/>
              <p:cNvCxnSpPr/>
              <p:nvPr/>
            </p:nvCxnSpPr>
            <p:spPr>
              <a:xfrm>
                <a:off x="3003" y="1290"/>
                <a:ext cx="435" cy="3"/>
              </a:xfrm>
              <a:prstGeom prst="straightConnector1">
                <a:avLst/>
              </a:prstGeom>
              <a:noFill/>
              <a:ln w="12700" cap="flat" cmpd="sng">
                <a:solidFill>
                  <a:schemeClr val="dk1"/>
                </a:solidFill>
                <a:prstDash val="solid"/>
                <a:round/>
                <a:headEnd type="none" w="sm" len="sm"/>
                <a:tailEnd type="none" w="sm" len="sm"/>
              </a:ln>
            </p:spPr>
          </p:cxnSp>
          <p:cxnSp>
            <p:nvCxnSpPr>
              <p:cNvPr id="1061" name="Google Shape;1061;p8"/>
              <p:cNvCxnSpPr/>
              <p:nvPr/>
            </p:nvCxnSpPr>
            <p:spPr>
              <a:xfrm>
                <a:off x="3003" y="1374"/>
                <a:ext cx="435" cy="3"/>
              </a:xfrm>
              <a:prstGeom prst="straightConnector1">
                <a:avLst/>
              </a:prstGeom>
              <a:noFill/>
              <a:ln w="12700" cap="flat" cmpd="sng">
                <a:solidFill>
                  <a:schemeClr val="dk1"/>
                </a:solidFill>
                <a:prstDash val="solid"/>
                <a:round/>
                <a:headEnd type="none" w="sm" len="sm"/>
                <a:tailEnd type="none" w="sm" len="sm"/>
              </a:ln>
            </p:spPr>
          </p:cxnSp>
          <p:cxnSp>
            <p:nvCxnSpPr>
              <p:cNvPr id="1062" name="Google Shape;1062;p8"/>
              <p:cNvCxnSpPr/>
              <p:nvPr/>
            </p:nvCxnSpPr>
            <p:spPr>
              <a:xfrm>
                <a:off x="3003" y="1092"/>
                <a:ext cx="435" cy="3"/>
              </a:xfrm>
              <a:prstGeom prst="straightConnector1">
                <a:avLst/>
              </a:prstGeom>
              <a:noFill/>
              <a:ln w="12700" cap="flat" cmpd="sng">
                <a:solidFill>
                  <a:schemeClr val="dk1"/>
                </a:solidFill>
                <a:prstDash val="solid"/>
                <a:round/>
                <a:headEnd type="none" w="sm" len="sm"/>
                <a:tailEnd type="none" w="sm" len="sm"/>
              </a:ln>
            </p:spPr>
          </p:cxnSp>
        </p:grpSp>
      </p:grpSp>
      <p:cxnSp>
        <p:nvCxnSpPr>
          <p:cNvPr id="1063" name="Google Shape;1063;p8"/>
          <p:cNvCxnSpPr/>
          <p:nvPr/>
        </p:nvCxnSpPr>
        <p:spPr>
          <a:xfrm rot="5400000">
            <a:off x="8530157" y="4806376"/>
            <a:ext cx="6350" cy="1403350"/>
          </a:xfrm>
          <a:prstGeom prst="straightConnector1">
            <a:avLst/>
          </a:prstGeom>
          <a:noFill/>
          <a:ln w="12700" cap="flat" cmpd="sng">
            <a:solidFill>
              <a:schemeClr val="dk1"/>
            </a:solidFill>
            <a:prstDash val="solid"/>
            <a:round/>
            <a:headEnd type="none" w="sm" len="sm"/>
            <a:tailEnd type="none" w="sm" len="sm"/>
          </a:ln>
        </p:spPr>
      </p:cxnSp>
      <p:sp>
        <p:nvSpPr>
          <p:cNvPr id="1064" name="Google Shape;1064;p8"/>
          <p:cNvSpPr txBox="1"/>
          <p:nvPr/>
        </p:nvSpPr>
        <p:spPr>
          <a:xfrm>
            <a:off x="3735907" y="4749226"/>
            <a:ext cx="167005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strike="noStrike" cap="none">
                <a:solidFill>
                  <a:srgbClr val="FF0000"/>
                </a:solidFill>
                <a:latin typeface="Arial"/>
                <a:ea typeface="Arial"/>
                <a:cs typeface="Arial"/>
                <a:sym typeface="Arial"/>
              </a:rPr>
              <a:t>1. Initiate call</a:t>
            </a:r>
            <a:endParaRPr sz="2400" b="0" i="0" u="none" strike="noStrike" cap="none">
              <a:solidFill>
                <a:schemeClr val="dk1"/>
              </a:solidFill>
              <a:latin typeface="Times New Roman"/>
              <a:ea typeface="Times New Roman"/>
              <a:cs typeface="Times New Roman"/>
              <a:sym typeface="Times New Roman"/>
            </a:endParaRPr>
          </a:p>
        </p:txBody>
      </p:sp>
      <p:sp>
        <p:nvSpPr>
          <p:cNvPr id="1065" name="Google Shape;1065;p8"/>
          <p:cNvSpPr/>
          <p:nvPr/>
        </p:nvSpPr>
        <p:spPr>
          <a:xfrm>
            <a:off x="3866082" y="5098476"/>
            <a:ext cx="5305425" cy="862013"/>
          </a:xfrm>
          <a:custGeom>
            <a:avLst/>
            <a:gdLst/>
            <a:ahLst/>
            <a:cxnLst/>
            <a:rect l="l" t="t" r="r" b="b"/>
            <a:pathLst>
              <a:path w="3342" h="543" extrusionOk="0">
                <a:moveTo>
                  <a:pt x="0" y="0"/>
                </a:moveTo>
                <a:lnTo>
                  <a:pt x="3" y="234"/>
                </a:lnTo>
                <a:lnTo>
                  <a:pt x="939" y="234"/>
                </a:lnTo>
                <a:lnTo>
                  <a:pt x="1617" y="543"/>
                </a:lnTo>
                <a:lnTo>
                  <a:pt x="1818" y="543"/>
                </a:lnTo>
                <a:lnTo>
                  <a:pt x="2364" y="300"/>
                </a:lnTo>
                <a:lnTo>
                  <a:pt x="3342" y="306"/>
                </a:lnTo>
                <a:lnTo>
                  <a:pt x="3336" y="12"/>
                </a:lnTo>
              </a:path>
            </a:pathLst>
          </a:custGeom>
          <a:noFill/>
          <a:ln w="28575" cap="flat" cmpd="sng">
            <a:solidFill>
              <a:srgbClr val="FF000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66" name="Google Shape;1066;p8"/>
          <p:cNvSpPr txBox="1"/>
          <p:nvPr/>
        </p:nvSpPr>
        <p:spPr>
          <a:xfrm>
            <a:off x="7455420" y="4815901"/>
            <a:ext cx="177800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strike="noStrike" cap="none">
                <a:solidFill>
                  <a:srgbClr val="FF0000"/>
                </a:solidFill>
                <a:latin typeface="Arial"/>
                <a:ea typeface="Arial"/>
                <a:cs typeface="Arial"/>
                <a:sym typeface="Arial"/>
              </a:rPr>
              <a:t>2. incoming call</a:t>
            </a:r>
            <a:endParaRPr sz="2400" b="0" i="0" u="none" strike="noStrike" cap="none">
              <a:solidFill>
                <a:schemeClr val="dk1"/>
              </a:solidFill>
              <a:latin typeface="Times New Roman"/>
              <a:ea typeface="Times New Roman"/>
              <a:cs typeface="Times New Roman"/>
              <a:sym typeface="Times New Roman"/>
            </a:endParaRPr>
          </a:p>
        </p:txBody>
      </p:sp>
      <p:sp>
        <p:nvSpPr>
          <p:cNvPr id="1067" name="Google Shape;1067;p8"/>
          <p:cNvSpPr txBox="1"/>
          <p:nvPr/>
        </p:nvSpPr>
        <p:spPr>
          <a:xfrm>
            <a:off x="7577657" y="4482526"/>
            <a:ext cx="1633538"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strike="noStrike" cap="none">
                <a:solidFill>
                  <a:srgbClr val="FF0000"/>
                </a:solidFill>
                <a:latin typeface="Arial"/>
                <a:ea typeface="Arial"/>
                <a:cs typeface="Arial"/>
                <a:sym typeface="Arial"/>
              </a:rPr>
              <a:t>3. Accept call</a:t>
            </a:r>
            <a:endParaRPr sz="2400" b="0" i="0" u="none" strike="noStrike" cap="none">
              <a:solidFill>
                <a:schemeClr val="dk1"/>
              </a:solidFill>
              <a:latin typeface="Times New Roman"/>
              <a:ea typeface="Times New Roman"/>
              <a:cs typeface="Times New Roman"/>
              <a:sym typeface="Times New Roman"/>
            </a:endParaRPr>
          </a:p>
        </p:txBody>
      </p:sp>
      <p:sp>
        <p:nvSpPr>
          <p:cNvPr id="1068" name="Google Shape;1068;p8"/>
          <p:cNvSpPr/>
          <p:nvPr/>
        </p:nvSpPr>
        <p:spPr>
          <a:xfrm>
            <a:off x="3970857" y="4746051"/>
            <a:ext cx="5057775" cy="1123950"/>
          </a:xfrm>
          <a:custGeom>
            <a:avLst/>
            <a:gdLst/>
            <a:ahLst/>
            <a:cxnLst/>
            <a:rect l="l" t="t" r="r" b="b"/>
            <a:pathLst>
              <a:path w="3186" h="708" extrusionOk="0">
                <a:moveTo>
                  <a:pt x="0" y="12"/>
                </a:moveTo>
                <a:lnTo>
                  <a:pt x="0" y="381"/>
                </a:lnTo>
                <a:lnTo>
                  <a:pt x="882" y="384"/>
                </a:lnTo>
                <a:lnTo>
                  <a:pt x="1551" y="708"/>
                </a:lnTo>
                <a:lnTo>
                  <a:pt x="1742" y="708"/>
                </a:lnTo>
                <a:lnTo>
                  <a:pt x="2273" y="476"/>
                </a:lnTo>
                <a:lnTo>
                  <a:pt x="3186" y="470"/>
                </a:lnTo>
                <a:lnTo>
                  <a:pt x="3180" y="0"/>
                </a:lnTo>
              </a:path>
            </a:pathLst>
          </a:custGeom>
          <a:noFill/>
          <a:ln w="28575" cap="flat" cmpd="sng">
            <a:solidFill>
              <a:srgbClr val="FF0000"/>
            </a:solidFill>
            <a:prstDash val="solid"/>
            <a:round/>
            <a:headEnd type="triangle" w="med" len="med"/>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069" name="Google Shape;1069;p8"/>
          <p:cNvSpPr txBox="1"/>
          <p:nvPr/>
        </p:nvSpPr>
        <p:spPr>
          <a:xfrm>
            <a:off x="3700982" y="4463476"/>
            <a:ext cx="1984375"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strike="noStrike" cap="none">
                <a:solidFill>
                  <a:srgbClr val="FF0000"/>
                </a:solidFill>
                <a:latin typeface="Arial"/>
                <a:ea typeface="Arial"/>
                <a:cs typeface="Arial"/>
                <a:sym typeface="Arial"/>
              </a:rPr>
              <a:t>4. Call connected</a:t>
            </a:r>
            <a:endParaRPr sz="2400" b="0" i="0" u="none" strike="noStrike" cap="none">
              <a:solidFill>
                <a:schemeClr val="dk1"/>
              </a:solidFill>
              <a:latin typeface="Times New Roman"/>
              <a:ea typeface="Times New Roman"/>
              <a:cs typeface="Times New Roman"/>
              <a:sym typeface="Times New Roman"/>
            </a:endParaRPr>
          </a:p>
        </p:txBody>
      </p:sp>
      <p:sp>
        <p:nvSpPr>
          <p:cNvPr id="1070" name="Google Shape;1070;p8"/>
          <p:cNvSpPr txBox="1"/>
          <p:nvPr/>
        </p:nvSpPr>
        <p:spPr>
          <a:xfrm>
            <a:off x="3731145" y="4158676"/>
            <a:ext cx="2224087"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accent2"/>
              </a:buClr>
              <a:buSzPts val="1800"/>
              <a:buFont typeface="Arial"/>
              <a:buNone/>
            </a:pPr>
            <a:r>
              <a:rPr lang="en-US" sz="1800" b="0" i="0" u="none" strike="noStrike" cap="none">
                <a:solidFill>
                  <a:schemeClr val="accent2"/>
                </a:solidFill>
                <a:latin typeface="Arial"/>
                <a:ea typeface="Arial"/>
                <a:cs typeface="Arial"/>
                <a:sym typeface="Arial"/>
              </a:rPr>
              <a:t>5. Data flow begins</a:t>
            </a:r>
            <a:endParaRPr sz="2400" b="0" i="0" u="none" strike="noStrike" cap="none">
              <a:solidFill>
                <a:schemeClr val="dk1"/>
              </a:solidFill>
              <a:latin typeface="Times New Roman"/>
              <a:ea typeface="Times New Roman"/>
              <a:cs typeface="Times New Roman"/>
              <a:sym typeface="Times New Roman"/>
            </a:endParaRPr>
          </a:p>
        </p:txBody>
      </p:sp>
      <p:sp>
        <p:nvSpPr>
          <p:cNvPr id="1071" name="Google Shape;1071;p8"/>
          <p:cNvSpPr txBox="1"/>
          <p:nvPr/>
        </p:nvSpPr>
        <p:spPr>
          <a:xfrm>
            <a:off x="7412557" y="4111051"/>
            <a:ext cx="1806575"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accent2"/>
              </a:buClr>
              <a:buSzPts val="1800"/>
              <a:buFont typeface="Arial"/>
              <a:buNone/>
            </a:pPr>
            <a:r>
              <a:rPr lang="en-US" sz="1800" b="0" i="0" u="none" strike="noStrike" cap="none">
                <a:solidFill>
                  <a:schemeClr val="accent2"/>
                </a:solidFill>
                <a:latin typeface="Arial"/>
                <a:ea typeface="Arial"/>
                <a:cs typeface="Arial"/>
                <a:sym typeface="Arial"/>
              </a:rPr>
              <a:t>6. Receive data</a:t>
            </a:r>
            <a:endParaRPr sz="2400" b="0" i="0" u="none" strike="noStrike" cap="none">
              <a:solidFill>
                <a:schemeClr val="dk1"/>
              </a:solidFill>
              <a:latin typeface="Times New Roman"/>
              <a:ea typeface="Times New Roman"/>
              <a:cs typeface="Times New Roman"/>
              <a:sym typeface="Times New Roman"/>
            </a:endParaRPr>
          </a:p>
        </p:txBody>
      </p:sp>
      <p:sp>
        <p:nvSpPr>
          <p:cNvPr id="1072" name="Google Shape;1072;p8"/>
          <p:cNvSpPr/>
          <p:nvPr/>
        </p:nvSpPr>
        <p:spPr>
          <a:xfrm>
            <a:off x="4037532" y="4422201"/>
            <a:ext cx="4895850" cy="1343025"/>
          </a:xfrm>
          <a:custGeom>
            <a:avLst/>
            <a:gdLst/>
            <a:ahLst/>
            <a:cxnLst/>
            <a:rect l="l" t="t" r="r" b="b"/>
            <a:pathLst>
              <a:path w="3084" h="846" extrusionOk="0">
                <a:moveTo>
                  <a:pt x="0" y="18"/>
                </a:moveTo>
                <a:lnTo>
                  <a:pt x="0" y="531"/>
                </a:lnTo>
                <a:lnTo>
                  <a:pt x="846" y="534"/>
                </a:lnTo>
                <a:lnTo>
                  <a:pt x="1485" y="846"/>
                </a:lnTo>
                <a:lnTo>
                  <a:pt x="1698" y="843"/>
                </a:lnTo>
                <a:lnTo>
                  <a:pt x="2238" y="633"/>
                </a:lnTo>
                <a:lnTo>
                  <a:pt x="3084" y="633"/>
                </a:lnTo>
                <a:lnTo>
                  <a:pt x="3081" y="0"/>
                </a:lnTo>
              </a:path>
            </a:pathLst>
          </a:custGeom>
          <a:noFill/>
          <a:ln w="57150" cap="flat" cmpd="sng">
            <a:solidFill>
              <a:schemeClr val="accent2"/>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1073" name="Google Shape;1073;p8"/>
          <p:cNvGrpSpPr/>
          <p:nvPr/>
        </p:nvGrpSpPr>
        <p:grpSpPr>
          <a:xfrm>
            <a:off x="5323407" y="5339776"/>
            <a:ext cx="2530475" cy="600075"/>
            <a:chOff x="2214" y="3302"/>
            <a:chExt cx="1594" cy="378"/>
          </a:xfrm>
        </p:grpSpPr>
        <p:grpSp>
          <p:nvGrpSpPr>
            <p:cNvPr id="1074" name="Google Shape;1074;p8"/>
            <p:cNvGrpSpPr/>
            <p:nvPr/>
          </p:nvGrpSpPr>
          <p:grpSpPr>
            <a:xfrm>
              <a:off x="2214" y="3302"/>
              <a:ext cx="316" cy="147"/>
              <a:chOff x="3120" y="2318"/>
              <a:chExt cx="316" cy="147"/>
            </a:xfrm>
          </p:grpSpPr>
          <p:sp>
            <p:nvSpPr>
              <p:cNvPr id="1075" name="Google Shape;1075;p8"/>
              <p:cNvSpPr/>
              <p:nvPr/>
            </p:nvSpPr>
            <p:spPr>
              <a:xfrm>
                <a:off x="3123" y="2384"/>
                <a:ext cx="313" cy="81"/>
              </a:xfrm>
              <a:prstGeom prst="ellipse">
                <a:avLst/>
              </a:prstGeom>
              <a:solidFill>
                <a:srgbClr val="FF0000"/>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076" name="Google Shape;1076;p8"/>
              <p:cNvCxnSpPr/>
              <p:nvPr/>
            </p:nvCxnSpPr>
            <p:spPr>
              <a:xfrm>
                <a:off x="3123" y="2377"/>
                <a:ext cx="0" cy="50"/>
              </a:xfrm>
              <a:prstGeom prst="straightConnector1">
                <a:avLst/>
              </a:prstGeom>
              <a:noFill/>
              <a:ln w="12700" cap="flat" cmpd="sng">
                <a:solidFill>
                  <a:schemeClr val="dk1"/>
                </a:solidFill>
                <a:prstDash val="solid"/>
                <a:round/>
                <a:headEnd type="none" w="sm" len="sm"/>
                <a:tailEnd type="none" w="sm" len="sm"/>
              </a:ln>
            </p:spPr>
          </p:cxnSp>
          <p:cxnSp>
            <p:nvCxnSpPr>
              <p:cNvPr id="1077" name="Google Shape;1077;p8"/>
              <p:cNvCxnSpPr/>
              <p:nvPr/>
            </p:nvCxnSpPr>
            <p:spPr>
              <a:xfrm>
                <a:off x="3436" y="2377"/>
                <a:ext cx="0" cy="50"/>
              </a:xfrm>
              <a:prstGeom prst="straightConnector1">
                <a:avLst/>
              </a:prstGeom>
              <a:noFill/>
              <a:ln w="12700" cap="flat" cmpd="sng">
                <a:solidFill>
                  <a:schemeClr val="dk1"/>
                </a:solidFill>
                <a:prstDash val="solid"/>
                <a:round/>
                <a:headEnd type="none" w="sm" len="sm"/>
                <a:tailEnd type="none" w="sm" len="sm"/>
              </a:ln>
            </p:spPr>
          </p:cxnSp>
          <p:sp>
            <p:nvSpPr>
              <p:cNvPr id="1078" name="Google Shape;1078;p8"/>
              <p:cNvSpPr/>
              <p:nvPr/>
            </p:nvSpPr>
            <p:spPr>
              <a:xfrm>
                <a:off x="3123" y="2377"/>
                <a:ext cx="310" cy="4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79" name="Google Shape;1079;p8"/>
              <p:cNvSpPr/>
              <p:nvPr/>
            </p:nvSpPr>
            <p:spPr>
              <a:xfrm>
                <a:off x="3120" y="2318"/>
                <a:ext cx="313" cy="95"/>
              </a:xfrm>
              <a:prstGeom prst="ellipse">
                <a:avLst/>
              </a:prstGeom>
              <a:solidFill>
                <a:srgbClr val="FF0000"/>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080" name="Google Shape;1080;p8"/>
              <p:cNvGrpSpPr/>
              <p:nvPr/>
            </p:nvGrpSpPr>
            <p:grpSpPr>
              <a:xfrm>
                <a:off x="3195" y="2339"/>
                <a:ext cx="156" cy="55"/>
                <a:chOff x="2848" y="848"/>
                <a:chExt cx="140" cy="98"/>
              </a:xfrm>
            </p:grpSpPr>
            <p:cxnSp>
              <p:nvCxnSpPr>
                <p:cNvPr id="1081" name="Google Shape;1081;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82" name="Google Shape;1082;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83" name="Google Shape;1083;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084" name="Google Shape;1084;p8"/>
              <p:cNvGrpSpPr/>
              <p:nvPr/>
            </p:nvGrpSpPr>
            <p:grpSpPr>
              <a:xfrm rot="10800000" flipH="1">
                <a:off x="3195" y="2338"/>
                <a:ext cx="156" cy="56"/>
                <a:chOff x="2848" y="848"/>
                <a:chExt cx="140" cy="98"/>
              </a:xfrm>
            </p:grpSpPr>
            <p:cxnSp>
              <p:nvCxnSpPr>
                <p:cNvPr id="1085" name="Google Shape;1085;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86" name="Google Shape;1086;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87" name="Google Shape;1087;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088" name="Google Shape;1088;p8"/>
            <p:cNvGrpSpPr/>
            <p:nvPr/>
          </p:nvGrpSpPr>
          <p:grpSpPr>
            <a:xfrm>
              <a:off x="2808" y="3533"/>
              <a:ext cx="316" cy="147"/>
              <a:chOff x="3120" y="2318"/>
              <a:chExt cx="316" cy="147"/>
            </a:xfrm>
          </p:grpSpPr>
          <p:sp>
            <p:nvSpPr>
              <p:cNvPr id="1089" name="Google Shape;1089;p8"/>
              <p:cNvSpPr/>
              <p:nvPr/>
            </p:nvSpPr>
            <p:spPr>
              <a:xfrm>
                <a:off x="3123" y="2384"/>
                <a:ext cx="313" cy="81"/>
              </a:xfrm>
              <a:prstGeom prst="ellipse">
                <a:avLst/>
              </a:prstGeom>
              <a:solidFill>
                <a:srgbClr val="FF0000"/>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090" name="Google Shape;1090;p8"/>
              <p:cNvCxnSpPr/>
              <p:nvPr/>
            </p:nvCxnSpPr>
            <p:spPr>
              <a:xfrm>
                <a:off x="3123" y="2377"/>
                <a:ext cx="0" cy="50"/>
              </a:xfrm>
              <a:prstGeom prst="straightConnector1">
                <a:avLst/>
              </a:prstGeom>
              <a:noFill/>
              <a:ln w="12700" cap="flat" cmpd="sng">
                <a:solidFill>
                  <a:schemeClr val="dk1"/>
                </a:solidFill>
                <a:prstDash val="solid"/>
                <a:round/>
                <a:headEnd type="none" w="sm" len="sm"/>
                <a:tailEnd type="none" w="sm" len="sm"/>
              </a:ln>
            </p:spPr>
          </p:cxnSp>
          <p:cxnSp>
            <p:nvCxnSpPr>
              <p:cNvPr id="1091" name="Google Shape;1091;p8"/>
              <p:cNvCxnSpPr/>
              <p:nvPr/>
            </p:nvCxnSpPr>
            <p:spPr>
              <a:xfrm>
                <a:off x="3436" y="2377"/>
                <a:ext cx="0" cy="50"/>
              </a:xfrm>
              <a:prstGeom prst="straightConnector1">
                <a:avLst/>
              </a:prstGeom>
              <a:noFill/>
              <a:ln w="12700" cap="flat" cmpd="sng">
                <a:solidFill>
                  <a:schemeClr val="dk1"/>
                </a:solidFill>
                <a:prstDash val="solid"/>
                <a:round/>
                <a:headEnd type="none" w="sm" len="sm"/>
                <a:tailEnd type="none" w="sm" len="sm"/>
              </a:ln>
            </p:spPr>
          </p:cxnSp>
          <p:sp>
            <p:nvSpPr>
              <p:cNvPr id="1092" name="Google Shape;1092;p8"/>
              <p:cNvSpPr/>
              <p:nvPr/>
            </p:nvSpPr>
            <p:spPr>
              <a:xfrm>
                <a:off x="3123" y="2377"/>
                <a:ext cx="310" cy="4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93" name="Google Shape;1093;p8"/>
              <p:cNvSpPr/>
              <p:nvPr/>
            </p:nvSpPr>
            <p:spPr>
              <a:xfrm>
                <a:off x="3120" y="2318"/>
                <a:ext cx="313" cy="95"/>
              </a:xfrm>
              <a:prstGeom prst="ellipse">
                <a:avLst/>
              </a:prstGeom>
              <a:solidFill>
                <a:srgbClr val="FF0000"/>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094" name="Google Shape;1094;p8"/>
              <p:cNvGrpSpPr/>
              <p:nvPr/>
            </p:nvGrpSpPr>
            <p:grpSpPr>
              <a:xfrm>
                <a:off x="3195" y="2339"/>
                <a:ext cx="156" cy="55"/>
                <a:chOff x="2848" y="848"/>
                <a:chExt cx="140" cy="98"/>
              </a:xfrm>
            </p:grpSpPr>
            <p:cxnSp>
              <p:nvCxnSpPr>
                <p:cNvPr id="1095" name="Google Shape;1095;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096" name="Google Shape;1096;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097" name="Google Shape;1097;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098" name="Google Shape;1098;p8"/>
              <p:cNvGrpSpPr/>
              <p:nvPr/>
            </p:nvGrpSpPr>
            <p:grpSpPr>
              <a:xfrm rot="10800000" flipH="1">
                <a:off x="3195" y="2338"/>
                <a:ext cx="156" cy="56"/>
                <a:chOff x="2848" y="848"/>
                <a:chExt cx="140" cy="98"/>
              </a:xfrm>
            </p:grpSpPr>
            <p:cxnSp>
              <p:nvCxnSpPr>
                <p:cNvPr id="1099" name="Google Shape;1099;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00" name="Google Shape;1100;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01" name="Google Shape;1101;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102" name="Google Shape;1102;p8"/>
            <p:cNvGrpSpPr/>
            <p:nvPr/>
          </p:nvGrpSpPr>
          <p:grpSpPr>
            <a:xfrm>
              <a:off x="3492" y="3302"/>
              <a:ext cx="316" cy="147"/>
              <a:chOff x="3120" y="2318"/>
              <a:chExt cx="316" cy="147"/>
            </a:xfrm>
          </p:grpSpPr>
          <p:sp>
            <p:nvSpPr>
              <p:cNvPr id="1103" name="Google Shape;1103;p8"/>
              <p:cNvSpPr/>
              <p:nvPr/>
            </p:nvSpPr>
            <p:spPr>
              <a:xfrm>
                <a:off x="3123" y="2384"/>
                <a:ext cx="313" cy="81"/>
              </a:xfrm>
              <a:prstGeom prst="ellipse">
                <a:avLst/>
              </a:prstGeom>
              <a:solidFill>
                <a:srgbClr val="FF0000"/>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04" name="Google Shape;1104;p8"/>
              <p:cNvCxnSpPr/>
              <p:nvPr/>
            </p:nvCxnSpPr>
            <p:spPr>
              <a:xfrm>
                <a:off x="3123" y="2377"/>
                <a:ext cx="0" cy="50"/>
              </a:xfrm>
              <a:prstGeom prst="straightConnector1">
                <a:avLst/>
              </a:prstGeom>
              <a:noFill/>
              <a:ln w="12700" cap="flat" cmpd="sng">
                <a:solidFill>
                  <a:schemeClr val="dk1"/>
                </a:solidFill>
                <a:prstDash val="solid"/>
                <a:round/>
                <a:headEnd type="none" w="sm" len="sm"/>
                <a:tailEnd type="none" w="sm" len="sm"/>
              </a:ln>
            </p:spPr>
          </p:cxnSp>
          <p:cxnSp>
            <p:nvCxnSpPr>
              <p:cNvPr id="1105" name="Google Shape;1105;p8"/>
              <p:cNvCxnSpPr/>
              <p:nvPr/>
            </p:nvCxnSpPr>
            <p:spPr>
              <a:xfrm>
                <a:off x="3436" y="2377"/>
                <a:ext cx="0" cy="50"/>
              </a:xfrm>
              <a:prstGeom prst="straightConnector1">
                <a:avLst/>
              </a:prstGeom>
              <a:noFill/>
              <a:ln w="12700" cap="flat" cmpd="sng">
                <a:solidFill>
                  <a:schemeClr val="dk1"/>
                </a:solidFill>
                <a:prstDash val="solid"/>
                <a:round/>
                <a:headEnd type="none" w="sm" len="sm"/>
                <a:tailEnd type="none" w="sm" len="sm"/>
              </a:ln>
            </p:spPr>
          </p:cxnSp>
          <p:sp>
            <p:nvSpPr>
              <p:cNvPr id="1106" name="Google Shape;1106;p8"/>
              <p:cNvSpPr/>
              <p:nvPr/>
            </p:nvSpPr>
            <p:spPr>
              <a:xfrm>
                <a:off x="3123" y="2377"/>
                <a:ext cx="310" cy="4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107" name="Google Shape;1107;p8"/>
              <p:cNvSpPr/>
              <p:nvPr/>
            </p:nvSpPr>
            <p:spPr>
              <a:xfrm>
                <a:off x="3120" y="2318"/>
                <a:ext cx="313" cy="95"/>
              </a:xfrm>
              <a:prstGeom prst="ellipse">
                <a:avLst/>
              </a:prstGeom>
              <a:solidFill>
                <a:srgbClr val="FF0000"/>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108" name="Google Shape;1108;p8"/>
              <p:cNvGrpSpPr/>
              <p:nvPr/>
            </p:nvGrpSpPr>
            <p:grpSpPr>
              <a:xfrm>
                <a:off x="3195" y="2339"/>
                <a:ext cx="156" cy="55"/>
                <a:chOff x="2848" y="848"/>
                <a:chExt cx="140" cy="98"/>
              </a:xfrm>
            </p:grpSpPr>
            <p:cxnSp>
              <p:nvCxnSpPr>
                <p:cNvPr id="1109" name="Google Shape;1109;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10" name="Google Shape;1110;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11" name="Google Shape;1111;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112" name="Google Shape;1112;p8"/>
              <p:cNvGrpSpPr/>
              <p:nvPr/>
            </p:nvGrpSpPr>
            <p:grpSpPr>
              <a:xfrm rot="10800000" flipH="1">
                <a:off x="3195" y="2338"/>
                <a:ext cx="156" cy="56"/>
                <a:chOff x="2848" y="848"/>
                <a:chExt cx="140" cy="98"/>
              </a:xfrm>
            </p:grpSpPr>
            <p:cxnSp>
              <p:nvCxnSpPr>
                <p:cNvPr id="1113" name="Google Shape;1113;p8"/>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14" name="Google Shape;1114;p8"/>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15" name="Google Shape;1115;p8"/>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pic>
        <p:nvPicPr>
          <p:cNvPr id="1116" name="Google Shape;1116;p8"/>
          <p:cNvPicPr preferRelativeResize="0"/>
          <p:nvPr/>
        </p:nvPicPr>
        <p:blipFill rotWithShape="1">
          <a:blip r:embed="rId5">
            <a:alphaModFix/>
          </a:blip>
          <a:srcRect/>
          <a:stretch/>
        </p:blipFill>
        <p:spPr>
          <a:xfrm>
            <a:off x="0" y="0"/>
            <a:ext cx="0" cy="0"/>
          </a:xfrm>
          <a:prstGeom prst="rect">
            <a:avLst/>
          </a:prstGeom>
          <a:noFill/>
          <a:ln>
            <a:noFill/>
          </a:ln>
        </p:spPr>
      </p:pic>
      <p:pic>
        <p:nvPicPr>
          <p:cNvPr id="1117" name="Google Shape;1117;p8"/>
          <p:cNvPicPr preferRelativeResize="0"/>
          <p:nvPr/>
        </p:nvPicPr>
        <p:blipFill rotWithShape="1">
          <a:blip r:embed="rId5">
            <a:alphaModFix/>
          </a:blip>
          <a:srcRect/>
          <a:stretch/>
        </p:blipFill>
        <p:spPr>
          <a:xfrm>
            <a:off x="0" y="0"/>
            <a:ext cx="0" cy="0"/>
          </a:xfrm>
          <a:prstGeom prst="rect">
            <a:avLst/>
          </a:prstGeom>
          <a:noFill/>
          <a:ln>
            <a:noFill/>
          </a:ln>
        </p:spPr>
      </p:pic>
      <p:sp>
        <p:nvSpPr>
          <p:cNvPr id="1118" name="Google Shape;1118;p8"/>
          <p:cNvSpPr txBox="1"/>
          <p:nvPr/>
        </p:nvSpPr>
        <p:spPr>
          <a:xfrm>
            <a:off x="1248550" y="866658"/>
            <a:ext cx="10538638" cy="267765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70C0"/>
              </a:buClr>
              <a:buSzPts val="4800"/>
              <a:buFont typeface="Arial"/>
              <a:buChar char="•"/>
            </a:pPr>
            <a:r>
              <a:rPr lang="en-US" sz="2400" b="1" i="0" u="none" strike="noStrike" cap="none">
                <a:solidFill>
                  <a:srgbClr val="7D28CD"/>
                </a:solidFill>
                <a:latin typeface="Corbel"/>
                <a:ea typeface="Corbel"/>
                <a:cs typeface="Corbel"/>
                <a:sym typeface="Corbel"/>
              </a:rPr>
              <a:t>Call Setup</a:t>
            </a:r>
            <a:r>
              <a:rPr lang="en-US" sz="2400" b="0" i="0" u="none" strike="noStrike" cap="none">
                <a:solidFill>
                  <a:srgbClr val="7D28CD"/>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rbel"/>
                <a:ea typeface="Corbel"/>
                <a:cs typeface="Corbel"/>
                <a:sym typeface="Corbel"/>
              </a:rPr>
              <a:t>	A connection (virtual circuit) is established between sender and receiver before data transfer</a:t>
            </a:r>
            <a:r>
              <a:rPr lang="en-US" sz="1800" b="0" i="0" u="none" strike="noStrike" cap="none">
                <a:solidFill>
                  <a:srgbClr val="000000"/>
                </a:solidFill>
                <a:latin typeface="Corbel"/>
                <a:ea typeface="Corbel"/>
                <a:cs typeface="Corbel"/>
                <a:sym typeface="Corbel"/>
              </a:rPr>
              <a:t>.</a:t>
            </a:r>
            <a:endParaRPr sz="2400" b="1" i="0" u="none" strike="noStrike" cap="none">
              <a:solidFill>
                <a:srgbClr val="000000"/>
              </a:solidFill>
              <a:latin typeface="Corbel"/>
              <a:ea typeface="Corbel"/>
              <a:cs typeface="Corbel"/>
              <a:sym typeface="Corbel"/>
            </a:endParaRPr>
          </a:p>
          <a:p>
            <a:pPr marL="342900" marR="0" lvl="0" indent="-342900" algn="l" rtl="0">
              <a:lnSpc>
                <a:spcPct val="100000"/>
              </a:lnSpc>
              <a:spcBef>
                <a:spcPts val="0"/>
              </a:spcBef>
              <a:spcAft>
                <a:spcPts val="0"/>
              </a:spcAft>
              <a:buClr>
                <a:srgbClr val="0070C0"/>
              </a:buClr>
              <a:buSzPts val="4800"/>
              <a:buFont typeface="Arial"/>
              <a:buChar char="•"/>
            </a:pPr>
            <a:r>
              <a:rPr lang="en-US" sz="2400" b="1" i="0" u="none" strike="noStrike" cap="none">
                <a:solidFill>
                  <a:srgbClr val="7D28CD"/>
                </a:solidFill>
                <a:latin typeface="Corbel"/>
                <a:ea typeface="Corbel"/>
                <a:cs typeface="Corbel"/>
                <a:sym typeface="Corbel"/>
              </a:rPr>
              <a:t>Stateful Routers</a:t>
            </a:r>
            <a:r>
              <a:rPr lang="en-US" sz="2400" b="0" i="0" u="none" strike="noStrike" cap="none">
                <a:solidFill>
                  <a:srgbClr val="7D28CD"/>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rbel"/>
                <a:ea typeface="Corbel"/>
                <a:cs typeface="Corbel"/>
                <a:sym typeface="Corbel"/>
              </a:rPr>
              <a:t>	Routers maintain information about active connections (virtual circuits).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70C0"/>
              </a:buClr>
              <a:buSzPts val="4800"/>
              <a:buFont typeface="Arial"/>
              <a:buChar char="•"/>
            </a:pPr>
            <a:r>
              <a:rPr lang="en-US" sz="2400" b="1" i="0" u="none" strike="noStrike" cap="none">
                <a:solidFill>
                  <a:srgbClr val="7D28CD"/>
                </a:solidFill>
                <a:latin typeface="Corbel"/>
                <a:ea typeface="Corbel"/>
                <a:cs typeface="Corbel"/>
                <a:sym typeface="Corbel"/>
              </a:rPr>
              <a:t>Packet Forwarding</a:t>
            </a:r>
            <a:r>
              <a:rPr lang="en-US" sz="2400" b="0" i="0" u="none" strike="noStrike" cap="none">
                <a:solidFill>
                  <a:srgbClr val="7D28CD"/>
                </a:solidFill>
                <a:latin typeface="Corbel"/>
                <a:ea typeface="Corbel"/>
                <a:cs typeface="Corbel"/>
                <a:sym typeface="Corbe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orbel"/>
                <a:ea typeface="Corbel"/>
                <a:cs typeface="Corbel"/>
                <a:sym typeface="Corbel"/>
              </a:rPr>
              <a:t>	All packets follow the same path through the network.</a:t>
            </a:r>
            <a:endParaRPr sz="1400" b="0" i="0" u="none" strike="noStrike" cap="none">
              <a:solidFill>
                <a:srgbClr val="000000"/>
              </a:solidFill>
              <a:latin typeface="Corbel"/>
              <a:ea typeface="Corbel"/>
              <a:cs typeface="Corbel"/>
              <a:sym typeface="Cor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64"/>
                                        </p:tgtEl>
                                        <p:attrNameLst>
                                          <p:attrName>style.visibility</p:attrName>
                                        </p:attrNameLst>
                                      </p:cBhvr>
                                      <p:to>
                                        <p:strVal val="visible"/>
                                      </p:to>
                                    </p:set>
                                    <p:animEffect transition="in" filter="fade">
                                      <p:cBhvr>
                                        <p:cTn id="31" dur="500"/>
                                        <p:tgtEl>
                                          <p:spTgt spid="1064"/>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065"/>
                                        </p:tgtEl>
                                        <p:attrNameLst>
                                          <p:attrName>style.visibility</p:attrName>
                                        </p:attrNameLst>
                                      </p:cBhvr>
                                      <p:to>
                                        <p:strVal val="visible"/>
                                      </p:to>
                                    </p:set>
                                    <p:animEffect transition="in" filter="fade">
                                      <p:cBhvr>
                                        <p:cTn id="35" dur="500"/>
                                        <p:tgtEl>
                                          <p:spTgt spid="1065"/>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073"/>
                                        </p:tgtEl>
                                        <p:attrNameLst>
                                          <p:attrName>style.visibility</p:attrName>
                                        </p:attrNameLst>
                                      </p:cBhvr>
                                      <p:to>
                                        <p:strVal val="visible"/>
                                      </p:to>
                                    </p:set>
                                    <p:animEffect transition="in" filter="fade">
                                      <p:cBhvr>
                                        <p:cTn id="39" dur="500"/>
                                        <p:tgtEl>
                                          <p:spTgt spid="1073"/>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1066"/>
                                        </p:tgtEl>
                                        <p:attrNameLst>
                                          <p:attrName>style.visibility</p:attrName>
                                        </p:attrNameLst>
                                      </p:cBhvr>
                                      <p:to>
                                        <p:strVal val="visible"/>
                                      </p:to>
                                    </p:set>
                                    <p:animEffect transition="in" filter="fade">
                                      <p:cBhvr>
                                        <p:cTn id="43" dur="500"/>
                                        <p:tgtEl>
                                          <p:spTgt spid="106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067"/>
                                        </p:tgtEl>
                                        <p:attrNameLst>
                                          <p:attrName>style.visibility</p:attrName>
                                        </p:attrNameLst>
                                      </p:cBhvr>
                                      <p:to>
                                        <p:strVal val="visible"/>
                                      </p:to>
                                    </p:set>
                                    <p:animEffect transition="in" filter="fade">
                                      <p:cBhvr>
                                        <p:cTn id="48" dur="500"/>
                                        <p:tgtEl>
                                          <p:spTgt spid="1067"/>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1068"/>
                                        </p:tgtEl>
                                        <p:attrNameLst>
                                          <p:attrName>style.visibility</p:attrName>
                                        </p:attrNameLst>
                                      </p:cBhvr>
                                      <p:to>
                                        <p:strVal val="visible"/>
                                      </p:to>
                                    </p:set>
                                    <p:animEffect transition="in" filter="fade">
                                      <p:cBhvr>
                                        <p:cTn id="52" dur="500"/>
                                        <p:tgtEl>
                                          <p:spTgt spid="1068"/>
                                        </p:tgtEl>
                                      </p:cBhvr>
                                    </p:animEffec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1069"/>
                                        </p:tgtEl>
                                        <p:attrNameLst>
                                          <p:attrName>style.visibility</p:attrName>
                                        </p:attrNameLst>
                                      </p:cBhvr>
                                      <p:to>
                                        <p:strVal val="visible"/>
                                      </p:to>
                                    </p:set>
                                    <p:animEffect transition="in" filter="fade">
                                      <p:cBhvr>
                                        <p:cTn id="56" dur="500"/>
                                        <p:tgtEl>
                                          <p:spTgt spid="106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70"/>
                                        </p:tgtEl>
                                        <p:attrNameLst>
                                          <p:attrName>style.visibility</p:attrName>
                                        </p:attrNameLst>
                                      </p:cBhvr>
                                      <p:to>
                                        <p:strVal val="visible"/>
                                      </p:to>
                                    </p:set>
                                    <p:animEffect transition="in" filter="fade">
                                      <p:cBhvr>
                                        <p:cTn id="61" dur="500"/>
                                        <p:tgtEl>
                                          <p:spTgt spid="1070"/>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1072"/>
                                        </p:tgtEl>
                                        <p:attrNameLst>
                                          <p:attrName>style.visibility</p:attrName>
                                        </p:attrNameLst>
                                      </p:cBhvr>
                                      <p:to>
                                        <p:strVal val="visible"/>
                                      </p:to>
                                    </p:set>
                                    <p:animEffect transition="in" filter="fade">
                                      <p:cBhvr>
                                        <p:cTn id="65" dur="500"/>
                                        <p:tgtEl>
                                          <p:spTgt spid="1072"/>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1071"/>
                                        </p:tgtEl>
                                        <p:attrNameLst>
                                          <p:attrName>style.visibility</p:attrName>
                                        </p:attrNameLst>
                                      </p:cBhvr>
                                      <p:to>
                                        <p:strVal val="visible"/>
                                      </p:to>
                                    </p:set>
                                    <p:animEffect transition="in" filter="fade">
                                      <p:cBhvr>
                                        <p:cTn id="69" dur="500"/>
                                        <p:tgtEl>
                                          <p:spTgt spid="1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p>
            <a:pPr marL="0" lvl="0" indent="0" algn="r" rtl="0">
              <a:lnSpc>
                <a:spcPct val="100000"/>
              </a:lnSpc>
              <a:spcBef>
                <a:spcPts val="0"/>
              </a:spcBef>
              <a:spcAft>
                <a:spcPts val="0"/>
              </a:spcAft>
              <a:buClr>
                <a:schemeClr val="dk1"/>
              </a:buClr>
              <a:buSzPts val="6000"/>
              <a:buFont typeface="Corbel"/>
              <a:buNone/>
            </a:pPr>
            <a:r>
              <a:rPr lang="en-US"/>
              <a:t>Network Layer:</a:t>
            </a:r>
            <a:br>
              <a:rPr lang="en-US"/>
            </a:br>
            <a:r>
              <a:rPr lang="en-US"/>
              <a:t>IPv4 Functions</a:t>
            </a:r>
            <a:endParaRPr/>
          </a:p>
        </p:txBody>
      </p:sp>
      <p:sp>
        <p:nvSpPr>
          <p:cNvPr id="1125" name="Google Shape;1125;p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p>
            <a:pPr marL="0" lvl="0" indent="0" algn="r" rtl="0">
              <a:lnSpc>
                <a:spcPct val="100000"/>
              </a:lnSpc>
              <a:spcBef>
                <a:spcPts val="0"/>
              </a:spcBef>
              <a:spcAft>
                <a:spcPts val="0"/>
              </a:spcAft>
              <a:buSzPts val="3045"/>
              <a:buNone/>
            </a:pPr>
            <a:r>
              <a:rPr lang="en-US"/>
              <a:t>Lecture 9 | CSE421 – Computer Networks</a:t>
            </a:r>
            <a:endParaRPr/>
          </a:p>
          <a:p>
            <a:pPr marL="0" lvl="0" indent="0" algn="r" rtl="0">
              <a:lnSpc>
                <a:spcPct val="100000"/>
              </a:lnSpc>
              <a:spcBef>
                <a:spcPts val="1020"/>
              </a:spcBef>
              <a:spcAft>
                <a:spcPts val="0"/>
              </a:spcAft>
              <a:buSzPts val="3045"/>
              <a:buNone/>
            </a:pPr>
            <a:r>
              <a:rPr lang="en-US"/>
              <a:t>Department of Computer Science and Engineering</a:t>
            </a:r>
            <a:br>
              <a:rPr lang="en-US"/>
            </a:br>
            <a:r>
              <a:rPr lang="en-US"/>
              <a:t>School of Data &amp; Science</a:t>
            </a:r>
            <a:endParaRPr/>
          </a:p>
        </p:txBody>
      </p:sp>
      <p:pic>
        <p:nvPicPr>
          <p:cNvPr id="1126" name="Google Shape;1126;p1"/>
          <p:cNvPicPr preferRelativeResize="0"/>
          <p:nvPr/>
        </p:nvPicPr>
        <p:blipFill rotWithShape="1">
          <a:blip r:embed="rId3">
            <a:alphaModFix/>
          </a:blip>
          <a:srcRect/>
          <a:stretch/>
        </p:blipFill>
        <p:spPr>
          <a:xfrm>
            <a:off x="5276333" y="217086"/>
            <a:ext cx="1639334" cy="15040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4"/>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Functions of Network Layer</a:t>
            </a:r>
            <a:endParaRPr/>
          </a:p>
        </p:txBody>
      </p:sp>
      <p:sp>
        <p:nvSpPr>
          <p:cNvPr id="1132" name="Google Shape;1132;p4"/>
          <p:cNvSpPr txBox="1">
            <a:spLocks noGrp="1"/>
          </p:cNvSpPr>
          <p:nvPr>
            <p:ph type="body" idx="1"/>
          </p:nvPr>
        </p:nvSpPr>
        <p:spPr>
          <a:xfrm>
            <a:off x="795334" y="1066798"/>
            <a:ext cx="5700368" cy="5676899"/>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1080"/>
              </a:spcBef>
              <a:spcAft>
                <a:spcPts val="0"/>
              </a:spcAft>
              <a:buSzPts val="3480"/>
              <a:buChar char="•"/>
            </a:pPr>
            <a:r>
              <a:rPr lang="en-US" sz="2800" b="1">
                <a:solidFill>
                  <a:srgbClr val="7D28CD"/>
                </a:solidFill>
              </a:rPr>
              <a:t>Routing:</a:t>
            </a:r>
            <a:r>
              <a:rPr lang="en-US" sz="2800" b="1"/>
              <a:t> </a:t>
            </a:r>
            <a:endParaRPr sz="2800" b="1"/>
          </a:p>
          <a:p>
            <a:pPr marL="285750" lvl="0" indent="-285750" algn="l" rtl="0">
              <a:lnSpc>
                <a:spcPct val="100000"/>
              </a:lnSpc>
              <a:spcBef>
                <a:spcPts val="1080"/>
              </a:spcBef>
              <a:spcAft>
                <a:spcPts val="0"/>
              </a:spcAft>
              <a:buSzPts val="3480"/>
              <a:buChar char="•"/>
            </a:pPr>
            <a:r>
              <a:rPr lang="en-US"/>
              <a:t>Finds the best path from source → destination</a:t>
            </a:r>
            <a:endParaRPr/>
          </a:p>
          <a:p>
            <a:pPr marL="285750" lvl="0" indent="-285750" algn="l" rtl="0">
              <a:lnSpc>
                <a:spcPct val="100000"/>
              </a:lnSpc>
              <a:spcBef>
                <a:spcPts val="1080"/>
              </a:spcBef>
              <a:spcAft>
                <a:spcPts val="0"/>
              </a:spcAft>
              <a:buSzPts val="3480"/>
              <a:buChar char="•"/>
            </a:pPr>
            <a:r>
              <a:rPr lang="en-US" sz="2400"/>
              <a:t>Done by routing algorithms</a:t>
            </a:r>
            <a:endParaRPr/>
          </a:p>
          <a:p>
            <a:pPr marL="285750" lvl="0" indent="-285750" algn="l" rtl="0">
              <a:lnSpc>
                <a:spcPct val="100000"/>
              </a:lnSpc>
              <a:spcBef>
                <a:spcPts val="1080"/>
              </a:spcBef>
              <a:spcAft>
                <a:spcPts val="0"/>
              </a:spcAft>
              <a:buSzPts val="3480"/>
              <a:buChar char="•"/>
            </a:pPr>
            <a:r>
              <a:rPr lang="en-US"/>
              <a:t>Analogy: planning a trip before you travel</a:t>
            </a:r>
            <a:endParaRPr/>
          </a:p>
          <a:p>
            <a:pPr marL="285750" lvl="0" indent="-64770" algn="l" rtl="0">
              <a:lnSpc>
                <a:spcPct val="100000"/>
              </a:lnSpc>
              <a:spcBef>
                <a:spcPts val="1080"/>
              </a:spcBef>
              <a:spcAft>
                <a:spcPts val="0"/>
              </a:spcAft>
              <a:buSzPts val="3480"/>
              <a:buNone/>
            </a:pPr>
            <a:endParaRPr/>
          </a:p>
          <a:p>
            <a:pPr marL="285750" lvl="0" indent="-285750" algn="l" rtl="0">
              <a:lnSpc>
                <a:spcPct val="100000"/>
              </a:lnSpc>
              <a:spcBef>
                <a:spcPts val="0"/>
              </a:spcBef>
              <a:spcAft>
                <a:spcPts val="0"/>
              </a:spcAft>
              <a:buSzPts val="3480"/>
              <a:buChar char="•"/>
            </a:pPr>
            <a:r>
              <a:rPr lang="en-US" sz="2800" b="1">
                <a:solidFill>
                  <a:srgbClr val="7D28CD"/>
                </a:solidFill>
              </a:rPr>
              <a:t>Forwarding:</a:t>
            </a:r>
            <a:r>
              <a:rPr lang="en-US" sz="2800" b="1"/>
              <a:t> </a:t>
            </a:r>
            <a:endParaRPr sz="2800" b="1"/>
          </a:p>
          <a:p>
            <a:pPr marL="285750" lvl="0" indent="-285750" algn="l" rtl="0">
              <a:lnSpc>
                <a:spcPct val="100000"/>
              </a:lnSpc>
              <a:spcBef>
                <a:spcPts val="0"/>
              </a:spcBef>
              <a:spcAft>
                <a:spcPts val="0"/>
              </a:spcAft>
              <a:buSzPts val="3480"/>
              <a:buChar char="•"/>
            </a:pPr>
            <a:r>
              <a:rPr lang="en-US"/>
              <a:t>move packets from router’s input to appropriate router output</a:t>
            </a:r>
            <a:endParaRPr sz="2000"/>
          </a:p>
          <a:p>
            <a:pPr marL="285750" lvl="0" indent="-285750" algn="l" rtl="0">
              <a:lnSpc>
                <a:spcPct val="100000"/>
              </a:lnSpc>
              <a:spcBef>
                <a:spcPts val="1000"/>
              </a:spcBef>
              <a:spcAft>
                <a:spcPts val="0"/>
              </a:spcAft>
              <a:buSzPts val="2900"/>
              <a:buChar char="•"/>
            </a:pPr>
            <a:r>
              <a:rPr lang="en-US"/>
              <a:t>Analogy: process of getting through a single interchange</a:t>
            </a:r>
            <a:endParaRPr sz="2000"/>
          </a:p>
          <a:p>
            <a:pPr marL="742950" lvl="1" indent="-101600" algn="l" rtl="0">
              <a:lnSpc>
                <a:spcPct val="100000"/>
              </a:lnSpc>
              <a:spcBef>
                <a:spcPts val="1000"/>
              </a:spcBef>
              <a:spcAft>
                <a:spcPts val="0"/>
              </a:spcAft>
              <a:buSzPts val="2900"/>
              <a:buNone/>
            </a:pPr>
            <a:endParaRPr sz="2400"/>
          </a:p>
          <a:p>
            <a:pPr marL="285750" lvl="0" indent="-64770" algn="l" rtl="0">
              <a:lnSpc>
                <a:spcPct val="100000"/>
              </a:lnSpc>
              <a:spcBef>
                <a:spcPts val="1080"/>
              </a:spcBef>
              <a:spcAft>
                <a:spcPts val="0"/>
              </a:spcAft>
              <a:buSzPts val="3480"/>
              <a:buNone/>
            </a:pPr>
            <a:endParaRPr/>
          </a:p>
        </p:txBody>
      </p:sp>
      <p:pic>
        <p:nvPicPr>
          <p:cNvPr id="1133" name="Google Shape;1133;p4"/>
          <p:cNvPicPr preferRelativeResize="0"/>
          <p:nvPr/>
        </p:nvPicPr>
        <p:blipFill rotWithShape="1">
          <a:blip r:embed="rId3">
            <a:alphaModFix/>
          </a:blip>
          <a:srcRect/>
          <a:stretch/>
        </p:blipFill>
        <p:spPr>
          <a:xfrm>
            <a:off x="11029276" y="0"/>
            <a:ext cx="1162724" cy="1066799"/>
          </a:xfrm>
          <a:prstGeom prst="rect">
            <a:avLst/>
          </a:prstGeom>
          <a:noFill/>
          <a:ln>
            <a:noFill/>
          </a:ln>
        </p:spPr>
      </p:pic>
      <p:grpSp>
        <p:nvGrpSpPr>
          <p:cNvPr id="1134" name="Google Shape;1134;p4"/>
          <p:cNvGrpSpPr/>
          <p:nvPr/>
        </p:nvGrpSpPr>
        <p:grpSpPr>
          <a:xfrm>
            <a:off x="6142693" y="1181193"/>
            <a:ext cx="5416556" cy="5245113"/>
            <a:chOff x="470" y="129"/>
            <a:chExt cx="3412" cy="3304"/>
          </a:xfrm>
        </p:grpSpPr>
        <p:sp>
          <p:nvSpPr>
            <p:cNvPr id="1135" name="Google Shape;1135;p4"/>
            <p:cNvSpPr/>
            <p:nvPr/>
          </p:nvSpPr>
          <p:spPr>
            <a:xfrm>
              <a:off x="2031" y="2058"/>
              <a:ext cx="1794" cy="933"/>
            </a:xfrm>
            <a:custGeom>
              <a:avLst/>
              <a:gdLst/>
              <a:ahLst/>
              <a:cxnLst/>
              <a:rect l="l" t="t" r="r" b="b"/>
              <a:pathLst>
                <a:path w="1794" h="933" extrusionOk="0">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136" name="Google Shape;1136;p4"/>
            <p:cNvSpPr/>
            <p:nvPr/>
          </p:nvSpPr>
          <p:spPr>
            <a:xfrm>
              <a:off x="1090" y="1594"/>
              <a:ext cx="1443" cy="816"/>
            </a:xfrm>
            <a:custGeom>
              <a:avLst/>
              <a:gdLst/>
              <a:ahLst/>
              <a:cxnLst/>
              <a:rect l="l" t="t" r="r" b="b"/>
              <a:pathLst>
                <a:path w="1443" h="816" extrusionOk="0">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137" name="Google Shape;1137;p4"/>
            <p:cNvSpPr/>
            <p:nvPr/>
          </p:nvSpPr>
          <p:spPr>
            <a:xfrm>
              <a:off x="1084" y="129"/>
              <a:ext cx="1460" cy="147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8" name="Google Shape;1138;p4"/>
            <p:cNvSpPr/>
            <p:nvPr/>
          </p:nvSpPr>
          <p:spPr>
            <a:xfrm>
              <a:off x="1163" y="162"/>
              <a:ext cx="1320" cy="381"/>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9" name="Google Shape;1139;p4"/>
            <p:cNvSpPr/>
            <p:nvPr/>
          </p:nvSpPr>
          <p:spPr>
            <a:xfrm>
              <a:off x="2433" y="2249"/>
              <a:ext cx="342" cy="186"/>
            </a:xfrm>
            <a:custGeom>
              <a:avLst/>
              <a:gdLst/>
              <a:ahLst/>
              <a:cxnLst/>
              <a:rect l="l" t="t" r="r" b="b"/>
              <a:pathLst>
                <a:path w="342" h="186" extrusionOk="0">
                  <a:moveTo>
                    <a:pt x="0" y="186"/>
                  </a:moveTo>
                  <a:lnTo>
                    <a:pt x="342"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1140" name="Google Shape;1140;p4"/>
            <p:cNvGrpSpPr/>
            <p:nvPr/>
          </p:nvGrpSpPr>
          <p:grpSpPr>
            <a:xfrm>
              <a:off x="2122" y="2359"/>
              <a:ext cx="316" cy="147"/>
              <a:chOff x="3600" y="219"/>
              <a:chExt cx="360" cy="175"/>
            </a:xfrm>
          </p:grpSpPr>
          <p:sp>
            <p:nvSpPr>
              <p:cNvPr id="1141" name="Google Shape;1141;p4"/>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42" name="Google Shape;1142;p4"/>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143" name="Google Shape;1143;p4"/>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144" name="Google Shape;1144;p4"/>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145" name="Google Shape;1145;p4"/>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146" name="Google Shape;1146;p4"/>
              <p:cNvGrpSpPr/>
              <p:nvPr/>
            </p:nvGrpSpPr>
            <p:grpSpPr>
              <a:xfrm>
                <a:off x="3686" y="244"/>
                <a:ext cx="177" cy="66"/>
                <a:chOff x="2848" y="848"/>
                <a:chExt cx="140" cy="98"/>
              </a:xfrm>
            </p:grpSpPr>
            <p:cxnSp>
              <p:nvCxnSpPr>
                <p:cNvPr id="1147" name="Google Shape;1147;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48" name="Google Shape;1148;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49" name="Google Shape;1149;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150" name="Google Shape;1150;p4"/>
              <p:cNvGrpSpPr/>
              <p:nvPr/>
            </p:nvGrpSpPr>
            <p:grpSpPr>
              <a:xfrm rot="10800000" flipH="1">
                <a:off x="3686" y="243"/>
                <a:ext cx="177" cy="66"/>
                <a:chOff x="2848" y="848"/>
                <a:chExt cx="140" cy="98"/>
              </a:xfrm>
            </p:grpSpPr>
            <p:cxnSp>
              <p:nvCxnSpPr>
                <p:cNvPr id="1151" name="Google Shape;1151;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52" name="Google Shape;1152;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53" name="Google Shape;1153;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154" name="Google Shape;1154;p4"/>
            <p:cNvGrpSpPr/>
            <p:nvPr/>
          </p:nvGrpSpPr>
          <p:grpSpPr>
            <a:xfrm>
              <a:off x="2344" y="2761"/>
              <a:ext cx="316" cy="147"/>
              <a:chOff x="3600" y="219"/>
              <a:chExt cx="360" cy="175"/>
            </a:xfrm>
          </p:grpSpPr>
          <p:sp>
            <p:nvSpPr>
              <p:cNvPr id="1155" name="Google Shape;1155;p4"/>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56" name="Google Shape;1156;p4"/>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157" name="Google Shape;1157;p4"/>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158" name="Google Shape;1158;p4"/>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159" name="Google Shape;1159;p4"/>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160" name="Google Shape;1160;p4"/>
              <p:cNvGrpSpPr/>
              <p:nvPr/>
            </p:nvGrpSpPr>
            <p:grpSpPr>
              <a:xfrm>
                <a:off x="3686" y="244"/>
                <a:ext cx="177" cy="66"/>
                <a:chOff x="2848" y="848"/>
                <a:chExt cx="140" cy="98"/>
              </a:xfrm>
            </p:grpSpPr>
            <p:cxnSp>
              <p:nvCxnSpPr>
                <p:cNvPr id="1161" name="Google Shape;1161;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62" name="Google Shape;1162;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63" name="Google Shape;1163;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164" name="Google Shape;1164;p4"/>
              <p:cNvGrpSpPr/>
              <p:nvPr/>
            </p:nvGrpSpPr>
            <p:grpSpPr>
              <a:xfrm rot="10800000" flipH="1">
                <a:off x="3686" y="243"/>
                <a:ext cx="177" cy="66"/>
                <a:chOff x="2848" y="848"/>
                <a:chExt cx="140" cy="98"/>
              </a:xfrm>
            </p:grpSpPr>
            <p:cxnSp>
              <p:nvCxnSpPr>
                <p:cNvPr id="1165" name="Google Shape;1165;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66" name="Google Shape;1166;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67" name="Google Shape;1167;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168" name="Google Shape;1168;p4"/>
            <p:cNvGrpSpPr/>
            <p:nvPr/>
          </p:nvGrpSpPr>
          <p:grpSpPr>
            <a:xfrm>
              <a:off x="2769" y="2167"/>
              <a:ext cx="316" cy="147"/>
              <a:chOff x="3600" y="219"/>
              <a:chExt cx="360" cy="175"/>
            </a:xfrm>
          </p:grpSpPr>
          <p:sp>
            <p:nvSpPr>
              <p:cNvPr id="1169" name="Google Shape;1169;p4"/>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70" name="Google Shape;1170;p4"/>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171" name="Google Shape;1171;p4"/>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172" name="Google Shape;1172;p4"/>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173" name="Google Shape;1173;p4"/>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174" name="Google Shape;1174;p4"/>
              <p:cNvGrpSpPr/>
              <p:nvPr/>
            </p:nvGrpSpPr>
            <p:grpSpPr>
              <a:xfrm>
                <a:off x="3686" y="244"/>
                <a:ext cx="177" cy="66"/>
                <a:chOff x="2848" y="848"/>
                <a:chExt cx="140" cy="98"/>
              </a:xfrm>
            </p:grpSpPr>
            <p:cxnSp>
              <p:nvCxnSpPr>
                <p:cNvPr id="1175" name="Google Shape;1175;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76" name="Google Shape;1176;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77" name="Google Shape;1177;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178" name="Google Shape;1178;p4"/>
              <p:cNvGrpSpPr/>
              <p:nvPr/>
            </p:nvGrpSpPr>
            <p:grpSpPr>
              <a:xfrm rot="10800000" flipH="1">
                <a:off x="3686" y="243"/>
                <a:ext cx="177" cy="66"/>
                <a:chOff x="2848" y="848"/>
                <a:chExt cx="140" cy="98"/>
              </a:xfrm>
            </p:grpSpPr>
            <p:cxnSp>
              <p:nvCxnSpPr>
                <p:cNvPr id="1179" name="Google Shape;1179;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80" name="Google Shape;1180;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81" name="Google Shape;1181;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182" name="Google Shape;1182;p4"/>
            <p:cNvGrpSpPr/>
            <p:nvPr/>
          </p:nvGrpSpPr>
          <p:grpSpPr>
            <a:xfrm>
              <a:off x="2720" y="2586"/>
              <a:ext cx="315" cy="147"/>
              <a:chOff x="3600" y="219"/>
              <a:chExt cx="360" cy="175"/>
            </a:xfrm>
          </p:grpSpPr>
          <p:sp>
            <p:nvSpPr>
              <p:cNvPr id="1183" name="Google Shape;1183;p4"/>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84" name="Google Shape;1184;p4"/>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185" name="Google Shape;1185;p4"/>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186" name="Google Shape;1186;p4"/>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187" name="Google Shape;1187;p4"/>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188" name="Google Shape;1188;p4"/>
              <p:cNvGrpSpPr/>
              <p:nvPr/>
            </p:nvGrpSpPr>
            <p:grpSpPr>
              <a:xfrm>
                <a:off x="3686" y="244"/>
                <a:ext cx="177" cy="66"/>
                <a:chOff x="2848" y="848"/>
                <a:chExt cx="140" cy="98"/>
              </a:xfrm>
            </p:grpSpPr>
            <p:cxnSp>
              <p:nvCxnSpPr>
                <p:cNvPr id="1189" name="Google Shape;1189;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90" name="Google Shape;1190;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91" name="Google Shape;1191;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192" name="Google Shape;1192;p4"/>
              <p:cNvGrpSpPr/>
              <p:nvPr/>
            </p:nvGrpSpPr>
            <p:grpSpPr>
              <a:xfrm rot="10800000" flipH="1">
                <a:off x="3686" y="243"/>
                <a:ext cx="177" cy="66"/>
                <a:chOff x="2848" y="848"/>
                <a:chExt cx="140" cy="98"/>
              </a:xfrm>
            </p:grpSpPr>
            <p:cxnSp>
              <p:nvCxnSpPr>
                <p:cNvPr id="1193" name="Google Shape;1193;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194" name="Google Shape;1194;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195" name="Google Shape;1195;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196" name="Google Shape;1196;p4"/>
            <p:cNvGrpSpPr/>
            <p:nvPr/>
          </p:nvGrpSpPr>
          <p:grpSpPr>
            <a:xfrm>
              <a:off x="3120" y="2773"/>
              <a:ext cx="316" cy="147"/>
              <a:chOff x="3600" y="219"/>
              <a:chExt cx="360" cy="175"/>
            </a:xfrm>
          </p:grpSpPr>
          <p:sp>
            <p:nvSpPr>
              <p:cNvPr id="1197" name="Google Shape;1197;p4"/>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198" name="Google Shape;1198;p4"/>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199" name="Google Shape;1199;p4"/>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200" name="Google Shape;1200;p4"/>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201" name="Google Shape;1201;p4"/>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202" name="Google Shape;1202;p4"/>
              <p:cNvGrpSpPr/>
              <p:nvPr/>
            </p:nvGrpSpPr>
            <p:grpSpPr>
              <a:xfrm>
                <a:off x="3686" y="244"/>
                <a:ext cx="177" cy="66"/>
                <a:chOff x="2848" y="848"/>
                <a:chExt cx="140" cy="98"/>
              </a:xfrm>
            </p:grpSpPr>
            <p:cxnSp>
              <p:nvCxnSpPr>
                <p:cNvPr id="1203" name="Google Shape;1203;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204" name="Google Shape;1204;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205" name="Google Shape;1205;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206" name="Google Shape;1206;p4"/>
              <p:cNvGrpSpPr/>
              <p:nvPr/>
            </p:nvGrpSpPr>
            <p:grpSpPr>
              <a:xfrm rot="10800000" flipH="1">
                <a:off x="3686" y="243"/>
                <a:ext cx="177" cy="66"/>
                <a:chOff x="2848" y="848"/>
                <a:chExt cx="140" cy="98"/>
              </a:xfrm>
            </p:grpSpPr>
            <p:cxnSp>
              <p:nvCxnSpPr>
                <p:cNvPr id="1207" name="Google Shape;1207;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208" name="Google Shape;1208;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209" name="Google Shape;1209;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210" name="Google Shape;1210;p4"/>
            <p:cNvGrpSpPr/>
            <p:nvPr/>
          </p:nvGrpSpPr>
          <p:grpSpPr>
            <a:xfrm>
              <a:off x="3400" y="2360"/>
              <a:ext cx="316" cy="147"/>
              <a:chOff x="3600" y="219"/>
              <a:chExt cx="360" cy="175"/>
            </a:xfrm>
          </p:grpSpPr>
          <p:sp>
            <p:nvSpPr>
              <p:cNvPr id="1211" name="Google Shape;1211;p4"/>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12" name="Google Shape;1212;p4"/>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213" name="Google Shape;1213;p4"/>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214" name="Google Shape;1214;p4"/>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215" name="Google Shape;1215;p4"/>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216" name="Google Shape;1216;p4"/>
              <p:cNvGrpSpPr/>
              <p:nvPr/>
            </p:nvGrpSpPr>
            <p:grpSpPr>
              <a:xfrm>
                <a:off x="3686" y="244"/>
                <a:ext cx="177" cy="66"/>
                <a:chOff x="2848" y="848"/>
                <a:chExt cx="140" cy="98"/>
              </a:xfrm>
            </p:grpSpPr>
            <p:cxnSp>
              <p:nvCxnSpPr>
                <p:cNvPr id="1217" name="Google Shape;1217;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218" name="Google Shape;1218;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219" name="Google Shape;1219;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220" name="Google Shape;1220;p4"/>
              <p:cNvGrpSpPr/>
              <p:nvPr/>
            </p:nvGrpSpPr>
            <p:grpSpPr>
              <a:xfrm rot="10800000" flipH="1">
                <a:off x="3686" y="243"/>
                <a:ext cx="177" cy="66"/>
                <a:chOff x="2848" y="848"/>
                <a:chExt cx="140" cy="98"/>
              </a:xfrm>
            </p:grpSpPr>
            <p:cxnSp>
              <p:nvCxnSpPr>
                <p:cNvPr id="1221" name="Google Shape;1221;p4"/>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222" name="Google Shape;1222;p4"/>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223" name="Google Shape;1223;p4"/>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sp>
          <p:nvSpPr>
            <p:cNvPr id="1224" name="Google Shape;1224;p4"/>
            <p:cNvSpPr/>
            <p:nvPr/>
          </p:nvSpPr>
          <p:spPr>
            <a:xfrm>
              <a:off x="3089" y="2245"/>
              <a:ext cx="318" cy="194"/>
            </a:xfrm>
            <a:custGeom>
              <a:avLst/>
              <a:gdLst/>
              <a:ahLst/>
              <a:cxnLst/>
              <a:rect l="l" t="t" r="r" b="b"/>
              <a:pathLst>
                <a:path w="318" h="194" extrusionOk="0">
                  <a:moveTo>
                    <a:pt x="0" y="0"/>
                  </a:moveTo>
                  <a:lnTo>
                    <a:pt x="318" y="19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25" name="Google Shape;1225;p4"/>
            <p:cNvSpPr/>
            <p:nvPr/>
          </p:nvSpPr>
          <p:spPr>
            <a:xfrm>
              <a:off x="2418" y="2492"/>
              <a:ext cx="303" cy="150"/>
            </a:xfrm>
            <a:custGeom>
              <a:avLst/>
              <a:gdLst/>
              <a:ahLst/>
              <a:cxnLst/>
              <a:rect l="l" t="t" r="r" b="b"/>
              <a:pathLst>
                <a:path w="294" h="174" extrusionOk="0">
                  <a:moveTo>
                    <a:pt x="0" y="0"/>
                  </a:moveTo>
                  <a:lnTo>
                    <a:pt x="294" y="174"/>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26" name="Google Shape;1226;p4"/>
            <p:cNvSpPr/>
            <p:nvPr/>
          </p:nvSpPr>
          <p:spPr>
            <a:xfrm>
              <a:off x="3015" y="2477"/>
              <a:ext cx="396" cy="156"/>
            </a:xfrm>
            <a:custGeom>
              <a:avLst/>
              <a:gdLst/>
              <a:ahLst/>
              <a:cxnLst/>
              <a:rect l="l" t="t" r="r" b="b"/>
              <a:pathLst>
                <a:path w="378" h="174" extrusionOk="0">
                  <a:moveTo>
                    <a:pt x="0" y="174"/>
                  </a:moveTo>
                  <a:lnTo>
                    <a:pt x="378"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27" name="Google Shape;1227;p4"/>
            <p:cNvSpPr/>
            <p:nvPr/>
          </p:nvSpPr>
          <p:spPr>
            <a:xfrm>
              <a:off x="3435" y="2511"/>
              <a:ext cx="130" cy="320"/>
            </a:xfrm>
            <a:custGeom>
              <a:avLst/>
              <a:gdLst/>
              <a:ahLst/>
              <a:cxnLst/>
              <a:rect l="l" t="t" r="r" b="b"/>
              <a:pathLst>
                <a:path w="118" h="500" extrusionOk="0">
                  <a:moveTo>
                    <a:pt x="0" y="500"/>
                  </a:moveTo>
                  <a:lnTo>
                    <a:pt x="118"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28" name="Google Shape;1228;p4"/>
            <p:cNvSpPr/>
            <p:nvPr/>
          </p:nvSpPr>
          <p:spPr>
            <a:xfrm>
              <a:off x="2657" y="2847"/>
              <a:ext cx="464" cy="47"/>
            </a:xfrm>
            <a:custGeom>
              <a:avLst/>
              <a:gdLst/>
              <a:ahLst/>
              <a:cxnLst/>
              <a:rect l="l" t="t" r="r" b="b"/>
              <a:pathLst>
                <a:path w="370" h="32" extrusionOk="0">
                  <a:moveTo>
                    <a:pt x="370" y="32"/>
                  </a:moveTo>
                  <a:lnTo>
                    <a:pt x="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29" name="Google Shape;1229;p4"/>
            <p:cNvSpPr/>
            <p:nvPr/>
          </p:nvSpPr>
          <p:spPr>
            <a:xfrm>
              <a:off x="2319" y="2507"/>
              <a:ext cx="122" cy="268"/>
            </a:xfrm>
            <a:custGeom>
              <a:avLst/>
              <a:gdLst/>
              <a:ahLst/>
              <a:cxnLst/>
              <a:rect l="l" t="t" r="r" b="b"/>
              <a:pathLst>
                <a:path w="176" h="412" extrusionOk="0">
                  <a:moveTo>
                    <a:pt x="162" y="408"/>
                  </a:moveTo>
                  <a:lnTo>
                    <a:pt x="176" y="412"/>
                  </a:lnTo>
                  <a:lnTo>
                    <a:pt x="0" y="0"/>
                  </a:ln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30" name="Google Shape;1230;p4"/>
            <p:cNvSpPr/>
            <p:nvPr/>
          </p:nvSpPr>
          <p:spPr>
            <a:xfrm>
              <a:off x="1128" y="2264"/>
              <a:ext cx="728" cy="15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31" name="Google Shape;1231;p4"/>
            <p:cNvSpPr/>
            <p:nvPr/>
          </p:nvSpPr>
          <p:spPr>
            <a:xfrm>
              <a:off x="1113" y="2279"/>
              <a:ext cx="723" cy="15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32" name="Google Shape;1232;p4"/>
            <p:cNvCxnSpPr/>
            <p:nvPr/>
          </p:nvCxnSpPr>
          <p:spPr>
            <a:xfrm>
              <a:off x="1759" y="2362"/>
              <a:ext cx="266" cy="0"/>
            </a:xfrm>
            <a:prstGeom prst="straightConnector1">
              <a:avLst/>
            </a:prstGeom>
            <a:noFill/>
            <a:ln w="9525" cap="flat" cmpd="sng">
              <a:solidFill>
                <a:schemeClr val="accent2"/>
              </a:solidFill>
              <a:prstDash val="solid"/>
              <a:round/>
              <a:headEnd type="none" w="sm" len="sm"/>
              <a:tailEnd type="triangle" w="med" len="med"/>
            </a:ln>
          </p:spPr>
        </p:cxnSp>
        <p:sp>
          <p:nvSpPr>
            <p:cNvPr id="1233" name="Google Shape;1233;p4"/>
            <p:cNvSpPr txBox="1"/>
            <p:nvPr/>
          </p:nvSpPr>
          <p:spPr>
            <a:xfrm>
              <a:off x="2390" y="2183"/>
              <a:ext cx="196"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234" name="Google Shape;1234;p4"/>
            <p:cNvSpPr txBox="1"/>
            <p:nvPr/>
          </p:nvSpPr>
          <p:spPr>
            <a:xfrm>
              <a:off x="2336" y="2459"/>
              <a:ext cx="187"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235" name="Google Shape;1235;p4"/>
            <p:cNvSpPr txBox="1"/>
            <p:nvPr/>
          </p:nvSpPr>
          <p:spPr>
            <a:xfrm>
              <a:off x="2178" y="2505"/>
              <a:ext cx="187" cy="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236" name="Google Shape;1236;p4"/>
            <p:cNvSpPr/>
            <p:nvPr/>
          </p:nvSpPr>
          <p:spPr>
            <a:xfrm>
              <a:off x="1509" y="2281"/>
              <a:ext cx="269" cy="151"/>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37" name="Google Shape;1237;p4"/>
            <p:cNvSpPr txBox="1"/>
            <p:nvPr/>
          </p:nvSpPr>
          <p:spPr>
            <a:xfrm>
              <a:off x="1479" y="2264"/>
              <a:ext cx="328" cy="1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0111</a:t>
              </a:r>
              <a:endParaRPr sz="1400" b="0" i="0" u="none" strike="noStrike" cap="none">
                <a:solidFill>
                  <a:srgbClr val="000000"/>
                </a:solidFill>
                <a:latin typeface="Arial"/>
                <a:ea typeface="Arial"/>
                <a:cs typeface="Arial"/>
                <a:sym typeface="Arial"/>
              </a:endParaRPr>
            </a:p>
          </p:txBody>
        </p:sp>
        <p:sp>
          <p:nvSpPr>
            <p:cNvPr id="1238" name="Google Shape;1238;p4"/>
            <p:cNvSpPr txBox="1"/>
            <p:nvPr/>
          </p:nvSpPr>
          <p:spPr>
            <a:xfrm>
              <a:off x="470" y="2579"/>
              <a:ext cx="1019" cy="3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value in arriving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Arial"/>
                  <a:ea typeface="Arial"/>
                  <a:cs typeface="Arial"/>
                  <a:sym typeface="Arial"/>
                </a:rPr>
                <a:t>packet’s header</a:t>
              </a:r>
              <a:endParaRPr sz="1400" b="0" i="0" u="none" strike="noStrike" cap="none">
                <a:solidFill>
                  <a:srgbClr val="000000"/>
                </a:solidFill>
                <a:latin typeface="Arial"/>
                <a:ea typeface="Arial"/>
                <a:cs typeface="Arial"/>
                <a:sym typeface="Arial"/>
              </a:endParaRPr>
            </a:p>
          </p:txBody>
        </p:sp>
        <p:cxnSp>
          <p:nvCxnSpPr>
            <p:cNvPr id="1239" name="Google Shape;1239;p4"/>
            <p:cNvCxnSpPr/>
            <p:nvPr/>
          </p:nvCxnSpPr>
          <p:spPr>
            <a:xfrm rot="10800000">
              <a:off x="1269" y="2444"/>
              <a:ext cx="850" cy="0"/>
            </a:xfrm>
            <a:prstGeom prst="straightConnector1">
              <a:avLst/>
            </a:prstGeom>
            <a:noFill/>
            <a:ln w="9525" cap="flat" cmpd="sng">
              <a:solidFill>
                <a:schemeClr val="dk1"/>
              </a:solidFill>
              <a:prstDash val="solid"/>
              <a:round/>
              <a:headEnd type="none" w="sm" len="sm"/>
              <a:tailEnd type="none" w="sm" len="sm"/>
            </a:ln>
          </p:spPr>
        </p:cxnSp>
        <p:sp>
          <p:nvSpPr>
            <p:cNvPr id="1240" name="Google Shape;1240;p4"/>
            <p:cNvSpPr txBox="1"/>
            <p:nvPr/>
          </p:nvSpPr>
          <p:spPr>
            <a:xfrm>
              <a:off x="1244" y="261"/>
              <a:ext cx="1174" cy="1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routing algorithm</a:t>
              </a:r>
              <a:endParaRPr sz="1400" b="0" i="0" u="none" strike="noStrike" cap="none">
                <a:solidFill>
                  <a:srgbClr val="000000"/>
                </a:solidFill>
                <a:latin typeface="Arial"/>
                <a:ea typeface="Arial"/>
                <a:cs typeface="Arial"/>
                <a:sym typeface="Arial"/>
              </a:endParaRPr>
            </a:p>
          </p:txBody>
        </p:sp>
        <p:sp>
          <p:nvSpPr>
            <p:cNvPr id="1241" name="Google Shape;1241;p4"/>
            <p:cNvSpPr/>
            <p:nvPr/>
          </p:nvSpPr>
          <p:spPr>
            <a:xfrm>
              <a:off x="1197" y="732"/>
              <a:ext cx="1263" cy="80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42" name="Google Shape;1242;p4"/>
            <p:cNvSpPr txBox="1"/>
            <p:nvPr/>
          </p:nvSpPr>
          <p:spPr>
            <a:xfrm>
              <a:off x="1248" y="702"/>
              <a:ext cx="1171"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local forwarding table</a:t>
              </a:r>
              <a:endParaRPr sz="1400" b="0" i="0" u="none" strike="noStrike" cap="none">
                <a:solidFill>
                  <a:srgbClr val="000000"/>
                </a:solidFill>
                <a:latin typeface="Arial"/>
                <a:ea typeface="Arial"/>
                <a:cs typeface="Arial"/>
                <a:sym typeface="Arial"/>
              </a:endParaRPr>
            </a:p>
          </p:txBody>
        </p:sp>
        <p:sp>
          <p:nvSpPr>
            <p:cNvPr id="1243" name="Google Shape;1243;p4"/>
            <p:cNvSpPr txBox="1"/>
            <p:nvPr/>
          </p:nvSpPr>
          <p:spPr>
            <a:xfrm>
              <a:off x="1174" y="858"/>
              <a:ext cx="764" cy="1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header value</a:t>
              </a:r>
              <a:endParaRPr sz="1400" b="0" i="0" u="none" strike="noStrike" cap="none">
                <a:solidFill>
                  <a:srgbClr val="000000"/>
                </a:solidFill>
                <a:latin typeface="Arial"/>
                <a:ea typeface="Arial"/>
                <a:cs typeface="Arial"/>
                <a:sym typeface="Arial"/>
              </a:endParaRPr>
            </a:p>
          </p:txBody>
        </p:sp>
        <p:sp>
          <p:nvSpPr>
            <p:cNvPr id="1244" name="Google Shape;1244;p4"/>
            <p:cNvSpPr txBox="1"/>
            <p:nvPr/>
          </p:nvSpPr>
          <p:spPr>
            <a:xfrm>
              <a:off x="1846" y="859"/>
              <a:ext cx="656" cy="1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output link</a:t>
              </a:r>
              <a:endParaRPr sz="1400" b="0" i="0" u="none" strike="noStrike" cap="none">
                <a:solidFill>
                  <a:srgbClr val="000000"/>
                </a:solidFill>
                <a:latin typeface="Arial"/>
                <a:ea typeface="Arial"/>
                <a:cs typeface="Arial"/>
                <a:sym typeface="Arial"/>
              </a:endParaRPr>
            </a:p>
          </p:txBody>
        </p:sp>
        <p:cxnSp>
          <p:nvCxnSpPr>
            <p:cNvPr id="1245" name="Google Shape;1245;p4"/>
            <p:cNvCxnSpPr/>
            <p:nvPr/>
          </p:nvCxnSpPr>
          <p:spPr>
            <a:xfrm>
              <a:off x="1908" y="866"/>
              <a:ext cx="5" cy="672"/>
            </a:xfrm>
            <a:prstGeom prst="straightConnector1">
              <a:avLst/>
            </a:prstGeom>
            <a:noFill/>
            <a:ln w="9525" cap="flat" cmpd="sng">
              <a:solidFill>
                <a:schemeClr val="dk1"/>
              </a:solidFill>
              <a:prstDash val="solid"/>
              <a:round/>
              <a:headEnd type="none" w="sm" len="sm"/>
              <a:tailEnd type="none" w="sm" len="sm"/>
            </a:ln>
          </p:spPr>
        </p:cxnSp>
        <p:sp>
          <p:nvSpPr>
            <p:cNvPr id="1246" name="Google Shape;1246;p4"/>
            <p:cNvSpPr txBox="1"/>
            <p:nvPr/>
          </p:nvSpPr>
          <p:spPr>
            <a:xfrm>
              <a:off x="1587" y="1037"/>
              <a:ext cx="328" cy="51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0100</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0101</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0111</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1001</a:t>
              </a:r>
              <a:endParaRPr sz="1400" b="0" i="0" u="none" strike="noStrike" cap="none">
                <a:solidFill>
                  <a:srgbClr val="000000"/>
                </a:solidFill>
                <a:latin typeface="Arial"/>
                <a:ea typeface="Arial"/>
                <a:cs typeface="Arial"/>
                <a:sym typeface="Arial"/>
              </a:endParaRPr>
            </a:p>
          </p:txBody>
        </p:sp>
        <p:sp>
          <p:nvSpPr>
            <p:cNvPr id="1247" name="Google Shape;1247;p4"/>
            <p:cNvSpPr txBox="1"/>
            <p:nvPr/>
          </p:nvSpPr>
          <p:spPr>
            <a:xfrm>
              <a:off x="1918" y="1037"/>
              <a:ext cx="169" cy="5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cxnSp>
          <p:nvCxnSpPr>
            <p:cNvPr id="1248" name="Google Shape;1248;p4"/>
            <p:cNvCxnSpPr/>
            <p:nvPr/>
          </p:nvCxnSpPr>
          <p:spPr>
            <a:xfrm>
              <a:off x="1197" y="1028"/>
              <a:ext cx="1264" cy="0"/>
            </a:xfrm>
            <a:prstGeom prst="straightConnector1">
              <a:avLst/>
            </a:prstGeom>
            <a:noFill/>
            <a:ln w="9525" cap="flat" cmpd="sng">
              <a:solidFill>
                <a:schemeClr val="dk1"/>
              </a:solidFill>
              <a:prstDash val="solid"/>
              <a:round/>
              <a:headEnd type="none" w="sm" len="sm"/>
              <a:tailEnd type="none" w="sm" len="sm"/>
            </a:ln>
          </p:spPr>
        </p:cxnSp>
        <p:cxnSp>
          <p:nvCxnSpPr>
            <p:cNvPr id="1249" name="Google Shape;1249;p4"/>
            <p:cNvCxnSpPr/>
            <p:nvPr/>
          </p:nvCxnSpPr>
          <p:spPr>
            <a:xfrm>
              <a:off x="1192" y="872"/>
              <a:ext cx="1264" cy="0"/>
            </a:xfrm>
            <a:prstGeom prst="straightConnector1">
              <a:avLst/>
            </a:prstGeom>
            <a:noFill/>
            <a:ln w="9525" cap="flat" cmpd="sng">
              <a:solidFill>
                <a:schemeClr val="dk1"/>
              </a:solidFill>
              <a:prstDash val="solid"/>
              <a:round/>
              <a:headEnd type="none" w="sm" len="sm"/>
              <a:tailEnd type="none" w="sm" len="sm"/>
            </a:ln>
          </p:spPr>
        </p:cxnSp>
        <p:sp>
          <p:nvSpPr>
            <p:cNvPr id="1250" name="Google Shape;1250;p4"/>
            <p:cNvSpPr/>
            <p:nvPr/>
          </p:nvSpPr>
          <p:spPr>
            <a:xfrm rot="5400000">
              <a:off x="1763" y="548"/>
              <a:ext cx="151" cy="172"/>
            </a:xfrm>
            <a:prstGeom prst="rightArrow">
              <a:avLst>
                <a:gd name="adj1" fmla="val 51167"/>
                <a:gd name="adj2" fmla="val 39736"/>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51" name="Google Shape;1251;p4"/>
            <p:cNvCxnSpPr/>
            <p:nvPr/>
          </p:nvCxnSpPr>
          <p:spPr>
            <a:xfrm rot="10800000" flipH="1">
              <a:off x="1479" y="2419"/>
              <a:ext cx="138" cy="241"/>
            </a:xfrm>
            <a:prstGeom prst="straightConnector1">
              <a:avLst/>
            </a:prstGeom>
            <a:noFill/>
            <a:ln w="9525" cap="flat" cmpd="sng">
              <a:solidFill>
                <a:schemeClr val="dk1"/>
              </a:solidFill>
              <a:prstDash val="solid"/>
              <a:round/>
              <a:headEnd type="none" w="sm" len="sm"/>
              <a:tailEnd type="triangle" w="med" len="med"/>
            </a:ln>
          </p:spPr>
        </p:cxnSp>
        <p:sp>
          <p:nvSpPr>
            <p:cNvPr id="1252" name="Google Shape;1252;p4"/>
            <p:cNvSpPr/>
            <p:nvPr/>
          </p:nvSpPr>
          <p:spPr>
            <a:xfrm flipH="1">
              <a:off x="3518" y="2127"/>
              <a:ext cx="364" cy="234"/>
            </a:xfrm>
            <a:custGeom>
              <a:avLst/>
              <a:gdLst/>
              <a:ahLst/>
              <a:cxnLst/>
              <a:rect l="l" t="t" r="r" b="b"/>
              <a:pathLst>
                <a:path w="1443" h="816" extrusionOk="0">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53" name="Google Shape;1253;p4"/>
            <p:cNvSpPr/>
            <p:nvPr/>
          </p:nvSpPr>
          <p:spPr>
            <a:xfrm flipH="1">
              <a:off x="2881" y="1948"/>
              <a:ext cx="364" cy="234"/>
            </a:xfrm>
            <a:custGeom>
              <a:avLst/>
              <a:gdLst/>
              <a:ahLst/>
              <a:cxnLst/>
              <a:rect l="l" t="t" r="r" b="b"/>
              <a:pathLst>
                <a:path w="1443" h="816" extrusionOk="0">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54" name="Google Shape;1254;p4"/>
            <p:cNvSpPr/>
            <p:nvPr/>
          </p:nvSpPr>
          <p:spPr>
            <a:xfrm rot="10800000">
              <a:off x="3302" y="2922"/>
              <a:ext cx="342" cy="234"/>
            </a:xfrm>
            <a:custGeom>
              <a:avLst/>
              <a:gdLst/>
              <a:ahLst/>
              <a:cxnLst/>
              <a:rect l="l" t="t" r="r" b="b"/>
              <a:pathLst>
                <a:path w="1443" h="816" extrusionOk="0">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55" name="Google Shape;1255;p4"/>
            <p:cNvSpPr/>
            <p:nvPr/>
          </p:nvSpPr>
          <p:spPr>
            <a:xfrm rot="10800000">
              <a:off x="2452" y="2912"/>
              <a:ext cx="342" cy="234"/>
            </a:xfrm>
            <a:custGeom>
              <a:avLst/>
              <a:gdLst/>
              <a:ahLst/>
              <a:cxnLst/>
              <a:rect l="l" t="t" r="r" b="b"/>
              <a:pathLst>
                <a:path w="1443" h="816" extrusionOk="0">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256" name="Google Shape;1256;p4"/>
            <p:cNvSpPr/>
            <p:nvPr/>
          </p:nvSpPr>
          <p:spPr>
            <a:xfrm rot="10800000">
              <a:off x="2855" y="2728"/>
              <a:ext cx="342" cy="285"/>
            </a:xfrm>
            <a:custGeom>
              <a:avLst/>
              <a:gdLst/>
              <a:ahLst/>
              <a:cxnLst/>
              <a:rect l="l" t="t" r="r" b="b"/>
              <a:pathLst>
                <a:path w="1443" h="816" extrusionOk="0">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1257" name="Google Shape;1257;p4"/>
            <p:cNvGrpSpPr/>
            <p:nvPr/>
          </p:nvGrpSpPr>
          <p:grpSpPr>
            <a:xfrm>
              <a:off x="2886" y="1668"/>
              <a:ext cx="347" cy="285"/>
              <a:chOff x="2886" y="1668"/>
              <a:chExt cx="347" cy="285"/>
            </a:xfrm>
          </p:grpSpPr>
          <p:sp>
            <p:nvSpPr>
              <p:cNvPr id="1258" name="Google Shape;1258;p4"/>
              <p:cNvSpPr/>
              <p:nvPr/>
            </p:nvSpPr>
            <p:spPr>
              <a:xfrm>
                <a:off x="2886" y="1668"/>
                <a:ext cx="347" cy="285"/>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59" name="Google Shape;1259;p4"/>
              <p:cNvSpPr/>
              <p:nvPr/>
            </p:nvSpPr>
            <p:spPr>
              <a:xfrm>
                <a:off x="2905" y="1674"/>
                <a:ext cx="314" cy="74"/>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0" name="Google Shape;1260;p4"/>
              <p:cNvSpPr/>
              <p:nvPr/>
            </p:nvSpPr>
            <p:spPr>
              <a:xfrm>
                <a:off x="2913" y="1785"/>
                <a:ext cx="300" cy="15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61" name="Google Shape;1261;p4"/>
              <p:cNvCxnSpPr/>
              <p:nvPr/>
            </p:nvCxnSpPr>
            <p:spPr>
              <a:xfrm>
                <a:off x="3082" y="1811"/>
                <a:ext cx="1" cy="130"/>
              </a:xfrm>
              <a:prstGeom prst="straightConnector1">
                <a:avLst/>
              </a:prstGeom>
              <a:noFill/>
              <a:ln w="9525" cap="flat" cmpd="sng">
                <a:solidFill>
                  <a:schemeClr val="dk1"/>
                </a:solidFill>
                <a:prstDash val="solid"/>
                <a:round/>
                <a:headEnd type="none" w="sm" len="sm"/>
                <a:tailEnd type="none" w="sm" len="sm"/>
              </a:ln>
            </p:spPr>
          </p:cxnSp>
          <p:cxnSp>
            <p:nvCxnSpPr>
              <p:cNvPr id="1262" name="Google Shape;1262;p4"/>
              <p:cNvCxnSpPr/>
              <p:nvPr/>
            </p:nvCxnSpPr>
            <p:spPr>
              <a:xfrm>
                <a:off x="2913" y="1842"/>
                <a:ext cx="300" cy="0"/>
              </a:xfrm>
              <a:prstGeom prst="straightConnector1">
                <a:avLst/>
              </a:prstGeom>
              <a:noFill/>
              <a:ln w="9525" cap="flat" cmpd="sng">
                <a:solidFill>
                  <a:schemeClr val="dk1"/>
                </a:solidFill>
                <a:prstDash val="solid"/>
                <a:round/>
                <a:headEnd type="none" w="sm" len="sm"/>
                <a:tailEnd type="none" w="sm" len="sm"/>
              </a:ln>
            </p:spPr>
          </p:cxnSp>
          <p:cxnSp>
            <p:nvCxnSpPr>
              <p:cNvPr id="1263" name="Google Shape;1263;p4"/>
              <p:cNvCxnSpPr/>
              <p:nvPr/>
            </p:nvCxnSpPr>
            <p:spPr>
              <a:xfrm>
                <a:off x="2912" y="1812"/>
                <a:ext cx="300" cy="0"/>
              </a:xfrm>
              <a:prstGeom prst="straightConnector1">
                <a:avLst/>
              </a:prstGeom>
              <a:noFill/>
              <a:ln w="9525" cap="flat" cmpd="sng">
                <a:solidFill>
                  <a:schemeClr val="dk1"/>
                </a:solidFill>
                <a:prstDash val="solid"/>
                <a:round/>
                <a:headEnd type="none" w="sm" len="sm"/>
                <a:tailEnd type="none" w="sm" len="sm"/>
              </a:ln>
            </p:spPr>
          </p:cxnSp>
          <p:sp>
            <p:nvSpPr>
              <p:cNvPr id="1264" name="Google Shape;1264;p4"/>
              <p:cNvSpPr/>
              <p:nvPr/>
            </p:nvSpPr>
            <p:spPr>
              <a:xfrm rot="5400000">
                <a:off x="3051" y="1745"/>
                <a:ext cx="29" cy="41"/>
              </a:xfrm>
              <a:prstGeom prst="rightArrow">
                <a:avLst>
                  <a:gd name="adj1" fmla="val 51167"/>
                  <a:gd name="adj2" fmla="val 39736"/>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65" name="Google Shape;1265;p4"/>
            <p:cNvGrpSpPr/>
            <p:nvPr/>
          </p:nvGrpSpPr>
          <p:grpSpPr>
            <a:xfrm>
              <a:off x="3524" y="1840"/>
              <a:ext cx="347" cy="285"/>
              <a:chOff x="2886" y="1668"/>
              <a:chExt cx="347" cy="285"/>
            </a:xfrm>
          </p:grpSpPr>
          <p:sp>
            <p:nvSpPr>
              <p:cNvPr id="1266" name="Google Shape;1266;p4"/>
              <p:cNvSpPr/>
              <p:nvPr/>
            </p:nvSpPr>
            <p:spPr>
              <a:xfrm>
                <a:off x="2886" y="1668"/>
                <a:ext cx="347" cy="285"/>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7" name="Google Shape;1267;p4"/>
              <p:cNvSpPr/>
              <p:nvPr/>
            </p:nvSpPr>
            <p:spPr>
              <a:xfrm>
                <a:off x="2905" y="1674"/>
                <a:ext cx="314" cy="74"/>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8" name="Google Shape;1268;p4"/>
              <p:cNvSpPr/>
              <p:nvPr/>
            </p:nvSpPr>
            <p:spPr>
              <a:xfrm>
                <a:off x="2913" y="1785"/>
                <a:ext cx="300" cy="15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69" name="Google Shape;1269;p4"/>
              <p:cNvCxnSpPr/>
              <p:nvPr/>
            </p:nvCxnSpPr>
            <p:spPr>
              <a:xfrm>
                <a:off x="3082" y="1811"/>
                <a:ext cx="1" cy="130"/>
              </a:xfrm>
              <a:prstGeom prst="straightConnector1">
                <a:avLst/>
              </a:prstGeom>
              <a:noFill/>
              <a:ln w="9525" cap="flat" cmpd="sng">
                <a:solidFill>
                  <a:schemeClr val="dk1"/>
                </a:solidFill>
                <a:prstDash val="solid"/>
                <a:round/>
                <a:headEnd type="none" w="sm" len="sm"/>
                <a:tailEnd type="none" w="sm" len="sm"/>
              </a:ln>
            </p:spPr>
          </p:cxnSp>
          <p:cxnSp>
            <p:nvCxnSpPr>
              <p:cNvPr id="1270" name="Google Shape;1270;p4"/>
              <p:cNvCxnSpPr/>
              <p:nvPr/>
            </p:nvCxnSpPr>
            <p:spPr>
              <a:xfrm>
                <a:off x="2913" y="1842"/>
                <a:ext cx="300" cy="0"/>
              </a:xfrm>
              <a:prstGeom prst="straightConnector1">
                <a:avLst/>
              </a:prstGeom>
              <a:noFill/>
              <a:ln w="9525" cap="flat" cmpd="sng">
                <a:solidFill>
                  <a:schemeClr val="dk1"/>
                </a:solidFill>
                <a:prstDash val="solid"/>
                <a:round/>
                <a:headEnd type="none" w="sm" len="sm"/>
                <a:tailEnd type="none" w="sm" len="sm"/>
              </a:ln>
            </p:spPr>
          </p:cxnSp>
          <p:cxnSp>
            <p:nvCxnSpPr>
              <p:cNvPr id="1271" name="Google Shape;1271;p4"/>
              <p:cNvCxnSpPr/>
              <p:nvPr/>
            </p:nvCxnSpPr>
            <p:spPr>
              <a:xfrm>
                <a:off x="2912" y="1812"/>
                <a:ext cx="300" cy="0"/>
              </a:xfrm>
              <a:prstGeom prst="straightConnector1">
                <a:avLst/>
              </a:prstGeom>
              <a:noFill/>
              <a:ln w="9525" cap="flat" cmpd="sng">
                <a:solidFill>
                  <a:schemeClr val="dk1"/>
                </a:solidFill>
                <a:prstDash val="solid"/>
                <a:round/>
                <a:headEnd type="none" w="sm" len="sm"/>
                <a:tailEnd type="none" w="sm" len="sm"/>
              </a:ln>
            </p:spPr>
          </p:cxnSp>
          <p:sp>
            <p:nvSpPr>
              <p:cNvPr id="1272" name="Google Shape;1272;p4"/>
              <p:cNvSpPr/>
              <p:nvPr/>
            </p:nvSpPr>
            <p:spPr>
              <a:xfrm rot="5400000">
                <a:off x="3051" y="1745"/>
                <a:ext cx="29" cy="41"/>
              </a:xfrm>
              <a:prstGeom prst="rightArrow">
                <a:avLst>
                  <a:gd name="adj1" fmla="val 51167"/>
                  <a:gd name="adj2" fmla="val 39736"/>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73" name="Google Shape;1273;p4"/>
            <p:cNvGrpSpPr/>
            <p:nvPr/>
          </p:nvGrpSpPr>
          <p:grpSpPr>
            <a:xfrm>
              <a:off x="3291" y="3148"/>
              <a:ext cx="347" cy="285"/>
              <a:chOff x="2886" y="1668"/>
              <a:chExt cx="347" cy="285"/>
            </a:xfrm>
          </p:grpSpPr>
          <p:sp>
            <p:nvSpPr>
              <p:cNvPr id="1274" name="Google Shape;1274;p4"/>
              <p:cNvSpPr/>
              <p:nvPr/>
            </p:nvSpPr>
            <p:spPr>
              <a:xfrm>
                <a:off x="2886" y="1668"/>
                <a:ext cx="347" cy="285"/>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75" name="Google Shape;1275;p4"/>
              <p:cNvSpPr/>
              <p:nvPr/>
            </p:nvSpPr>
            <p:spPr>
              <a:xfrm>
                <a:off x="2905" y="1674"/>
                <a:ext cx="314" cy="74"/>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76" name="Google Shape;1276;p4"/>
              <p:cNvSpPr/>
              <p:nvPr/>
            </p:nvSpPr>
            <p:spPr>
              <a:xfrm>
                <a:off x="2913" y="1785"/>
                <a:ext cx="300" cy="15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77" name="Google Shape;1277;p4"/>
              <p:cNvCxnSpPr/>
              <p:nvPr/>
            </p:nvCxnSpPr>
            <p:spPr>
              <a:xfrm>
                <a:off x="3082" y="1811"/>
                <a:ext cx="1" cy="130"/>
              </a:xfrm>
              <a:prstGeom prst="straightConnector1">
                <a:avLst/>
              </a:prstGeom>
              <a:noFill/>
              <a:ln w="9525" cap="flat" cmpd="sng">
                <a:solidFill>
                  <a:schemeClr val="dk1"/>
                </a:solidFill>
                <a:prstDash val="solid"/>
                <a:round/>
                <a:headEnd type="none" w="sm" len="sm"/>
                <a:tailEnd type="none" w="sm" len="sm"/>
              </a:ln>
            </p:spPr>
          </p:cxnSp>
          <p:cxnSp>
            <p:nvCxnSpPr>
              <p:cNvPr id="1278" name="Google Shape;1278;p4"/>
              <p:cNvCxnSpPr/>
              <p:nvPr/>
            </p:nvCxnSpPr>
            <p:spPr>
              <a:xfrm>
                <a:off x="2913" y="1842"/>
                <a:ext cx="300" cy="0"/>
              </a:xfrm>
              <a:prstGeom prst="straightConnector1">
                <a:avLst/>
              </a:prstGeom>
              <a:noFill/>
              <a:ln w="9525" cap="flat" cmpd="sng">
                <a:solidFill>
                  <a:schemeClr val="dk1"/>
                </a:solidFill>
                <a:prstDash val="solid"/>
                <a:round/>
                <a:headEnd type="none" w="sm" len="sm"/>
                <a:tailEnd type="none" w="sm" len="sm"/>
              </a:ln>
            </p:spPr>
          </p:cxnSp>
          <p:cxnSp>
            <p:nvCxnSpPr>
              <p:cNvPr id="1279" name="Google Shape;1279;p4"/>
              <p:cNvCxnSpPr/>
              <p:nvPr/>
            </p:nvCxnSpPr>
            <p:spPr>
              <a:xfrm>
                <a:off x="2912" y="1812"/>
                <a:ext cx="300" cy="0"/>
              </a:xfrm>
              <a:prstGeom prst="straightConnector1">
                <a:avLst/>
              </a:prstGeom>
              <a:noFill/>
              <a:ln w="9525" cap="flat" cmpd="sng">
                <a:solidFill>
                  <a:schemeClr val="dk1"/>
                </a:solidFill>
                <a:prstDash val="solid"/>
                <a:round/>
                <a:headEnd type="none" w="sm" len="sm"/>
                <a:tailEnd type="none" w="sm" len="sm"/>
              </a:ln>
            </p:spPr>
          </p:cxnSp>
          <p:sp>
            <p:nvSpPr>
              <p:cNvPr id="1280" name="Google Shape;1280;p4"/>
              <p:cNvSpPr/>
              <p:nvPr/>
            </p:nvSpPr>
            <p:spPr>
              <a:xfrm rot="5400000">
                <a:off x="3051" y="1745"/>
                <a:ext cx="29" cy="41"/>
              </a:xfrm>
              <a:prstGeom prst="rightArrow">
                <a:avLst>
                  <a:gd name="adj1" fmla="val 51167"/>
                  <a:gd name="adj2" fmla="val 39736"/>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81" name="Google Shape;1281;p4"/>
            <p:cNvGrpSpPr/>
            <p:nvPr/>
          </p:nvGrpSpPr>
          <p:grpSpPr>
            <a:xfrm>
              <a:off x="2853" y="3010"/>
              <a:ext cx="347" cy="285"/>
              <a:chOff x="2886" y="1668"/>
              <a:chExt cx="347" cy="285"/>
            </a:xfrm>
          </p:grpSpPr>
          <p:sp>
            <p:nvSpPr>
              <p:cNvPr id="1282" name="Google Shape;1282;p4"/>
              <p:cNvSpPr/>
              <p:nvPr/>
            </p:nvSpPr>
            <p:spPr>
              <a:xfrm>
                <a:off x="2886" y="1668"/>
                <a:ext cx="347" cy="285"/>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3" name="Google Shape;1283;p4"/>
              <p:cNvSpPr/>
              <p:nvPr/>
            </p:nvSpPr>
            <p:spPr>
              <a:xfrm>
                <a:off x="2905" y="1674"/>
                <a:ext cx="314" cy="74"/>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4" name="Google Shape;1284;p4"/>
              <p:cNvSpPr/>
              <p:nvPr/>
            </p:nvSpPr>
            <p:spPr>
              <a:xfrm>
                <a:off x="2913" y="1785"/>
                <a:ext cx="300" cy="15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85" name="Google Shape;1285;p4"/>
              <p:cNvCxnSpPr/>
              <p:nvPr/>
            </p:nvCxnSpPr>
            <p:spPr>
              <a:xfrm>
                <a:off x="3082" y="1811"/>
                <a:ext cx="1" cy="130"/>
              </a:xfrm>
              <a:prstGeom prst="straightConnector1">
                <a:avLst/>
              </a:prstGeom>
              <a:noFill/>
              <a:ln w="9525" cap="flat" cmpd="sng">
                <a:solidFill>
                  <a:schemeClr val="dk1"/>
                </a:solidFill>
                <a:prstDash val="solid"/>
                <a:round/>
                <a:headEnd type="none" w="sm" len="sm"/>
                <a:tailEnd type="none" w="sm" len="sm"/>
              </a:ln>
            </p:spPr>
          </p:cxnSp>
          <p:cxnSp>
            <p:nvCxnSpPr>
              <p:cNvPr id="1286" name="Google Shape;1286;p4"/>
              <p:cNvCxnSpPr/>
              <p:nvPr/>
            </p:nvCxnSpPr>
            <p:spPr>
              <a:xfrm>
                <a:off x="2913" y="1842"/>
                <a:ext cx="300" cy="0"/>
              </a:xfrm>
              <a:prstGeom prst="straightConnector1">
                <a:avLst/>
              </a:prstGeom>
              <a:noFill/>
              <a:ln w="9525" cap="flat" cmpd="sng">
                <a:solidFill>
                  <a:schemeClr val="dk1"/>
                </a:solidFill>
                <a:prstDash val="solid"/>
                <a:round/>
                <a:headEnd type="none" w="sm" len="sm"/>
                <a:tailEnd type="none" w="sm" len="sm"/>
              </a:ln>
            </p:spPr>
          </p:cxnSp>
          <p:cxnSp>
            <p:nvCxnSpPr>
              <p:cNvPr id="1287" name="Google Shape;1287;p4"/>
              <p:cNvCxnSpPr/>
              <p:nvPr/>
            </p:nvCxnSpPr>
            <p:spPr>
              <a:xfrm>
                <a:off x="2912" y="1812"/>
                <a:ext cx="300" cy="0"/>
              </a:xfrm>
              <a:prstGeom prst="straightConnector1">
                <a:avLst/>
              </a:prstGeom>
              <a:noFill/>
              <a:ln w="9525" cap="flat" cmpd="sng">
                <a:solidFill>
                  <a:schemeClr val="dk1"/>
                </a:solidFill>
                <a:prstDash val="solid"/>
                <a:round/>
                <a:headEnd type="none" w="sm" len="sm"/>
                <a:tailEnd type="none" w="sm" len="sm"/>
              </a:ln>
            </p:spPr>
          </p:cxnSp>
          <p:sp>
            <p:nvSpPr>
              <p:cNvPr id="1288" name="Google Shape;1288;p4"/>
              <p:cNvSpPr/>
              <p:nvPr/>
            </p:nvSpPr>
            <p:spPr>
              <a:xfrm rot="5400000">
                <a:off x="3051" y="1745"/>
                <a:ext cx="29" cy="41"/>
              </a:xfrm>
              <a:prstGeom prst="rightArrow">
                <a:avLst>
                  <a:gd name="adj1" fmla="val 51167"/>
                  <a:gd name="adj2" fmla="val 39736"/>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89" name="Google Shape;1289;p4"/>
            <p:cNvGrpSpPr/>
            <p:nvPr/>
          </p:nvGrpSpPr>
          <p:grpSpPr>
            <a:xfrm>
              <a:off x="2440" y="3131"/>
              <a:ext cx="347" cy="285"/>
              <a:chOff x="2886" y="1668"/>
              <a:chExt cx="347" cy="285"/>
            </a:xfrm>
          </p:grpSpPr>
          <p:sp>
            <p:nvSpPr>
              <p:cNvPr id="1290" name="Google Shape;1290;p4"/>
              <p:cNvSpPr/>
              <p:nvPr/>
            </p:nvSpPr>
            <p:spPr>
              <a:xfrm>
                <a:off x="2886" y="1668"/>
                <a:ext cx="347" cy="285"/>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91" name="Google Shape;1291;p4"/>
              <p:cNvSpPr/>
              <p:nvPr/>
            </p:nvSpPr>
            <p:spPr>
              <a:xfrm>
                <a:off x="2905" y="1674"/>
                <a:ext cx="314" cy="74"/>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92" name="Google Shape;1292;p4"/>
              <p:cNvSpPr/>
              <p:nvPr/>
            </p:nvSpPr>
            <p:spPr>
              <a:xfrm>
                <a:off x="2913" y="1785"/>
                <a:ext cx="300" cy="15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293" name="Google Shape;1293;p4"/>
              <p:cNvCxnSpPr/>
              <p:nvPr/>
            </p:nvCxnSpPr>
            <p:spPr>
              <a:xfrm>
                <a:off x="3082" y="1811"/>
                <a:ext cx="1" cy="130"/>
              </a:xfrm>
              <a:prstGeom prst="straightConnector1">
                <a:avLst/>
              </a:prstGeom>
              <a:noFill/>
              <a:ln w="9525" cap="flat" cmpd="sng">
                <a:solidFill>
                  <a:schemeClr val="dk1"/>
                </a:solidFill>
                <a:prstDash val="solid"/>
                <a:round/>
                <a:headEnd type="none" w="sm" len="sm"/>
                <a:tailEnd type="none" w="sm" len="sm"/>
              </a:ln>
            </p:spPr>
          </p:cxnSp>
          <p:cxnSp>
            <p:nvCxnSpPr>
              <p:cNvPr id="1294" name="Google Shape;1294;p4"/>
              <p:cNvCxnSpPr/>
              <p:nvPr/>
            </p:nvCxnSpPr>
            <p:spPr>
              <a:xfrm>
                <a:off x="2913" y="1842"/>
                <a:ext cx="300" cy="0"/>
              </a:xfrm>
              <a:prstGeom prst="straightConnector1">
                <a:avLst/>
              </a:prstGeom>
              <a:noFill/>
              <a:ln w="9525" cap="flat" cmpd="sng">
                <a:solidFill>
                  <a:schemeClr val="dk1"/>
                </a:solidFill>
                <a:prstDash val="solid"/>
                <a:round/>
                <a:headEnd type="none" w="sm" len="sm"/>
                <a:tailEnd type="none" w="sm" len="sm"/>
              </a:ln>
            </p:spPr>
          </p:cxnSp>
          <p:cxnSp>
            <p:nvCxnSpPr>
              <p:cNvPr id="1295" name="Google Shape;1295;p4"/>
              <p:cNvCxnSpPr/>
              <p:nvPr/>
            </p:nvCxnSpPr>
            <p:spPr>
              <a:xfrm>
                <a:off x="2912" y="1812"/>
                <a:ext cx="300" cy="0"/>
              </a:xfrm>
              <a:prstGeom prst="straightConnector1">
                <a:avLst/>
              </a:prstGeom>
              <a:noFill/>
              <a:ln w="9525" cap="flat" cmpd="sng">
                <a:solidFill>
                  <a:schemeClr val="dk1"/>
                </a:solidFill>
                <a:prstDash val="solid"/>
                <a:round/>
                <a:headEnd type="none" w="sm" len="sm"/>
                <a:tailEnd type="none" w="sm" len="sm"/>
              </a:ln>
            </p:spPr>
          </p:cxnSp>
          <p:sp>
            <p:nvSpPr>
              <p:cNvPr id="1296" name="Google Shape;1296;p4"/>
              <p:cNvSpPr/>
              <p:nvPr/>
            </p:nvSpPr>
            <p:spPr>
              <a:xfrm rot="5400000">
                <a:off x="3051" y="1745"/>
                <a:ext cx="29" cy="41"/>
              </a:xfrm>
              <a:prstGeom prst="rightArrow">
                <a:avLst>
                  <a:gd name="adj1" fmla="val 51167"/>
                  <a:gd name="adj2" fmla="val 39736"/>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297" name="Google Shape;1297;p4"/>
          <p:cNvSpPr/>
          <p:nvPr/>
        </p:nvSpPr>
        <p:spPr>
          <a:xfrm>
            <a:off x="8441397" y="4764984"/>
            <a:ext cx="1030812" cy="508000"/>
          </a:xfrm>
          <a:prstGeom prst="arc">
            <a:avLst>
              <a:gd name="adj1" fmla="val 16200000"/>
              <a:gd name="adj2" fmla="val 0"/>
            </a:avLst>
          </a:prstGeom>
          <a:noFill/>
          <a:ln w="57150" cap="flat" cmpd="sng">
            <a:solidFill>
              <a:srgbClr val="D444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8" name="Google Shape;1298;p4"/>
          <p:cNvSpPr/>
          <p:nvPr/>
        </p:nvSpPr>
        <p:spPr>
          <a:xfrm>
            <a:off x="7792107" y="2978331"/>
            <a:ext cx="1062039" cy="248195"/>
          </a:xfrm>
          <a:prstGeom prst="ellipse">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3"/>
        <p:cNvGrpSpPr/>
        <p:nvPr/>
      </p:nvGrpSpPr>
      <p:grpSpPr>
        <a:xfrm>
          <a:off x="0" y="0"/>
          <a:ext cx="0" cy="0"/>
          <a:chOff x="0" y="0"/>
          <a:chExt cx="0" cy="0"/>
        </a:xfrm>
      </p:grpSpPr>
      <p:sp>
        <p:nvSpPr>
          <p:cNvPr id="1304" name="Google Shape;1304;p27"/>
          <p:cNvSpPr txBox="1">
            <a:spLocks noGrp="1"/>
          </p:cNvSpPr>
          <p:nvPr>
            <p:ph type="title"/>
          </p:nvPr>
        </p:nvSpPr>
        <p:spPr>
          <a:xfrm>
            <a:off x="838200" y="398812"/>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4800"/>
              <a:t>Router architecture overview</a:t>
            </a:r>
            <a:endParaRPr sz="4800"/>
          </a:p>
        </p:txBody>
      </p:sp>
      <p:sp>
        <p:nvSpPr>
          <p:cNvPr id="1305" name="Google Shape;1305;p27"/>
          <p:cNvSpPr/>
          <p:nvPr/>
        </p:nvSpPr>
        <p:spPr>
          <a:xfrm>
            <a:off x="874641" y="1443590"/>
            <a:ext cx="1078727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000000"/>
                </a:solidFill>
                <a:latin typeface="Arial"/>
                <a:ea typeface="Arial"/>
                <a:cs typeface="Arial"/>
                <a:sym typeface="Arial"/>
              </a:rPr>
              <a:t>high-level view of generic router architecture:</a:t>
            </a:r>
            <a:endParaRPr sz="1400" b="0" i="0" u="none" strike="noStrike" cap="none">
              <a:solidFill>
                <a:srgbClr val="000000"/>
              </a:solidFill>
              <a:latin typeface="Arial"/>
              <a:ea typeface="Arial"/>
              <a:cs typeface="Arial"/>
              <a:sym typeface="Arial"/>
            </a:endParaRPr>
          </a:p>
        </p:txBody>
      </p:sp>
      <p:grpSp>
        <p:nvGrpSpPr>
          <p:cNvPr id="1306" name="Google Shape;1306;p27"/>
          <p:cNvGrpSpPr/>
          <p:nvPr/>
        </p:nvGrpSpPr>
        <p:grpSpPr>
          <a:xfrm>
            <a:off x="4324902" y="3466272"/>
            <a:ext cx="1609725" cy="2343150"/>
            <a:chOff x="2418" y="1882"/>
            <a:chExt cx="1014" cy="1476"/>
          </a:xfrm>
        </p:grpSpPr>
        <p:sp>
          <p:nvSpPr>
            <p:cNvPr id="1307" name="Google Shape;1307;p27"/>
            <p:cNvSpPr/>
            <p:nvPr/>
          </p:nvSpPr>
          <p:spPr>
            <a:xfrm>
              <a:off x="2418" y="1882"/>
              <a:ext cx="1014" cy="1476"/>
            </a:xfrm>
            <a:prstGeom prst="rect">
              <a:avLst/>
            </a:prstGeom>
            <a:solidFill>
              <a:schemeClr val="lt1"/>
            </a:solidFill>
            <a:ln w="28575" cap="flat" cmpd="sng">
              <a:solidFill>
                <a:srgbClr val="FF0000"/>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8" name="Google Shape;1308;p27"/>
            <p:cNvSpPr txBox="1"/>
            <p:nvPr/>
          </p:nvSpPr>
          <p:spPr>
            <a:xfrm>
              <a:off x="2485" y="2418"/>
              <a:ext cx="876" cy="503"/>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lnSpc>
                  <a:spcPct val="85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high-speed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switching</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fabric</a:t>
              </a:r>
              <a:endParaRPr sz="1400" b="0" i="0" u="none" strike="noStrike" cap="none">
                <a:solidFill>
                  <a:srgbClr val="000000"/>
                </a:solidFill>
                <a:latin typeface="Arial"/>
                <a:ea typeface="Arial"/>
                <a:cs typeface="Arial"/>
                <a:sym typeface="Arial"/>
              </a:endParaRPr>
            </a:p>
          </p:txBody>
        </p:sp>
      </p:grpSp>
      <p:grpSp>
        <p:nvGrpSpPr>
          <p:cNvPr id="1309" name="Google Shape;1309;p27"/>
          <p:cNvGrpSpPr/>
          <p:nvPr/>
        </p:nvGrpSpPr>
        <p:grpSpPr>
          <a:xfrm>
            <a:off x="4342365" y="2504247"/>
            <a:ext cx="1590675" cy="1090613"/>
            <a:chOff x="4342365" y="2504247"/>
            <a:chExt cx="1590675" cy="1090613"/>
          </a:xfrm>
        </p:grpSpPr>
        <p:sp>
          <p:nvSpPr>
            <p:cNvPr id="1310" name="Google Shape;1310;p27"/>
            <p:cNvSpPr/>
            <p:nvPr/>
          </p:nvSpPr>
          <p:spPr>
            <a:xfrm>
              <a:off x="4342365" y="2504247"/>
              <a:ext cx="1590675" cy="647700"/>
            </a:xfrm>
            <a:prstGeom prst="rect">
              <a:avLst/>
            </a:prstGeom>
            <a:solidFill>
              <a:schemeClr val="lt1"/>
            </a:solidFill>
            <a:ln w="28575" cap="flat" cmpd="sng">
              <a:solidFill>
                <a:srgbClr val="FF0000"/>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1" name="Google Shape;1311;p27"/>
            <p:cNvSpPr txBox="1"/>
            <p:nvPr/>
          </p:nvSpPr>
          <p:spPr>
            <a:xfrm>
              <a:off x="4520165" y="2545522"/>
              <a:ext cx="1187450" cy="558800"/>
            </a:xfrm>
            <a:prstGeom prst="rect">
              <a:avLst/>
            </a:prstGeom>
            <a:noFill/>
            <a:ln>
              <a:noFill/>
            </a:ln>
          </p:spPr>
          <p:txBody>
            <a:bodyPr spcFirstLastPara="1" wrap="square" lIns="91425" tIns="45700" rIns="91425" bIns="45700" anchor="t" anchorCtr="0">
              <a:spAutoFit/>
            </a:bodyPr>
            <a:lstStyle/>
            <a:p>
              <a:pPr marL="0" marR="0" lvl="0" indent="0" algn="ctr" rtl="0">
                <a:lnSpc>
                  <a:spcPct val="85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routing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processor</a:t>
              </a:r>
              <a:endParaRPr sz="1400" b="0" i="0" u="none" strike="noStrike" cap="none">
                <a:solidFill>
                  <a:srgbClr val="000000"/>
                </a:solidFill>
                <a:latin typeface="Arial"/>
                <a:ea typeface="Arial"/>
                <a:cs typeface="Arial"/>
                <a:sym typeface="Arial"/>
              </a:endParaRPr>
            </a:p>
          </p:txBody>
        </p:sp>
        <p:cxnSp>
          <p:nvCxnSpPr>
            <p:cNvPr id="1312" name="Google Shape;1312;p27"/>
            <p:cNvCxnSpPr/>
            <p:nvPr/>
          </p:nvCxnSpPr>
          <p:spPr>
            <a:xfrm>
              <a:off x="5071027" y="3023360"/>
              <a:ext cx="19050" cy="571500"/>
            </a:xfrm>
            <a:prstGeom prst="straightConnector1">
              <a:avLst/>
            </a:prstGeom>
            <a:noFill/>
            <a:ln w="38100" cap="flat" cmpd="sng">
              <a:solidFill>
                <a:srgbClr val="FF0000"/>
              </a:solidFill>
              <a:prstDash val="solid"/>
              <a:round/>
              <a:headEnd type="triangle" w="med" len="med"/>
              <a:tailEnd type="triangle" w="med" len="med"/>
            </a:ln>
          </p:spPr>
        </p:cxnSp>
      </p:grpSp>
      <p:grpSp>
        <p:nvGrpSpPr>
          <p:cNvPr id="1313" name="Google Shape;1313;p27"/>
          <p:cNvGrpSpPr/>
          <p:nvPr/>
        </p:nvGrpSpPr>
        <p:grpSpPr>
          <a:xfrm>
            <a:off x="2281790" y="3480560"/>
            <a:ext cx="2033587" cy="566737"/>
            <a:chOff x="930" y="1989"/>
            <a:chExt cx="1482" cy="357"/>
          </a:xfrm>
        </p:grpSpPr>
        <p:sp>
          <p:nvSpPr>
            <p:cNvPr id="1314" name="Google Shape;1314;p27"/>
            <p:cNvSpPr/>
            <p:nvPr/>
          </p:nvSpPr>
          <p:spPr>
            <a:xfrm>
              <a:off x="1152" y="1989"/>
              <a:ext cx="1086" cy="357"/>
            </a:xfrm>
            <a:prstGeom prst="rect">
              <a:avLst/>
            </a:prstGeom>
            <a:solidFill>
              <a:schemeClr val="lt1"/>
            </a:solidFill>
            <a:ln w="19050" cap="flat" cmpd="sng">
              <a:solidFill>
                <a:srgbClr val="5F5F5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5" name="Google Shape;1315;p27"/>
            <p:cNvSpPr/>
            <p:nvPr/>
          </p:nvSpPr>
          <p:spPr>
            <a:xfrm>
              <a:off x="1197" y="2089"/>
              <a:ext cx="337" cy="161"/>
            </a:xfrm>
            <a:prstGeom prst="rect">
              <a:avLst/>
            </a:prstGeom>
            <a:solidFill>
              <a:schemeClr val="lt1"/>
            </a:solid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6" name="Google Shape;1316;p27"/>
            <p:cNvSpPr/>
            <p:nvPr/>
          </p:nvSpPr>
          <p:spPr>
            <a:xfrm>
              <a:off x="1582" y="2025"/>
              <a:ext cx="273" cy="274"/>
            </a:xfrm>
            <a:prstGeom prst="rect">
              <a:avLst/>
            </a:prstGeom>
            <a:solidFill>
              <a:schemeClr val="lt1"/>
            </a:solidFill>
            <a:ln w="28575" cap="flat" cmpd="sng">
              <a:solidFill>
                <a:srgbClr val="3C6CD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7" name="Google Shape;1317;p27"/>
            <p:cNvSpPr/>
            <p:nvPr/>
          </p:nvSpPr>
          <p:spPr>
            <a:xfrm>
              <a:off x="1904" y="2023"/>
              <a:ext cx="274" cy="274"/>
            </a:xfrm>
            <a:prstGeom prst="rect">
              <a:avLst/>
            </a:prstGeom>
            <a:solidFill>
              <a:schemeClr val="lt1"/>
            </a:solid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318" name="Google Shape;1318;p27"/>
            <p:cNvCxnSpPr/>
            <p:nvPr/>
          </p:nvCxnSpPr>
          <p:spPr>
            <a:xfrm>
              <a:off x="930" y="2169"/>
              <a:ext cx="1482" cy="0"/>
            </a:xfrm>
            <a:prstGeom prst="straightConnector1">
              <a:avLst/>
            </a:prstGeom>
            <a:noFill/>
            <a:ln w="28575" cap="flat" cmpd="sng">
              <a:solidFill>
                <a:schemeClr val="dk1"/>
              </a:solidFill>
              <a:prstDash val="solid"/>
              <a:round/>
              <a:headEnd type="none" w="sm" len="sm"/>
              <a:tailEnd type="triangle" w="med" len="med"/>
            </a:ln>
          </p:spPr>
        </p:cxnSp>
      </p:grpSp>
      <p:grpSp>
        <p:nvGrpSpPr>
          <p:cNvPr id="1319" name="Google Shape;1319;p27"/>
          <p:cNvGrpSpPr/>
          <p:nvPr/>
        </p:nvGrpSpPr>
        <p:grpSpPr>
          <a:xfrm>
            <a:off x="2270677" y="5218872"/>
            <a:ext cx="2058988" cy="566738"/>
            <a:chOff x="930" y="1989"/>
            <a:chExt cx="1482" cy="357"/>
          </a:xfrm>
        </p:grpSpPr>
        <p:sp>
          <p:nvSpPr>
            <p:cNvPr id="1320" name="Google Shape;1320;p27"/>
            <p:cNvSpPr/>
            <p:nvPr/>
          </p:nvSpPr>
          <p:spPr>
            <a:xfrm>
              <a:off x="1152" y="1989"/>
              <a:ext cx="1088" cy="357"/>
            </a:xfrm>
            <a:prstGeom prst="rect">
              <a:avLst/>
            </a:prstGeom>
            <a:solidFill>
              <a:schemeClr val="lt1"/>
            </a:solidFill>
            <a:ln w="19050" cap="flat" cmpd="sng">
              <a:solidFill>
                <a:srgbClr val="5F5F5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1" name="Google Shape;1321;p27"/>
            <p:cNvSpPr/>
            <p:nvPr/>
          </p:nvSpPr>
          <p:spPr>
            <a:xfrm>
              <a:off x="1197" y="2089"/>
              <a:ext cx="337" cy="161"/>
            </a:xfrm>
            <a:prstGeom prst="rect">
              <a:avLst/>
            </a:prstGeom>
            <a:solidFill>
              <a:schemeClr val="lt1"/>
            </a:solid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2" name="Google Shape;1322;p27"/>
            <p:cNvSpPr/>
            <p:nvPr/>
          </p:nvSpPr>
          <p:spPr>
            <a:xfrm>
              <a:off x="1582" y="2025"/>
              <a:ext cx="273" cy="274"/>
            </a:xfrm>
            <a:prstGeom prst="rect">
              <a:avLst/>
            </a:prstGeom>
            <a:solidFill>
              <a:schemeClr val="lt1"/>
            </a:solidFill>
            <a:ln w="28575" cap="flat" cmpd="sng">
              <a:solidFill>
                <a:srgbClr val="3C6CD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3" name="Google Shape;1323;p27"/>
            <p:cNvSpPr/>
            <p:nvPr/>
          </p:nvSpPr>
          <p:spPr>
            <a:xfrm>
              <a:off x="1904" y="2023"/>
              <a:ext cx="274" cy="274"/>
            </a:xfrm>
            <a:prstGeom prst="rect">
              <a:avLst/>
            </a:prstGeom>
            <a:solidFill>
              <a:schemeClr val="lt1"/>
            </a:solid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324" name="Google Shape;1324;p27"/>
            <p:cNvCxnSpPr/>
            <p:nvPr/>
          </p:nvCxnSpPr>
          <p:spPr>
            <a:xfrm>
              <a:off x="930" y="2169"/>
              <a:ext cx="1482" cy="0"/>
            </a:xfrm>
            <a:prstGeom prst="straightConnector1">
              <a:avLst/>
            </a:prstGeom>
            <a:noFill/>
            <a:ln w="28575" cap="flat" cmpd="sng">
              <a:solidFill>
                <a:schemeClr val="dk1"/>
              </a:solidFill>
              <a:prstDash val="solid"/>
              <a:round/>
              <a:headEnd type="none" w="sm" len="sm"/>
              <a:tailEnd type="triangle" w="med" len="med"/>
            </a:ln>
          </p:spPr>
        </p:cxnSp>
      </p:grpSp>
      <p:grpSp>
        <p:nvGrpSpPr>
          <p:cNvPr id="1325" name="Google Shape;1325;p27"/>
          <p:cNvGrpSpPr/>
          <p:nvPr/>
        </p:nvGrpSpPr>
        <p:grpSpPr>
          <a:xfrm rot="2656396">
            <a:off x="2898642" y="4368931"/>
            <a:ext cx="546100" cy="546100"/>
            <a:chOff x="352" y="2715"/>
            <a:chExt cx="344" cy="344"/>
          </a:xfrm>
        </p:grpSpPr>
        <p:sp>
          <p:nvSpPr>
            <p:cNvPr id="1326" name="Google Shape;1326;p27"/>
            <p:cNvSpPr/>
            <p:nvPr/>
          </p:nvSpPr>
          <p:spPr>
            <a:xfrm>
              <a:off x="352" y="2715"/>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7" name="Google Shape;1327;p27"/>
            <p:cNvSpPr/>
            <p:nvPr/>
          </p:nvSpPr>
          <p:spPr>
            <a:xfrm>
              <a:off x="450" y="2811"/>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8" name="Google Shape;1328;p27"/>
            <p:cNvSpPr/>
            <p:nvPr/>
          </p:nvSpPr>
          <p:spPr>
            <a:xfrm>
              <a:off x="545" y="2907"/>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9" name="Google Shape;1329;p27"/>
            <p:cNvSpPr/>
            <p:nvPr/>
          </p:nvSpPr>
          <p:spPr>
            <a:xfrm>
              <a:off x="640" y="3003"/>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30" name="Google Shape;1330;p27"/>
          <p:cNvSpPr txBox="1"/>
          <p:nvPr/>
        </p:nvSpPr>
        <p:spPr>
          <a:xfrm>
            <a:off x="2177015" y="5864985"/>
            <a:ext cx="19113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router input ports</a:t>
            </a:r>
            <a:endParaRPr sz="1400" b="0" i="0" u="none" strike="noStrike" cap="none">
              <a:solidFill>
                <a:srgbClr val="000000"/>
              </a:solidFill>
              <a:latin typeface="Arial"/>
              <a:ea typeface="Arial"/>
              <a:cs typeface="Arial"/>
              <a:sym typeface="Arial"/>
            </a:endParaRPr>
          </a:p>
        </p:txBody>
      </p:sp>
      <p:grpSp>
        <p:nvGrpSpPr>
          <p:cNvPr id="1331" name="Google Shape;1331;p27"/>
          <p:cNvGrpSpPr/>
          <p:nvPr/>
        </p:nvGrpSpPr>
        <p:grpSpPr>
          <a:xfrm>
            <a:off x="5882240" y="3485322"/>
            <a:ext cx="1957387" cy="566738"/>
            <a:chOff x="-51" y="2454"/>
            <a:chExt cx="1482" cy="357"/>
          </a:xfrm>
        </p:grpSpPr>
        <p:grpSp>
          <p:nvGrpSpPr>
            <p:cNvPr id="1332" name="Google Shape;1332;p27"/>
            <p:cNvGrpSpPr/>
            <p:nvPr/>
          </p:nvGrpSpPr>
          <p:grpSpPr>
            <a:xfrm flipH="1">
              <a:off x="173" y="2454"/>
              <a:ext cx="1084" cy="357"/>
              <a:chOff x="171" y="2454"/>
              <a:chExt cx="1084" cy="357"/>
            </a:xfrm>
          </p:grpSpPr>
          <p:sp>
            <p:nvSpPr>
              <p:cNvPr id="1333" name="Google Shape;1333;p27"/>
              <p:cNvSpPr/>
              <p:nvPr/>
            </p:nvSpPr>
            <p:spPr>
              <a:xfrm>
                <a:off x="171" y="2454"/>
                <a:ext cx="1084" cy="357"/>
              </a:xfrm>
              <a:prstGeom prst="rect">
                <a:avLst/>
              </a:prstGeom>
              <a:solidFill>
                <a:schemeClr val="lt1"/>
              </a:solidFill>
              <a:ln w="19050" cap="flat" cmpd="sng">
                <a:solidFill>
                  <a:srgbClr val="5F5F5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4" name="Google Shape;1334;p27"/>
              <p:cNvSpPr/>
              <p:nvPr/>
            </p:nvSpPr>
            <p:spPr>
              <a:xfrm>
                <a:off x="216" y="2554"/>
                <a:ext cx="338" cy="161"/>
              </a:xfrm>
              <a:prstGeom prst="rect">
                <a:avLst/>
              </a:prstGeom>
              <a:solidFill>
                <a:schemeClr val="lt1"/>
              </a:solid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5" name="Google Shape;1335;p27"/>
              <p:cNvSpPr/>
              <p:nvPr/>
            </p:nvSpPr>
            <p:spPr>
              <a:xfrm>
                <a:off x="602" y="2490"/>
                <a:ext cx="274" cy="274"/>
              </a:xfrm>
              <a:prstGeom prst="rect">
                <a:avLst/>
              </a:prstGeom>
              <a:solidFill>
                <a:schemeClr val="lt1"/>
              </a:solidFill>
              <a:ln w="28575" cap="flat" cmpd="sng">
                <a:solidFill>
                  <a:srgbClr val="3C6CD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6" name="Google Shape;1336;p27"/>
              <p:cNvSpPr/>
              <p:nvPr/>
            </p:nvSpPr>
            <p:spPr>
              <a:xfrm>
                <a:off x="921" y="2488"/>
                <a:ext cx="274" cy="274"/>
              </a:xfrm>
              <a:prstGeom prst="rect">
                <a:avLst/>
              </a:prstGeom>
              <a:solidFill>
                <a:schemeClr val="lt1"/>
              </a:solid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cxnSp>
          <p:nvCxnSpPr>
            <p:cNvPr id="1337" name="Google Shape;1337;p27"/>
            <p:cNvCxnSpPr/>
            <p:nvPr/>
          </p:nvCxnSpPr>
          <p:spPr>
            <a:xfrm>
              <a:off x="-51" y="2634"/>
              <a:ext cx="1482" cy="0"/>
            </a:xfrm>
            <a:prstGeom prst="straightConnector1">
              <a:avLst/>
            </a:prstGeom>
            <a:noFill/>
            <a:ln w="28575" cap="flat" cmpd="sng">
              <a:solidFill>
                <a:schemeClr val="dk1"/>
              </a:solidFill>
              <a:prstDash val="solid"/>
              <a:round/>
              <a:headEnd type="none" w="sm" len="sm"/>
              <a:tailEnd type="triangle" w="med" len="med"/>
            </a:ln>
            <a:effectLst>
              <a:outerShdw blurRad="50800" dist="38100" dir="2700000" algn="tl" rotWithShape="0">
                <a:srgbClr val="000000">
                  <a:alpha val="40000"/>
                </a:srgbClr>
              </a:outerShdw>
            </a:effectLst>
          </p:spPr>
        </p:cxnSp>
      </p:grpSp>
      <p:grpSp>
        <p:nvGrpSpPr>
          <p:cNvPr id="1338" name="Google Shape;1338;p27"/>
          <p:cNvGrpSpPr/>
          <p:nvPr/>
        </p:nvGrpSpPr>
        <p:grpSpPr>
          <a:xfrm>
            <a:off x="5901290" y="5218872"/>
            <a:ext cx="2011362" cy="566738"/>
            <a:chOff x="-51" y="2454"/>
            <a:chExt cx="1482" cy="357"/>
          </a:xfrm>
        </p:grpSpPr>
        <p:grpSp>
          <p:nvGrpSpPr>
            <p:cNvPr id="1339" name="Google Shape;1339;p27"/>
            <p:cNvGrpSpPr/>
            <p:nvPr/>
          </p:nvGrpSpPr>
          <p:grpSpPr>
            <a:xfrm flipH="1">
              <a:off x="173" y="2454"/>
              <a:ext cx="1084" cy="357"/>
              <a:chOff x="171" y="2454"/>
              <a:chExt cx="1084" cy="357"/>
            </a:xfrm>
          </p:grpSpPr>
          <p:sp>
            <p:nvSpPr>
              <p:cNvPr id="1340" name="Google Shape;1340;p27"/>
              <p:cNvSpPr/>
              <p:nvPr/>
            </p:nvSpPr>
            <p:spPr>
              <a:xfrm>
                <a:off x="171" y="2454"/>
                <a:ext cx="1084" cy="357"/>
              </a:xfrm>
              <a:prstGeom prst="rect">
                <a:avLst/>
              </a:prstGeom>
              <a:solidFill>
                <a:schemeClr val="lt1"/>
              </a:solidFill>
              <a:ln w="19050" cap="flat" cmpd="sng">
                <a:solidFill>
                  <a:srgbClr val="5F5F5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1" name="Google Shape;1341;p27"/>
              <p:cNvSpPr/>
              <p:nvPr/>
            </p:nvSpPr>
            <p:spPr>
              <a:xfrm>
                <a:off x="216" y="2554"/>
                <a:ext cx="337" cy="161"/>
              </a:xfrm>
              <a:prstGeom prst="rect">
                <a:avLst/>
              </a:prstGeom>
              <a:solidFill>
                <a:schemeClr val="lt1"/>
              </a:solid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2" name="Google Shape;1342;p27"/>
              <p:cNvSpPr/>
              <p:nvPr/>
            </p:nvSpPr>
            <p:spPr>
              <a:xfrm>
                <a:off x="602" y="2490"/>
                <a:ext cx="274" cy="274"/>
              </a:xfrm>
              <a:prstGeom prst="rect">
                <a:avLst/>
              </a:prstGeom>
              <a:solidFill>
                <a:schemeClr val="lt1"/>
              </a:solidFill>
              <a:ln w="28575" cap="flat" cmpd="sng">
                <a:solidFill>
                  <a:srgbClr val="3C6CD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3" name="Google Shape;1343;p27"/>
              <p:cNvSpPr/>
              <p:nvPr/>
            </p:nvSpPr>
            <p:spPr>
              <a:xfrm>
                <a:off x="923" y="2488"/>
                <a:ext cx="274" cy="274"/>
              </a:xfrm>
              <a:prstGeom prst="rect">
                <a:avLst/>
              </a:prstGeom>
              <a:solidFill>
                <a:schemeClr val="lt1"/>
              </a:solid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cxnSp>
          <p:nvCxnSpPr>
            <p:cNvPr id="1344" name="Google Shape;1344;p27"/>
            <p:cNvCxnSpPr/>
            <p:nvPr/>
          </p:nvCxnSpPr>
          <p:spPr>
            <a:xfrm>
              <a:off x="-51" y="2634"/>
              <a:ext cx="1482" cy="0"/>
            </a:xfrm>
            <a:prstGeom prst="straightConnector1">
              <a:avLst/>
            </a:prstGeom>
            <a:noFill/>
            <a:ln w="28575" cap="flat" cmpd="sng">
              <a:solidFill>
                <a:schemeClr val="dk1"/>
              </a:solidFill>
              <a:prstDash val="solid"/>
              <a:round/>
              <a:headEnd type="none" w="sm" len="sm"/>
              <a:tailEnd type="triangle" w="med" len="med"/>
            </a:ln>
          </p:spPr>
        </p:cxnSp>
      </p:grpSp>
      <p:grpSp>
        <p:nvGrpSpPr>
          <p:cNvPr id="1345" name="Google Shape;1345;p27"/>
          <p:cNvGrpSpPr/>
          <p:nvPr/>
        </p:nvGrpSpPr>
        <p:grpSpPr>
          <a:xfrm rot="2656396">
            <a:off x="6765792" y="4359406"/>
            <a:ext cx="546100" cy="546100"/>
            <a:chOff x="352" y="2715"/>
            <a:chExt cx="344" cy="344"/>
          </a:xfrm>
        </p:grpSpPr>
        <p:sp>
          <p:nvSpPr>
            <p:cNvPr id="1346" name="Google Shape;1346;p27"/>
            <p:cNvSpPr/>
            <p:nvPr/>
          </p:nvSpPr>
          <p:spPr>
            <a:xfrm>
              <a:off x="352" y="2715"/>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7" name="Google Shape;1347;p27"/>
            <p:cNvSpPr/>
            <p:nvPr/>
          </p:nvSpPr>
          <p:spPr>
            <a:xfrm>
              <a:off x="450" y="2811"/>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8" name="Google Shape;1348;p27"/>
            <p:cNvSpPr/>
            <p:nvPr/>
          </p:nvSpPr>
          <p:spPr>
            <a:xfrm>
              <a:off x="545" y="2907"/>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9" name="Google Shape;1349;p27"/>
            <p:cNvSpPr/>
            <p:nvPr/>
          </p:nvSpPr>
          <p:spPr>
            <a:xfrm>
              <a:off x="640" y="3003"/>
              <a:ext cx="56" cy="56"/>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50" name="Google Shape;1350;p27"/>
          <p:cNvSpPr txBox="1"/>
          <p:nvPr/>
        </p:nvSpPr>
        <p:spPr>
          <a:xfrm>
            <a:off x="6201327" y="5906260"/>
            <a:ext cx="205105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router output ports</a:t>
            </a:r>
            <a:endParaRPr sz="1400" b="0" i="0" u="none" strike="noStrike" cap="none">
              <a:solidFill>
                <a:srgbClr val="000000"/>
              </a:solidFill>
              <a:latin typeface="Arial"/>
              <a:ea typeface="Arial"/>
              <a:cs typeface="Arial"/>
              <a:sym typeface="Arial"/>
            </a:endParaRPr>
          </a:p>
        </p:txBody>
      </p:sp>
      <p:cxnSp>
        <p:nvCxnSpPr>
          <p:cNvPr id="1351" name="Google Shape;1351;p27"/>
          <p:cNvCxnSpPr/>
          <p:nvPr/>
        </p:nvCxnSpPr>
        <p:spPr>
          <a:xfrm>
            <a:off x="2270677" y="3275772"/>
            <a:ext cx="7802563" cy="12700"/>
          </a:xfrm>
          <a:prstGeom prst="straightConnector1">
            <a:avLst/>
          </a:prstGeom>
          <a:noFill/>
          <a:ln w="9525" cap="flat" cmpd="sng">
            <a:solidFill>
              <a:schemeClr val="dk1"/>
            </a:solidFill>
            <a:prstDash val="dash"/>
            <a:round/>
            <a:headEnd type="none" w="sm" len="sm"/>
            <a:tailEnd type="none" w="sm" len="sm"/>
          </a:ln>
        </p:spPr>
      </p:cxnSp>
      <p:sp>
        <p:nvSpPr>
          <p:cNvPr id="1352" name="Google Shape;1352;p27"/>
          <p:cNvSpPr txBox="1"/>
          <p:nvPr/>
        </p:nvSpPr>
        <p:spPr>
          <a:xfrm>
            <a:off x="8177765" y="3312285"/>
            <a:ext cx="2185987" cy="107791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CC0000"/>
              </a:buClr>
              <a:buSzPts val="1600"/>
              <a:buFont typeface="Arial"/>
              <a:buNone/>
            </a:pPr>
            <a:r>
              <a:rPr lang="en-US" sz="1600" b="0" i="1" u="none" strike="noStrike" cap="none">
                <a:solidFill>
                  <a:srgbClr val="CC0000"/>
                </a:solidFill>
                <a:latin typeface="Arial"/>
                <a:ea typeface="Arial"/>
                <a:cs typeface="Arial"/>
                <a:sym typeface="Arial"/>
              </a:rPr>
              <a:t>forwarding data plane  </a:t>
            </a:r>
            <a:r>
              <a:rPr lang="en-US" sz="1600" b="1" i="0" u="none" strike="noStrike" cap="none">
                <a:solidFill>
                  <a:srgbClr val="7D28CD"/>
                </a:solidFill>
                <a:latin typeface="Arial"/>
                <a:ea typeface="Arial"/>
                <a:cs typeface="Arial"/>
                <a:sym typeface="Arial"/>
              </a:rPr>
              <a:t>(hardware) </a:t>
            </a:r>
            <a:r>
              <a:rPr lang="en-US" sz="1600" b="0" i="0" u="none" strike="noStrike" cap="none">
                <a:solidFill>
                  <a:srgbClr val="000000"/>
                </a:solidFill>
                <a:latin typeface="Arial"/>
                <a:ea typeface="Arial"/>
                <a:cs typeface="Arial"/>
                <a:sym typeface="Arial"/>
              </a:rPr>
              <a:t>operates in nanosecond timeframe</a:t>
            </a:r>
            <a:endParaRPr sz="1400" b="0" i="0" u="none" strike="noStrike" cap="none">
              <a:solidFill>
                <a:srgbClr val="000000"/>
              </a:solidFill>
              <a:latin typeface="Arial"/>
              <a:ea typeface="Arial"/>
              <a:cs typeface="Arial"/>
              <a:sym typeface="Arial"/>
            </a:endParaRPr>
          </a:p>
        </p:txBody>
      </p:sp>
      <p:sp>
        <p:nvSpPr>
          <p:cNvPr id="1353" name="Google Shape;1353;p27"/>
          <p:cNvSpPr/>
          <p:nvPr/>
        </p:nvSpPr>
        <p:spPr>
          <a:xfrm>
            <a:off x="7490377" y="2208972"/>
            <a:ext cx="2879725" cy="107632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CC0000"/>
              </a:buClr>
              <a:buSzPts val="1600"/>
              <a:buFont typeface="Arial"/>
              <a:buNone/>
            </a:pPr>
            <a:r>
              <a:rPr lang="en-US" sz="1600" b="0" i="1" u="none" strike="noStrike" cap="none">
                <a:solidFill>
                  <a:srgbClr val="CC0000"/>
                </a:solidFill>
                <a:latin typeface="Arial"/>
                <a:ea typeface="Arial"/>
                <a:cs typeface="Arial"/>
                <a:sym typeface="Arial"/>
              </a:rPr>
              <a:t>routing, management</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CC0000"/>
              </a:buClr>
              <a:buSzPts val="1600"/>
              <a:buFont typeface="Arial"/>
              <a:buNone/>
            </a:pPr>
            <a:r>
              <a:rPr lang="en-US" sz="1600" b="0" i="1" u="none" strike="noStrike" cap="none">
                <a:solidFill>
                  <a:srgbClr val="CC0000"/>
                </a:solidFill>
                <a:latin typeface="Arial"/>
                <a:ea typeface="Arial"/>
                <a:cs typeface="Arial"/>
                <a:sym typeface="Arial"/>
              </a:rPr>
              <a:t>control plane </a:t>
            </a:r>
            <a:r>
              <a:rPr lang="en-US" sz="1600" b="1" i="0" u="none" strike="noStrike" cap="none">
                <a:solidFill>
                  <a:srgbClr val="7D28CD"/>
                </a:solidFill>
                <a:latin typeface="Arial"/>
                <a:ea typeface="Arial"/>
                <a:cs typeface="Arial"/>
                <a:sym typeface="Arial"/>
              </a:rPr>
              <a:t>(software)</a:t>
            </a:r>
            <a:endParaRPr sz="1400" b="1" i="0" u="none" strike="noStrike" cap="none">
              <a:solidFill>
                <a:srgbClr val="7D28CD"/>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operates in millisecond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time frame</a:t>
            </a:r>
            <a:endParaRPr sz="1400" b="0" i="0" u="none" strike="noStrike" cap="none">
              <a:solidFill>
                <a:srgbClr val="000000"/>
              </a:solidFill>
              <a:latin typeface="Arial"/>
              <a:ea typeface="Arial"/>
              <a:cs typeface="Arial"/>
              <a:sym typeface="Arial"/>
            </a:endParaRPr>
          </a:p>
        </p:txBody>
      </p:sp>
      <p:sp>
        <p:nvSpPr>
          <p:cNvPr id="1354" name="Google Shape;1354;p27"/>
          <p:cNvSpPr/>
          <p:nvPr/>
        </p:nvSpPr>
        <p:spPr>
          <a:xfrm>
            <a:off x="3735940" y="2799522"/>
            <a:ext cx="512762" cy="73025"/>
          </a:xfrm>
          <a:custGeom>
            <a:avLst/>
            <a:gdLst/>
            <a:ahLst/>
            <a:cxnLst/>
            <a:rect l="l" t="t" r="r" b="b"/>
            <a:pathLst>
              <a:path w="512919" h="73266" extrusionOk="0">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55" name="Google Shape;1355;p27"/>
          <p:cNvSpPr txBox="1">
            <a:spLocks noGrp="1"/>
          </p:cNvSpPr>
          <p:nvPr>
            <p:ph type="sldNum" idx="12"/>
          </p:nvPr>
        </p:nvSpPr>
        <p:spPr>
          <a:xfrm>
            <a:off x="9219616" y="6443089"/>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000"/>
              <a:buNone/>
            </a:pPr>
            <a:r>
              <a:rPr lang="en-US" sz="1100" b="0" i="0" u="none" strike="noStrike" cap="none">
                <a:solidFill>
                  <a:srgbClr val="7F7F7F"/>
                </a:solidFill>
                <a:latin typeface="Arial"/>
                <a:ea typeface="Arial"/>
                <a:cs typeface="Arial"/>
                <a:sym typeface="Arial"/>
              </a:rPr>
              <a:t>Network Layer: 4-</a:t>
            </a:r>
            <a:fld id="{00000000-1234-1234-1234-123412341234}" type="slidenum">
              <a:rPr lang="en-US" sz="1100" b="0" i="0" u="none" strike="noStrike" cap="none">
                <a:solidFill>
                  <a:srgbClr val="7F7F7F"/>
                </a:solidFill>
                <a:latin typeface="Arial"/>
                <a:ea typeface="Arial"/>
                <a:cs typeface="Arial"/>
                <a:sym typeface="Arial"/>
              </a:rPr>
              <a:t>9</a:t>
            </a:fld>
            <a:endParaRPr sz="1100" b="0" i="0" u="none" strike="noStrike" cap="none">
              <a:solidFill>
                <a:srgbClr val="7F7F7F"/>
              </a:solidFill>
              <a:latin typeface="Arial"/>
              <a:ea typeface="Arial"/>
              <a:cs typeface="Arial"/>
              <a:sym typeface="Arial"/>
            </a:endParaRPr>
          </a:p>
        </p:txBody>
      </p:sp>
      <p:pic>
        <p:nvPicPr>
          <p:cNvPr id="1356" name="Google Shape;1356;p27" descr="Brain logo icon human brain icon creative simple mind symbol vector  illustration | Premium AI-generated image"/>
          <p:cNvPicPr preferRelativeResize="0"/>
          <p:nvPr/>
        </p:nvPicPr>
        <p:blipFill rotWithShape="1">
          <a:blip r:embed="rId3">
            <a:alphaModFix/>
          </a:blip>
          <a:srcRect/>
          <a:stretch/>
        </p:blipFill>
        <p:spPr>
          <a:xfrm>
            <a:off x="10372906" y="2294878"/>
            <a:ext cx="980894" cy="980894"/>
          </a:xfrm>
          <a:prstGeom prst="rect">
            <a:avLst/>
          </a:prstGeom>
          <a:noFill/>
          <a:ln>
            <a:noFill/>
          </a:ln>
        </p:spPr>
      </p:pic>
      <p:sp>
        <p:nvSpPr>
          <p:cNvPr id="1357" name="Google Shape;1357;p27" descr="data:image/jpeg;base64,/9j/4AAQSkZJRgABAQAAAQABAAD/2wCEAAkGBwgHBgkIBwgKCgkLDRYPDQwMDRsUFRAWIB0iIiAdHx8kKDQsJCYxJx8fLT0tMTU3Ojo6Iys/RD84QzQ5OjcBCgoKDQwNGg8PGjclHyU3Nzc3Nzc3Nzc3Nzc3Nzc3Nzc3Nzc3Nzc3Nzc3Nzc3Nzc3Nzc3Nzc3Nzc3Nzc3Nzc3N//AABEIAJMBCAMBIgACEQEDEQH/xAAbAAACAgMBAAAAAAAAAAAAAAAABgQFAQMHAv/EAE4QAAIBAwEFBAUIAw4EBgMAAAECAwAEEQUGEiExQRNRYZEiMnGBwQcUI0JSobHRYqLwFRYkMzQ1Q3JzgpKTssJUdNLhJSY2U4PxY4SU/8QAGgEAAgMBAQAAAAAAAAAAAAAAAwQBAgUABv/EACwRAAICAQQABQQCAwEBAAAAAAECAAMRBBIhMQUTMjNBFCJRYSNxQoGRJBX/2gAMAwEAAhEDEQA/AHRI5Jp0hgXflk9FFLYA6kk9Bwrbd2tzZSot1EgEmSrI+8CR0zgca9WFwLW9hnxwHouO4HGf28KYtWgXUdKcwMrkDtI2B4ZHH7+XvNNu5V/1MWjTpbUcdyDsowMV7F9YThh/VKKAfNTVXrRX925nHo/RemegwSB8anbLtvXk5TkY1DjqDk4z3fWquu4nudWuLQg9q7rDjru4BJ9nFjQwcWZjDAtpQuOZe6XpVv8AuchvbaOSaZQ8vaoGwTx3fdy92eZNLUQxvKDndd0Utz3QxAz44AFN2s3i2Vox47xGAB18PfSnGCsYDek5yzN3sTk/eTVqclswevCIiqO56oorZbWV7e7zWUKMqHDNK+4ue4EAknj3YphmC9zOrrZzhRma0x29tkAj5xCcZ5fSLx/buph2rnMekSIvDtBuE9wJx8aXlgv5J47c2UwlZ93fTiid5JODgDjThqdil/avDJwDKV8xg0pcyluJsaOt0rIIxE4YxwGBjOO4VmsTpNZTNb3/AAkUZD8hKPtDx7xQjpJGsiMGRuTKcg02rBhxMiyt0JDCZoo9486KtBwoozRUSMzVcByitEMyRssiDPMqQce/GPfTrpl4l9ZpNGc7yjj30n1Z7JyGK8u7XJ3MCZfDeJyPNSf71L3r8zU8Ot5KSnjKQp2JkXMeU4nj6JwfwrYzopAZ1BY4AJ5+ymfSreO3u9SEaHLXO8Sw44IDeWWbzNadL060jk1G3eJXzKQ2+Mgow3go8ADjHhUfUfqXbw7JyGi/4Ur7X6/caVNBb2ir2jrvvJIM4GcYHkaaZEEU00RP8VIyAtzIBIGfHGDSJ8oiAXVjJ1aNx5EH/dRLGOzIimmqHn7GjHsxqr6vpvbyqqyxybjY5EgZyPMeVLm2Wz3YNJqNkmYmP08Q+oTzIHcfuNS/k7k/g19F9l1bzBHwpuKggqyhkPNT1zzFcBvQZlnsOnvO3qJGym1JgC2OqSExHCxTk8V8G8O4/sHgceXGudbV7OnTJGu7RN6zkPHHHsfD2d1Y0Dae401Ba3R7W1GFVmJJh78faHhwqiWFDtaHu0wvAsqnRutFayZIZ0gmlilaSMurxIQGAxwxk9461s7/AA7qOrBhkTOsrattrdwrNtILfVLKZsFBLuMT9Xe5HzAHvrFa5I5J9Pafs5Vt2BC3GPR8GHgMA7x4Hnmq2YIxmE0+4OGAziM21Y/8HZjjKzQ7p7syKD9xIqq2ctBdanPcyAOlqAsakcA7DJPkR7MnvqZrdyLnZOG5k4GU274HHiXQ4FbdOC6Lo5nuge0c7xQHLMx5KPHkKUB+3E2WTNwc9CRtqDGt7abq4laN94j7II5+88Pf40VVO81xcy3VyVM0uMhc4VRndUHuGc+0k8M0U1WjBeZkam5WsJECKtNnZ2jumtST2Mik7vc/M47gRnPiPEk1dTNGl3NWtQwwXZk/VJ+FdaMoZ2jYi4YjNb28FoSkCqpf0m73PAZ8eleVitheGXCfOmTDEH0tzPD3Z+Na9YhNxZGNCUnLKIJF5xvnAf3ZyR1GRxzW+ztI7SPcjLMxO88jnLO3Vie//wChSM9BiLu0bPJqgjbO4kYcDvJyAfd6XnVf0zTRqulpqG4wlMcsedx8AjB5gjqPI8OfPMBNnV7PN1fuf0o0CD780xVaqrzMvU6S223cOpS9R41ZbP3dzCk1vFZSXFskhO/FgbhPEg5PE5OeGcZ8BmteNoJmiLb5BBR+W8vQkft8KsdD1OW1Etq1tLPBH9J2sK7zIGJ4MvM8c8s8PZxvac17hBaJTXeVMvra87aYxGCWLC7wLrjPGptQbXUYLqbso1mV90t9JEyHAIzzHiKm0pNmVG0aBbOO6A+ktpRID4fWHvXI99Ke1Wp6foWtNFcs0a3CLOgWMnGfRI4cvVz7TTJtLdiSOKwi9KSZwpA6KPW8hn3kUn7d6L++PWIp4LwRpbQLCwaPOWyWPXuIq9e7P2wGpWtk+84kP9+GjH+ml/yjXk7Y6P8Abn/yjVO2wlz9S+gPtRh+Fam2G1JfUubM/wB5h/to++z8TPFWkP8AlL5dstHL4JnXPNmiJC+7NMEbrIivGwZGAKsOIIPWuersTqhcBntQDzbtCfhT5Y2q2dnBaoSyxRhMnm2BzolZY+qA1NdSgeWczfU7QLOa5vZp45WjgVBG7LwZjz3Qegw3E8+PA5qDVxstdxxLPayHdPab4JGN4N188j3VW7O2W8PANvMsI7GwnXt7NhHPy7eJvpARw9In1vY2fZUB7bVnvbiaOa27ZVVQPSCuuMhgeakknIyenv2ahoQE095ZX0tlNKcu6N6JOAOKnIPLuz0yKlRmDSNNeeeYyH15ZGbeaRuWB3noB7KT5zNwnGYp2zdpAJCSTLmViwxktx/bwxSl8oqZj0+ToGkX/T+VN8O+Ik7TG/uje9tKvyiD+B2XhK34U7YMVzC0xzqf+yJ8nLHttQTvSM/jTxSL8nR/ht6O+JfxNPVdT6JGv98zDokkbRyIGjcYZTyI7jS7HsRs9JNFNNrZRTgy6eigyluZReOcf3Tw45xTHnhWFk3Lq33VdpRLG27HGWbd3xvHAGcYzx91dcoIltFca324zmXEOiG/gllnzbM5HYhcZhAzge3ic8wckcRzqZ4Lmyl7G6Kn0t1JE9U9eI6H7vwp0huElA3VlGejxMv4iqHaF0liud0DCwkcO8cc+6lUcrNTUadbV65lQOeO6r/Z+/t/3vrvlQLKLsplHHG4MH2g4yPAil5Dj0T6W6zJnvwcfCvVtZC70qJo5Xt5ZYWV3TmQ2chh14knoRyBGaNeRgGJeHgq7LGSytrpbYQJbwwW4Y9ks3psqc90qOHDiB6XLFQ9oLK4WFLlrpp4oW33jkReGRjIIA4AE8D0J498Kz1TaK7j7OGO1Mgbs+2c+uQcFgoHq8M86vNTQW+gXa3Ldp9A4kc9cjBpdWwZp2LvQrFgnFFeVB3E3vWxxrNaM8wQMzNY9MMjRnEiEOpPIEEHj4cKzWCMjGM9cMMj2Ed1cRkSUOGBjHFrUlxbRyRwlGZc4evNxtFDbxlp4pI2BA9JGIySAOIBHWqbU9r9JsmiXW7aWNpM7skJ3gcd+MHr3VAvLyy1q1E2jpM0UuVFxOxxHxIJRSc73PBwPb354QlsT0ZuUV788Swu9TvbxuJ7GLoOBb4gff7RUQ/ON7K3twPAhGH3qT5EV7NFOCpAMYmI2qtZs5mAH5vI0j54s2OPuAAx7q22d1PY3TXEADbyhHRjjIHI5495861jjyqPbX1pdNIttdQytH64RwStSygjbBo9gfeOTLx9orhx6FmQ3e+Mfcx/Cok+q6lNwEkcfuLfgV/Co1YZgilm5AZPCqilAIc665sDM1fN96QzTSyvNjHaA4IH2VxyHh18a2KgVd1QQO4+/jnvrxJHcRSo08biJvqwkb644kZIIJxxxgdwJNWkukym3F3Zzi6gK7wQrhyPAjgfIVC2Vg8S76XUuu5v+SADnHeaMipOnWFxqUMs8A7NV/i99CBNwzkE9OPPBpen2n0m2nlgnuWSSJyjqYX4MDgjl4UTzFz3FzprgBgdy4yKKo/33aJ/xZ/yZP8AprKbV6IxAF7z74nHwrt6/mV+nsH+Jl3WicIzQgzm3csVWdTjs+fuPEDgeGce/fkUNxG6QCKlhkYlan8t8y207T9RMatPLFOnRi/Z73jgIcedatetbOIIVuH+fDBWINvg9CSvRcA8eHh3HlW2Fzc2mtyQWlxNDB2SHs4pWRRw7hwp40co2lWciIiiSJJG3RujJUZPnSiV5bE2NRqdtIbHcmUo/KIR80s/GU/hTdSZ8orehYJ3tIR+r+dMW+gzN0fviR/k7/l154RD8ae6R/k6H01+/ckY+8/lTxXU+gS2u98zy7FQd0ZfGFXvbOAPvpx03T47C3CR4LtxlkxgyN3n9uA4UmycJLck4CXELMT9lZFJPkKfuFB1B5jfhqDaWmHXfQqeo40q3+Vj7Nvt4Y/oji3mBj301bwAyTSZqd2k8rmNgVmLLGR1Qn0n9nQHvpcAk4mjYwVcmRYgwgTfGHKjeHj1rfpLOkb76btoxMkUhIHMkn3Zyc+PdWuo93tBNsxam7SKOeAuAYG4MSTzVunU4OfdTdykpxMbRWAW8/MvLfUraxcScTGEwSEJGPAgYqHqWs/u1FGtupWybDlmGO0HMYHPHt59OBzUfTNrtK11XuItBd5YmG80qResfHOfurG88k0szxpGZXLGNTkJnuP357yaFTXk5Mc1l+xMKeZmiiinJiwooorp0QPlCl3tSt4s8EgDH2lj+VNWy0Yi2dsVH1ot/wAzn40l7cvvbQyqfqxoPuz8ae9FXs9HsEPS3jz/AIRQK/caaGoGNMgk6g8OdZ64pL2v2j3TJp1hKd4jE8qnl+iPiaK7BRmKU1Na21Zr2u2lMpaw06U7g9GWVTxb9EeHef2ONg9JnWf91GzHEqFIwR6+eZ9nDzqr2W0E6vddpMMWcLel03z9kfnXSkjVECIoVQMBRyAHKg1gud5juodKE8lO56rVdH+DTetwXeOOfDurbQfZnw76YIyJnKcHM2XURe3cww3rNjfTM3DeHFT63fjmDV/s1KHs5UT1UkyvgrAMo8iKXtPMS2saubtmXKej2zA7pxzHDkKstj5lVpoOI9EesMHKkx8j/Z1mYwTPTqQQDJtxdvp8626ohR5Sygk5CkM2P8QOPDFc12g2Vk1faDUbuO5jiDzAlCh9bcUnr308bSBv3bikVt1o4VZAeIJy4OQCOjcONVqJuhix3izFmP2mJJpiqrdyYjq9V5f2r3Er94c3/Hxf5J/OsNsHOQV/dCM56mI8Pvp5oo3kpEfrrvzPEadmirne3VAz34Fe6KKNjEUPM5vtz/6hl/sk/CnbZpt/QNPPdCB5cKR9tznaGbHREB/w057Jn/y9Y/1CP1jS1fuGaWqH/lSW9I3yjP8AwqwTuRiPeR+VPOa55t9J2mton1Y4FHmWPxFXv9EBoBm4Sy+TlPob9+91A9wJ+NONLHyfx7uizSAcXuDj2AKPxBpnqauFEHrDm8zy6b6bpOORyOPEVLXU70D+OuFGP6GVD5B0Y/rGo1L2t7V2+lXnzUWsk7oQZPSCgZGccQcnB9ldYFPqltNZapxX/cZri9uLmIIyM36c8pk/UUKmfE1oRN3LMxd2OWZ+bH9vLpitdncJd2sNzCGMcqB13uBGehrdUqiryJW7UWWcMYUofKJcFbaytwfXdpCPYAP91N9c++UCUtrEUX1Y4QfNj+Qqtxwsvol3XCXuwUO5opkxxlmZvbyX4UyVU7KxiLZ+xA5tEX/xEt8atqvWMIIHUHda39woooq0FCiiiunTl+17b20d6e4oB/gWuj6YP/DLT+wT/SK5ttZ/6ivh+kP9K09S6imm7Lw3rYYrbxhBn1iQMDzpes/cxmnqULVVgSDtfr/7nxfMrRgbuUemw/olPxPTzpO0PSpdXv8AsYvRiHpTP9kc/PnUdRc6rfhRvTXVw5BLdSev7dK6joulxaTZJbwjebnJJj127/y8KqP5GhXK6SrC8kyRaW0NlbQ29sgSJF3VHx99bqxIxjjLgZI5Ci8jl064+b3zK8rgNGYo2O8M4OBxPDPvz0pjcq8TMFVlgLYmaK1rPGxx6SNz3ZEKHHfggGtmQOdTkHqDKsvq4nqymhWJo2vxCyyNvKXQYycjmM8iOtYsrhLbUz2U4lDuCWUqcFhwzjhzVv8AGK8pcS2TPJGgdJSN5QcFSOGevTh7q1alcxXcahpbKOVBgdpdmNiMgkcVyOIBBHIqD0pGxW3dTe01yGscy11v+F3NrPJCzRoHjk7N2DYOCG4YPDd/WNV9zE1nPGjP2kEuVjLcwQCSvDwBwfDjXm11uLsgkzpJID6ySoCfcTz/AKufhWmR5b27juZkCJE29GOPpEgjrx68SQOQA4AlrVFgZTV+Uazu7ko8MePKjv4Hhz8K03KytbSrbndlKMELdDjga5TcLqNnNvXPzqCX6xcsCff/AN6ZezZ8TN0+n87POJ1w8Kx1xXJY9Y1NPV1K7H/zsa8zarqM6bkt9csPsNM2PLNU+oH4jA8NbPqkjaadZ9fvWDBlDhQRx9UBfhXQdmkMez1jkY+iDefH41z3Q9FutYuEWGNlgJ+knI4KM9D1PQV1ILHbwKAQsSJjJOAqgcaioHO4y2uZdi1rPWXa4jijUF3UtktgKAQOJ59fuqg2i+TzWtTvpdRtJ7GQSBcRiVgRgAcPRweXWm7S9EOoqlxeqyW+9vxxcQzDoT1Ge7hw58yAywWVtCweOCNGxjeA4+dDtfJxGNHpxWu49znWz+nXGkabDY3sLQ3I32dG6nePI8j05Zqyq52pknRYYWjjMMkgKyljvRspzjGOORnj7efWmo9TZWZ2trCWn9wrmu267u0EpH1kQ/dj4V0qud7fru66pHJrZW+9h8K68fZL+Hn+b/UcdmjnQNPI6QLVnVTsqc7O2JH/ALZHkTVtRE9Iit3uNCuY7YS9rtFdgnhGUUezdHxzXTq5LtFJ2mt6i44/TOPI4+FAv6Ec8O9xj+p0/SY+y0uzQDitug+4VLrXAu5DEv2VA8hWymB1iIMcsTCiiiukQooorp05ftaMbSX2ftL/AKVprl099Y2NsYYcCZYY3TPVgMY9/GlnbVN3aOf9JUb9UD4U57Iydps5ZsOJAKj3MR8KWTlis1tQxWhHE5tc2t1ZSBLmGa3K8t5SPI15F5N/xMn+aa7GeOO48+teRGn2R5VP05HRlf8A6Qx9yzkkSX9047CO6lz0QM34V2jQIL75rptvqzMdRjtlEzM+8wVmbAJ6nCjPiKiNlsqxPHhnJ4VP2bt5ZNWubyWZpJN0CV2+sTy4DAGAO76x947KivOYfTatbTtxiW2paTDLanC8F4kHj7x+35UsL6B3evAgd3MEeYI9mKe3wyMvPIINI8wxMpH1ZJV9uWDfnUUsQ2JbW1q1ROJgH0sgYNALAc93uPfXlsKpZiAAMkk8q51tDrLavqAitS5gjJWBV5u2MZ8+XnTNj7e5l6eg25xwBOjn1u7uHcawWCq7s2ABneJ5Comkw3NvpttFeSdpOseJD8M9cd9ado/5ivhxA7I5I7u6rZwuZQJlwuZNt7q3uVLW00cqjmY2DY8q2HjgZ4HoeQFJfye4W4vFUj1EJGMdT/3pz/b7qhG3rky19Xk2FRIsuladN/G2FpJ/WhX8q8x6NpcT5j0+0B+0IVzU3FH7fdU7RB72/MIY5ZJDDZ2sk7KMssRVd0cOrED41P07RJ7m5jm1KJYLdCGW33g7yMORcglQAeOATnryqNpl+unTyh2WNJDlWcejyAIJ6Yx16V7vtXnvz2VuxjgHrSqvrHuTPPxby8F2Lk7QJp0rQib2OTHBZFOMcBXosAcZqi2W7VtLIlYtiV1Xe5hQxA+4CrjeWQhkIZTyK8RS5mkpBAlTtSV+Z2wbmbgbp/ut8M1QVa7UTFr20txxCI0rDuzgD/dVVTlA+2YniDZthnhSF8oSj90rZsjjBjh4Mfzp6lcxxSSAZ3FyAOOTUbavYS41y3tLjSr23kZFYP2hIWTOPVIzjkeea69htxJ8PQmzcOpD2Q47N2WOgYfrNVxUe10gbPbN29rcSxtqSb7FI3LLJliQuOnEgZGO+pFWqYMsFq6SlhhXH9TO/qF4erTyf6jXYBXHL4/wq5PXtX/E0O/4jPhvbTsKeovsr1XlfUX2Zr1TAmafVCiiiukQooorp055t8m7raMPr26n35I+FMGwUvaaFuA/xUzjzAPxqq+USBhNZ3KqSm6yMw5A5yPjUz5PFkGn3TFSImlG4x5McYOPIUuoxbNSwhtIvMbKMjv5UV4fs2ZEm3txpFVwqliy5BYYHHkDR2IAMza03sFlppGjm+jFzcF47duMcatus47yRxHgBx7+6rhdDsIw3YQtAx5vDIyEnvODx99ajtNoyei1/ApH1WcKfI1pk2kspOFrcRO36DiRv8K5NIM5Y5M9HVUlQwsnzytaWvZyS9pI3BWxgn4eXlSjKd5I3XPpXcvkodfhVhJe3M7sYLd2Y/0sw3APd63ux5VWzOiMqRsWito9zfH12PEn7h7yamoZbMFqmAqIMVdutY+bwjTbdsSSjemI6Kenv/CtOw2jbkY1S5XJOfm6Y5Dq35e/vpe09H13X4xcsf4VKXk9mMkeQwK6kihEVFUBVGFUfVA4AD3UdBvYkxG8+RUta9nueqrdpP5hv/CE1ZVW7SfzDqH9g34UdvSYhV7g/uK/ydDF5fYOfQX8TTzikb5Ov5Zff2a/iaeqHT6IxrveP+oVjFeuuOtYo36ikOOOB48KwqPPLHbxD6eQ4U93ef26kd9Zqdsy0Uep3TTsBIEVUJ6JjP4l/wBsUK1iq5HcY0qCywA9S0uLf5tY2ml2xKfOHEbsDxWMDLEe4Bc/pA1LulHa2tpFlEZizKh3fQUchjxK8O7NRHuI7jaaARuGFtbOGIPDekK49+EPnWyS5j/fDuM4xFag8+Rdj/0UjPQ9CUmuMW1q5J+pGkf3Fv8AdUSt1/Klzqd5LEwZGlADDrhVU/eDWmn6xhBPO6ps3MYAn0CCAc8Md1W2iaTaXVgJZI0Ldq+Mopz6R8KqOJZI0jMkjsFjjTmx/br0pm0rTru1sxFNdbjAk7sCjA3iSclsk8+fD2ULUEYxG/DUbJb4lVrMItYnjhAVUdMADpkd3gTVfV5remXUltIYrxn31KuJUUjlzG7jH3+yqBWfeaKddyUKN5fWB8QeoqKGHUt4jWchxPYrjt6P4VdDqJGH6xrsVUlzsrpVxfNdvFIGZt5olf0GPeRz++iWoW6i+k1C0k7pbWx3raFj1QZ8qr7naHTLTUF0+SUiYsFJ3OCE8smpOq38el6dLdsoJjX0V+03ICue7OWUmsa5vXB31DdtOx+tg/E/dmudypAE6mkOrWN0J06iiiixSFFFFdImGUMm4VBXOcHFZAwoUAADliiiu+cycnGIVghuG626wOQ4xkdOoI5Ejl1rNGa7uQCV5Hcz85vxw7eAj9OE595DV5aW9c8byRD3IiD8VNIO3Oqma9+YxMwjt/SkIPNyO/wB/GmrZeK7h0S3+eytLI+XXe5op5Dy/GgAIWK4mjY161Cwt38SyZC/ozSzSr1DvkH3cvurDoOxZFCgbhAAHDu+NbKMZowUDqJF2Yjcczl+xp/8xWI/rf6GrqFcu2W9DaSx/tWH6prqNBo6Mb8Q9wH9Qqu2i/mHUP8Al2/CrGq7aH+YdQ/5Z/wNGboxOr1j+xFb5O/5Ze+MS/iaeqRfk7/lt4P/AMS/jT1Q6fRGNf7xitt1qlzYR2tvZzNEZd5pGU4OBjA/bur3sPqF3fWVyLuVpRC6qjMcnBHLx5ffVL8oMhbV4I+i248yxz+Aq2+TxMaXdMfrXGPJR+dUBJth3rVdIDiNVeHiSTdLZDLkKwYgj2EYIr3RTBGZnAkHImuKNoWY20skIY7zBSCGbHM7wPHx5+2gRHed2lmZ3I7Ru1I38cOmAOHditlFV2L+ITzrMYzMBVQKqqFUd3ICs57vbVps9pdne6Y0tzCr3JkcPJkh1OcAA8wAOHDnzOSSTWSxPb3M1tId5oX3d77YwGUnxwRnxzVEsBOIW7StWocnMudmbXJmvXA3ieyiPcowWI9rcP7opipSsL62gto7ee1lBQBe1t33Sw72OQc9/PjmpIv9NXkNRP8A+1J/10s6sWziatFtS1gAiMZAIORz5ilPXIY1DyFlRoGPZuTjP6PsI4eR6VJOp2H/ALOo/wD9Lf8AXVU0sYleaCyiWVifTkbLAe3iT7M1ARwc4l7L6SpBM1o6yIHQ5U8jWTwrwi7qANxPNjyznnw9tQdd1JdK0yS4yN/gIwerHl5c/dT2cDmefC7n2j5iht3qnzi9WwiP0VucuR1fHHyHxq/2I075lo4nYfTXOHORyX6o8sn30kaNZPq+qRQylj2jl5mPdzY/t1NdXA3VAUDA5KOgoNQ3MWM0NWwqrWlZmiiijzNhRkA4orTBdRNcNHIjSohwU31UE+OWBx/3qruEHMNTS1rbRNw41npnB8qsoLjTG3EuNMtoxJwXMKDe9jDIz4VsvtD+jFxpjFupgds73sY8QfA8OnChLeCeY2/h7gZU5lRULWL9dN02a8bgyDCqepPIVMjMcjwCRnSF2GXCZYZHDAIPXA5dah7Z7KT6zpiyaJefOPm7F3tXAVmOOnAYOOhHXnV7LAvHzBaXStYcnodznezmnvrGsqk5LRqe2nP2hnP3n411HHM8M9wqg2L002GlCeQYmuSHbI4hfqjw7/fV/UVLgZPzI1lu+wgdCFAoqVplg+oNN2UiokXoFscSxAOB3cCOPH2URmCjJgKq2scKs5Po47Lay3UAgC7KjzIrp2RnmOWaV02E1y32sjme2LWbXZl7eOVCQm8T1HrY8MZpqu4TaOqtJvo7lFJxkYBPHHA8u4UvS4BxNHXUswD/AInmq/aD+YdR/wCWf/SasKL3SLvUtn7x7RS5mgkWGNMZc4IAzkAAnrxozsFXmIaetnfj4iJ8nf8ALrw9OyH4090t/J/s1q8GpX0d3aT2pWMDemT0WOe/PH3ZpnljeGVopF3XU4I7uAPDzqlLDGIzr62D78cTnG338/J/YL+LVefJ6QdHnx/xLf6Vqr+US33NRtbjo0Rj/wAJJ/3VK+Tu5HZXlnn0t4SqOp4YOPIVQcWw9g3aMYjlRQTjnRkU1MmGRjOeFFeHdw8UcILTyuI44843mPj0GMknuFbXs7w3408qqz4Dl1YMAnRhkc+mCOeTxA40Z1U8w1dD2DK9S32Tcg3oOdztRjwO6M1Xaqwk1e9ZT6O8FyPBQD9+RTRp1hHYWqQQphV58c5PP8aobvQ7/wCeTPbiF4HkMi70hVlLHJBG6Rz6/lStbjfkzV1FL+QqL3K0nHPhWOGM1awbP3r/AMfcQRDqIwZCfYTjB9xqfDs5YJxkaedvtPMR9y4H3UY6hREk8PtYc8Rc6Z6Uc+VStYs4bC/hit3O5MjN2bMSUwV45PHBz93CjS9POpXDrKSLWLhJjgZGxkJ4YGCfaPGr+YNu6B+kY2+XIUZeeeJLaGedA+JWhTO6MHgG9UHlwJ6mt2sbPaLqsUaapDq1v2Wd1+JCZHE5AZeg506RRRwxrHEioqjAVBgAeArZjh40m9habNGmSoTlmlbO22z95NJDc/O4rnhBcboHAcSpx1PPPI45Crip+1GmR21xBqMAZU7QCeINhSzeir4+0MkZ7j1wKgU1Qftx+JmeILi3MKKKKLEYVM0xFTT4Sqgb7ZbA5lgST7c0UUvqOppeG+tpD08fOEt2m9L52spmH1WKtgHHIcO6mHZmR3s/TYn6NTx7+P5ViilR3NcyDYQRNtXeRMgMaBnVegYrGSfOR/P2UX7tbzdpAxR0mWMMOe6WAIPf76KKl+4KsAKf7lUOElwByErEe/JP317oop9PSJ56/wBxoVlQYZVkhklidniVjHIy7wJxxwePDvrFFRZ6ITS+6JaXV5cxxRRrO+6SQcnJPv51XyW8cU0bKZCzR5y8jPji3LJOOQ4Ciik6fXNjWeyZrrxp+oXdpqnzSCZlgJLbhAbiTx4njRRTN/pmfoD/ACy+1PULqBHMUu6QcD0R+VUFvI9wgnmYvLJuszN1JWiih0dxzxL0LFzb5FbQkkYZZLgBT3cxXPxJJDJvwuyMpwpU4IrFFRd65Gi5pMtLXafWo7vsRfyMnc4Vj5kZq/tNf1N/Xuc//Gv5UUVbJlWrT8Rn2Lu5r3aS3W5cOI7eSRPRAw2VXPDwZh76a9H9PaHVmfiVlCKT0ARCB+s3nRRQX7junAFfEv68sfRzWKKpCiL+0GoXVtEewlK58BSXe7S6ynq3z+9VPwoooiRVyQZP0aSS7tIbu5dpJ5vXYn8ByHupo0xjHsw8sfoyKszBh3hz+VFFEt9MW0Zzc0vyOFZNFFLzTlTtSAdnr/I/oifKlk0UU1p/mZHifYhRRRTEzJ//2Q=="/>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358" name="Google Shape;1358;p27"/>
          <p:cNvPicPr preferRelativeResize="0"/>
          <p:nvPr/>
        </p:nvPicPr>
        <p:blipFill rotWithShape="1">
          <a:blip r:embed="rId4">
            <a:alphaModFix/>
          </a:blip>
          <a:srcRect/>
          <a:stretch/>
        </p:blipFill>
        <p:spPr>
          <a:xfrm>
            <a:off x="10438019" y="3590223"/>
            <a:ext cx="1094340" cy="6093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2"/>
        <p:cNvGrpSpPr/>
        <p:nvPr/>
      </p:nvGrpSpPr>
      <p:grpSpPr>
        <a:xfrm>
          <a:off x="0" y="0"/>
          <a:ext cx="0" cy="0"/>
          <a:chOff x="0" y="0"/>
          <a:chExt cx="0" cy="0"/>
        </a:xfrm>
      </p:grpSpPr>
      <p:sp>
        <p:nvSpPr>
          <p:cNvPr id="1363" name="Google Shape;1363;p6"/>
          <p:cNvSpPr txBox="1">
            <a:spLocks noGrp="1"/>
          </p:cNvSpPr>
          <p:nvPr>
            <p:ph type="title"/>
          </p:nvPr>
        </p:nvSpPr>
        <p:spPr>
          <a:xfrm>
            <a:off x="1236117" y="0"/>
            <a:ext cx="10018713" cy="111034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Control Plane – the brain!</a:t>
            </a:r>
            <a:endParaRPr/>
          </a:p>
        </p:txBody>
      </p:sp>
      <p:sp>
        <p:nvSpPr>
          <p:cNvPr id="1364" name="Google Shape;1364;p6"/>
          <p:cNvSpPr txBox="1">
            <a:spLocks noGrp="1"/>
          </p:cNvSpPr>
          <p:nvPr>
            <p:ph type="body" idx="1"/>
          </p:nvPr>
        </p:nvSpPr>
        <p:spPr>
          <a:xfrm>
            <a:off x="1236117" y="1651911"/>
            <a:ext cx="10833963" cy="4676503"/>
          </a:xfrm>
          <a:prstGeom prst="rect">
            <a:avLst/>
          </a:prstGeom>
          <a:noFill/>
          <a:ln>
            <a:noFill/>
          </a:ln>
        </p:spPr>
        <p:txBody>
          <a:bodyPr spcFirstLastPara="1" wrap="square" lIns="91425" tIns="45700" rIns="91425" bIns="45700" anchor="ctr" anchorCtr="0">
            <a:noAutofit/>
          </a:bodyPr>
          <a:lstStyle/>
          <a:p>
            <a:pPr marL="457200" lvl="0" indent="-394335" algn="l" rtl="0">
              <a:lnSpc>
                <a:spcPct val="100000"/>
              </a:lnSpc>
              <a:spcBef>
                <a:spcPts val="360"/>
              </a:spcBef>
              <a:spcAft>
                <a:spcPts val="0"/>
              </a:spcAft>
              <a:buSzPts val="4800"/>
              <a:buChar char="•"/>
            </a:pPr>
            <a:r>
              <a:rPr lang="en-US" sz="3200"/>
              <a:t>Control plane builds the </a:t>
            </a:r>
            <a:r>
              <a:rPr lang="en-US" sz="3200" b="1">
                <a:solidFill>
                  <a:srgbClr val="7D28CD"/>
                </a:solidFill>
              </a:rPr>
              <a:t>routing table </a:t>
            </a:r>
            <a:r>
              <a:rPr lang="en-US" sz="3200"/>
              <a:t>using routing protocols.</a:t>
            </a:r>
            <a:endParaRPr/>
          </a:p>
          <a:p>
            <a:pPr marL="457200" lvl="0" indent="-394335" algn="l" rtl="0">
              <a:lnSpc>
                <a:spcPct val="100000"/>
              </a:lnSpc>
              <a:spcBef>
                <a:spcPts val="360"/>
              </a:spcBef>
              <a:spcAft>
                <a:spcPts val="0"/>
              </a:spcAft>
              <a:buSzPts val="4800"/>
              <a:buChar char="•"/>
            </a:pPr>
            <a:r>
              <a:rPr lang="en-US" sz="3200"/>
              <a:t>It creates the </a:t>
            </a:r>
            <a:r>
              <a:rPr lang="en-US" sz="3200" b="1">
                <a:solidFill>
                  <a:srgbClr val="7D28CD"/>
                </a:solidFill>
              </a:rPr>
              <a:t>forwarding table FIB </a:t>
            </a:r>
            <a:r>
              <a:rPr lang="en-US" sz="3200"/>
              <a:t>(Forwarding Information Base), a simplified version of routing table. </a:t>
            </a:r>
            <a:endParaRPr/>
          </a:p>
          <a:p>
            <a:pPr marL="457200" lvl="0" indent="-89534" algn="l" rtl="0">
              <a:lnSpc>
                <a:spcPct val="100000"/>
              </a:lnSpc>
              <a:spcBef>
                <a:spcPts val="360"/>
              </a:spcBef>
              <a:spcAft>
                <a:spcPts val="0"/>
              </a:spcAft>
              <a:buSzPts val="4800"/>
              <a:buNone/>
            </a:pPr>
            <a:endParaRPr sz="3200"/>
          </a:p>
          <a:p>
            <a:pPr marL="457200" lvl="0" indent="-394335" algn="l" rtl="0">
              <a:lnSpc>
                <a:spcPct val="100000"/>
              </a:lnSpc>
              <a:spcBef>
                <a:spcPts val="360"/>
              </a:spcBef>
              <a:spcAft>
                <a:spcPts val="0"/>
              </a:spcAft>
              <a:buSzPts val="4800"/>
              <a:buChar char="•"/>
            </a:pPr>
            <a:r>
              <a:rPr lang="en-US" sz="3200"/>
              <a:t>The FIB may be created using</a:t>
            </a:r>
            <a:endParaRPr/>
          </a:p>
          <a:p>
            <a:pPr marL="914400" lvl="1" indent="-375919" algn="l" rtl="0">
              <a:lnSpc>
                <a:spcPct val="100000"/>
              </a:lnSpc>
              <a:spcBef>
                <a:spcPts val="600"/>
              </a:spcBef>
              <a:spcAft>
                <a:spcPts val="0"/>
              </a:spcAft>
              <a:buSzPts val="4500"/>
              <a:buChar char="•"/>
            </a:pPr>
            <a:r>
              <a:rPr lang="en-US" sz="3000"/>
              <a:t>simple destination-based rules </a:t>
            </a:r>
            <a:endParaRPr sz="3000"/>
          </a:p>
          <a:p>
            <a:pPr marL="914400" lvl="1" indent="-375919" algn="l" rtl="0">
              <a:lnSpc>
                <a:spcPct val="100000"/>
              </a:lnSpc>
              <a:spcBef>
                <a:spcPts val="600"/>
              </a:spcBef>
              <a:spcAft>
                <a:spcPts val="0"/>
              </a:spcAft>
              <a:buSzPts val="4500"/>
              <a:buChar char="•"/>
            </a:pPr>
            <a:r>
              <a:rPr lang="en-US" sz="3000"/>
              <a:t>or more advanced generalized rules.</a:t>
            </a:r>
            <a:endParaRPr/>
          </a:p>
          <a:p>
            <a:pPr marL="914400" lvl="1" indent="-90169" algn="l" rtl="0">
              <a:lnSpc>
                <a:spcPct val="100000"/>
              </a:lnSpc>
              <a:spcBef>
                <a:spcPts val="600"/>
              </a:spcBef>
              <a:spcAft>
                <a:spcPts val="0"/>
              </a:spcAft>
              <a:buSzPts val="4500"/>
              <a:buNone/>
            </a:pPr>
            <a:endParaRPr sz="3000"/>
          </a:p>
          <a:p>
            <a:pPr marL="457200" lvl="0" indent="-394335" algn="l" rtl="0">
              <a:lnSpc>
                <a:spcPct val="100000"/>
              </a:lnSpc>
              <a:spcBef>
                <a:spcPts val="360"/>
              </a:spcBef>
              <a:spcAft>
                <a:spcPts val="0"/>
              </a:spcAft>
              <a:buSzPts val="4800"/>
              <a:buChar char="•"/>
            </a:pPr>
            <a:r>
              <a:rPr lang="en-US" sz="3200"/>
              <a:t>Control plane installs this FIB into every input port.</a:t>
            </a:r>
            <a:endParaRPr/>
          </a:p>
          <a:p>
            <a:pPr marL="914400" lvl="1" indent="-90169" algn="l" rtl="0">
              <a:lnSpc>
                <a:spcPct val="100000"/>
              </a:lnSpc>
              <a:spcBef>
                <a:spcPts val="600"/>
              </a:spcBef>
              <a:spcAft>
                <a:spcPts val="0"/>
              </a:spcAft>
              <a:buSzPts val="4500"/>
              <a:buNone/>
            </a:pPr>
            <a:endParaRPr sz="3000"/>
          </a:p>
          <a:p>
            <a:pPr marL="457200" lvl="0" indent="-108584" algn="l" rtl="0">
              <a:lnSpc>
                <a:spcPct val="100000"/>
              </a:lnSpc>
              <a:spcBef>
                <a:spcPts val="360"/>
              </a:spcBef>
              <a:spcAft>
                <a:spcPts val="0"/>
              </a:spcAft>
              <a:buSzPts val="4500"/>
              <a:buNone/>
            </a:pPr>
            <a:endParaRPr sz="3000"/>
          </a:p>
        </p:txBody>
      </p:sp>
      <p:sp>
        <p:nvSpPr>
          <p:cNvPr id="1365" name="Google Shape;1365;p6"/>
          <p:cNvSpPr/>
          <p:nvPr/>
        </p:nvSpPr>
        <p:spPr>
          <a:xfrm>
            <a:off x="6833302" y="6211669"/>
            <a:ext cx="467467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0" i="0" u="none" strike="noStrike" cap="none">
                <a:solidFill>
                  <a:srgbClr val="000099"/>
                </a:solidFill>
                <a:latin typeface="Calibri"/>
                <a:ea typeface="Calibri"/>
                <a:cs typeface="Calibri"/>
                <a:sym typeface="Calibri"/>
              </a:rPr>
              <a:t>Decentralized Switching</a:t>
            </a:r>
            <a:endParaRPr sz="3600" b="0" i="0" u="none" strike="noStrike" cap="none">
              <a:solidFill>
                <a:srgbClr val="000000"/>
              </a:solidFill>
              <a:latin typeface="Arial"/>
              <a:ea typeface="Arial"/>
              <a:cs typeface="Arial"/>
              <a:sym typeface="Arial"/>
            </a:endParaRPr>
          </a:p>
        </p:txBody>
      </p:sp>
      <p:cxnSp>
        <p:nvCxnSpPr>
          <p:cNvPr id="1366" name="Google Shape;1366;p6"/>
          <p:cNvCxnSpPr>
            <a:stCxn id="1365" idx="1"/>
          </p:cNvCxnSpPr>
          <p:nvPr/>
        </p:nvCxnSpPr>
        <p:spPr>
          <a:xfrm rot="10800000">
            <a:off x="6139402" y="6211735"/>
            <a:ext cx="693900" cy="323100"/>
          </a:xfrm>
          <a:prstGeom prst="straightConnector1">
            <a:avLst/>
          </a:prstGeom>
          <a:noFill/>
          <a:ln w="57150" cap="flat" cmpd="sng">
            <a:solidFill>
              <a:srgbClr val="C00000"/>
            </a:solidFill>
            <a:prstDash val="solid"/>
            <a:round/>
            <a:headEnd type="none" w="sm" len="sm"/>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9"/>
          <p:cNvSpPr txBox="1">
            <a:spLocks noGrp="1"/>
          </p:cNvSpPr>
          <p:nvPr>
            <p:ph type="title"/>
          </p:nvPr>
        </p:nvSpPr>
        <p:spPr>
          <a:xfrm>
            <a:off x="1236117" y="0"/>
            <a:ext cx="10018713" cy="1110343"/>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Data Plane – the hands and legs!</a:t>
            </a:r>
            <a:endParaRPr/>
          </a:p>
        </p:txBody>
      </p:sp>
      <p:sp>
        <p:nvSpPr>
          <p:cNvPr id="1372" name="Google Shape;1372;p9"/>
          <p:cNvSpPr txBox="1">
            <a:spLocks noGrp="1"/>
          </p:cNvSpPr>
          <p:nvPr>
            <p:ph type="body" idx="1"/>
          </p:nvPr>
        </p:nvSpPr>
        <p:spPr>
          <a:xfrm>
            <a:off x="1236117" y="1345474"/>
            <a:ext cx="10664146" cy="5238206"/>
          </a:xfrm>
          <a:prstGeom prst="rect">
            <a:avLst/>
          </a:prstGeom>
          <a:noFill/>
          <a:ln>
            <a:noFill/>
          </a:ln>
        </p:spPr>
        <p:txBody>
          <a:bodyPr spcFirstLastPara="1" wrap="square" lIns="91425" tIns="45700" rIns="91425" bIns="45700" anchor="ctr" anchorCtr="0">
            <a:noAutofit/>
          </a:bodyPr>
          <a:lstStyle/>
          <a:p>
            <a:pPr marL="457200" lvl="0" indent="-394335" algn="l" rtl="0">
              <a:lnSpc>
                <a:spcPct val="100000"/>
              </a:lnSpc>
              <a:spcBef>
                <a:spcPts val="360"/>
              </a:spcBef>
              <a:spcAft>
                <a:spcPts val="0"/>
              </a:spcAft>
              <a:buSzPts val="4800"/>
              <a:buChar char="•"/>
            </a:pPr>
            <a:r>
              <a:rPr lang="en-US" sz="3200">
                <a:solidFill>
                  <a:schemeClr val="dk1"/>
                </a:solidFill>
                <a:latin typeface="Calibri"/>
                <a:ea typeface="Calibri"/>
                <a:cs typeface="Calibri"/>
                <a:sym typeface="Calibri"/>
              </a:rPr>
              <a:t>How input ports use the FIB?</a:t>
            </a:r>
            <a:endParaRPr/>
          </a:p>
          <a:p>
            <a:pPr marL="457200" lvl="0" indent="-394335" algn="l" rtl="0">
              <a:lnSpc>
                <a:spcPct val="100000"/>
              </a:lnSpc>
              <a:spcBef>
                <a:spcPts val="360"/>
              </a:spcBef>
              <a:spcAft>
                <a:spcPts val="0"/>
              </a:spcAft>
              <a:buSzPts val="4800"/>
              <a:buChar char="•"/>
            </a:pPr>
            <a:r>
              <a:rPr lang="en-US" sz="3200">
                <a:solidFill>
                  <a:schemeClr val="dk1"/>
                </a:solidFill>
                <a:latin typeface="Calibri"/>
                <a:ea typeface="Calibri"/>
                <a:cs typeface="Calibri"/>
                <a:sym typeface="Calibri"/>
              </a:rPr>
              <a:t>Forwarding rules can be:</a:t>
            </a:r>
            <a:endParaRPr/>
          </a:p>
          <a:p>
            <a:pPr marL="914400" lvl="1" indent="-375919" algn="l" rtl="0">
              <a:lnSpc>
                <a:spcPct val="100000"/>
              </a:lnSpc>
              <a:spcBef>
                <a:spcPts val="600"/>
              </a:spcBef>
              <a:spcAft>
                <a:spcPts val="0"/>
              </a:spcAft>
              <a:buSzPts val="4500"/>
              <a:buChar char="•"/>
            </a:pPr>
            <a:r>
              <a:rPr lang="en-US" sz="3000" b="1">
                <a:solidFill>
                  <a:srgbClr val="7D28CD"/>
                </a:solidFill>
                <a:latin typeface="Calibri"/>
                <a:ea typeface="Calibri"/>
                <a:cs typeface="Calibri"/>
                <a:sym typeface="Calibri"/>
              </a:rPr>
              <a:t>Destination-based forwarding :</a:t>
            </a:r>
            <a:endParaRPr/>
          </a:p>
          <a:p>
            <a:pPr marL="1371600" lvl="2" indent="-357505" algn="l" rtl="0">
              <a:lnSpc>
                <a:spcPct val="100000"/>
              </a:lnSpc>
              <a:spcBef>
                <a:spcPts val="600"/>
              </a:spcBef>
              <a:spcAft>
                <a:spcPts val="0"/>
              </a:spcAft>
              <a:buSzPts val="3900"/>
              <a:buChar char="•"/>
            </a:pPr>
            <a:r>
              <a:rPr lang="en-US" sz="2600"/>
              <a:t>Uses </a:t>
            </a:r>
            <a:r>
              <a:rPr lang="en-US" sz="2600" b="1"/>
              <a:t>only destination IP</a:t>
            </a:r>
            <a:r>
              <a:rPr lang="en-US" sz="2600"/>
              <a:t> to choose output port</a:t>
            </a:r>
            <a:endParaRPr sz="2400" b="1">
              <a:solidFill>
                <a:srgbClr val="7D28CD"/>
              </a:solidFill>
              <a:latin typeface="Calibri"/>
              <a:ea typeface="Calibri"/>
              <a:cs typeface="Calibri"/>
              <a:sym typeface="Calibri"/>
            </a:endParaRPr>
          </a:p>
          <a:p>
            <a:pPr marL="1371600" lvl="2" indent="-357505" algn="l" rtl="0">
              <a:lnSpc>
                <a:spcPct val="100000"/>
              </a:lnSpc>
              <a:spcBef>
                <a:spcPts val="600"/>
              </a:spcBef>
              <a:spcAft>
                <a:spcPts val="0"/>
              </a:spcAft>
              <a:buSzPts val="3600"/>
              <a:buChar char="•"/>
            </a:pPr>
            <a:r>
              <a:rPr lang="en-US" sz="2400"/>
              <a:t>If destination = 200.20.20.0/24 → send to port s0/0/0.</a:t>
            </a:r>
            <a:endParaRPr/>
          </a:p>
          <a:p>
            <a:pPr marL="457200" lvl="0" indent="-108584" algn="l" rtl="0">
              <a:lnSpc>
                <a:spcPct val="100000"/>
              </a:lnSpc>
              <a:spcBef>
                <a:spcPts val="360"/>
              </a:spcBef>
              <a:spcAft>
                <a:spcPts val="0"/>
              </a:spcAft>
              <a:buClr>
                <a:srgbClr val="0070C0"/>
              </a:buClr>
              <a:buSzPts val="4500"/>
              <a:buNone/>
            </a:pPr>
            <a:endParaRPr sz="3000"/>
          </a:p>
          <a:p>
            <a:pPr marL="914400" lvl="1" indent="-375919" algn="l" rtl="0">
              <a:lnSpc>
                <a:spcPct val="100000"/>
              </a:lnSpc>
              <a:spcBef>
                <a:spcPts val="600"/>
              </a:spcBef>
              <a:spcAft>
                <a:spcPts val="0"/>
              </a:spcAft>
              <a:buClr>
                <a:srgbClr val="0070C0"/>
              </a:buClr>
              <a:buSzPts val="4500"/>
              <a:buChar char="•"/>
            </a:pPr>
            <a:r>
              <a:rPr lang="en-US" sz="3000" b="1">
                <a:solidFill>
                  <a:srgbClr val="7D28CD"/>
                </a:solidFill>
                <a:latin typeface="Calibri"/>
                <a:ea typeface="Calibri"/>
                <a:cs typeface="Calibri"/>
                <a:sym typeface="Calibri"/>
              </a:rPr>
              <a:t>Generalized forwarding</a:t>
            </a:r>
            <a:r>
              <a:rPr lang="en-US" sz="3000" b="1">
                <a:solidFill>
                  <a:srgbClr val="CC0000"/>
                </a:solidFill>
                <a:latin typeface="Calibri"/>
                <a:ea typeface="Calibri"/>
                <a:cs typeface="Calibri"/>
                <a:sym typeface="Calibri"/>
              </a:rPr>
              <a:t> </a:t>
            </a:r>
            <a:r>
              <a:rPr lang="en-US" sz="3000" b="1">
                <a:solidFill>
                  <a:srgbClr val="7D28CD"/>
                </a:solidFill>
                <a:latin typeface="Calibri"/>
                <a:ea typeface="Calibri"/>
                <a:cs typeface="Calibri"/>
                <a:sym typeface="Calibri"/>
              </a:rPr>
              <a:t>:</a:t>
            </a:r>
            <a:r>
              <a:rPr lang="en-US" sz="3000" b="1">
                <a:solidFill>
                  <a:srgbClr val="CC0000"/>
                </a:solidFill>
                <a:latin typeface="Calibri"/>
                <a:ea typeface="Calibri"/>
                <a:cs typeface="Calibri"/>
                <a:sym typeface="Calibri"/>
              </a:rPr>
              <a:t> </a:t>
            </a:r>
            <a:endParaRPr/>
          </a:p>
          <a:p>
            <a:pPr marL="1371600" lvl="2" indent="-357505" algn="l" rtl="0">
              <a:lnSpc>
                <a:spcPct val="100000"/>
              </a:lnSpc>
              <a:spcBef>
                <a:spcPts val="600"/>
              </a:spcBef>
              <a:spcAft>
                <a:spcPts val="0"/>
              </a:spcAft>
              <a:buClr>
                <a:srgbClr val="0070C0"/>
              </a:buClr>
              <a:buSzPts val="3900"/>
              <a:buChar char="•"/>
            </a:pPr>
            <a:r>
              <a:rPr lang="en-US" sz="2600"/>
              <a:t>Admins can add </a:t>
            </a:r>
            <a:r>
              <a:rPr lang="en-US" sz="2600" b="1"/>
              <a:t>multiple header fields </a:t>
            </a:r>
            <a:r>
              <a:rPr lang="en-US" sz="2600"/>
              <a:t>(IP, protocol, port, etc.) Or  special rules (QoS)</a:t>
            </a:r>
            <a:endParaRPr/>
          </a:p>
          <a:p>
            <a:pPr marL="1371600" lvl="2" indent="-357505" algn="l" rtl="0">
              <a:lnSpc>
                <a:spcPct val="100000"/>
              </a:lnSpc>
              <a:spcBef>
                <a:spcPts val="600"/>
              </a:spcBef>
              <a:spcAft>
                <a:spcPts val="0"/>
              </a:spcAft>
              <a:buClr>
                <a:srgbClr val="0070C0"/>
              </a:buClr>
              <a:buSzPts val="3900"/>
              <a:buChar char="•"/>
            </a:pPr>
            <a:r>
              <a:rPr lang="en-US" sz="2600"/>
              <a:t>If video packet (UDP, port 5000) → high-priority queue.</a:t>
            </a:r>
            <a:endParaRPr/>
          </a:p>
          <a:p>
            <a:pPr marL="457200" lvl="0" indent="-394335" algn="l" rtl="0">
              <a:lnSpc>
                <a:spcPct val="100000"/>
              </a:lnSpc>
              <a:spcBef>
                <a:spcPts val="360"/>
              </a:spcBef>
              <a:spcAft>
                <a:spcPts val="0"/>
              </a:spcAft>
              <a:buClr>
                <a:srgbClr val="0070C0"/>
              </a:buClr>
              <a:buSzPts val="4800"/>
              <a:buChar char="•"/>
            </a:pPr>
            <a:r>
              <a:rPr lang="en-US" sz="3200"/>
              <a:t>These rules are stored in the FIB created by the control plane</a:t>
            </a:r>
            <a:endParaRPr sz="3000"/>
          </a:p>
          <a:p>
            <a:pPr marL="457200" lvl="0" indent="-108584" algn="l" rtl="0">
              <a:lnSpc>
                <a:spcPct val="100000"/>
              </a:lnSpc>
              <a:spcBef>
                <a:spcPts val="360"/>
              </a:spcBef>
              <a:spcAft>
                <a:spcPts val="0"/>
              </a:spcAft>
              <a:buSzPts val="4500"/>
              <a:buNone/>
            </a:pP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28"/>
          <p:cNvSpPr txBox="1">
            <a:spLocks noGrp="1"/>
          </p:cNvSpPr>
          <p:nvPr>
            <p:ph type="title"/>
          </p:nvPr>
        </p:nvSpPr>
        <p:spPr>
          <a:xfrm>
            <a:off x="838200" y="398812"/>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4800"/>
              <a:t>Input port functions</a:t>
            </a:r>
            <a:endParaRPr sz="4800"/>
          </a:p>
        </p:txBody>
      </p:sp>
      <p:sp>
        <p:nvSpPr>
          <p:cNvPr id="1379" name="Google Shape;1379;p28"/>
          <p:cNvSpPr/>
          <p:nvPr/>
        </p:nvSpPr>
        <p:spPr>
          <a:xfrm>
            <a:off x="2275508" y="1518548"/>
            <a:ext cx="4568825" cy="1836737"/>
          </a:xfrm>
          <a:prstGeom prst="rect">
            <a:avLst/>
          </a:prstGeom>
          <a:solidFill>
            <a:srgbClr val="FFFFFF"/>
          </a:solidFill>
          <a:ln w="19050" cap="flat" cmpd="sng">
            <a:solidFill>
              <a:srgbClr val="5F5F5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380" name="Google Shape;1380;p28"/>
          <p:cNvCxnSpPr>
            <a:endCxn id="1379" idx="1"/>
          </p:cNvCxnSpPr>
          <p:nvPr/>
        </p:nvCxnSpPr>
        <p:spPr>
          <a:xfrm rot="10800000" flipH="1">
            <a:off x="1633508" y="2436917"/>
            <a:ext cx="642000" cy="8700"/>
          </a:xfrm>
          <a:prstGeom prst="straightConnector1">
            <a:avLst/>
          </a:prstGeom>
          <a:noFill/>
          <a:ln w="28575" cap="flat" cmpd="sng">
            <a:solidFill>
              <a:srgbClr val="000000"/>
            </a:solidFill>
            <a:prstDash val="solid"/>
            <a:round/>
            <a:headEnd type="none" w="sm" len="sm"/>
            <a:tailEnd type="triangle" w="med" len="med"/>
          </a:ln>
        </p:spPr>
      </p:cxnSp>
      <p:cxnSp>
        <p:nvCxnSpPr>
          <p:cNvPr id="1381" name="Google Shape;1381;p28"/>
          <p:cNvCxnSpPr/>
          <p:nvPr/>
        </p:nvCxnSpPr>
        <p:spPr>
          <a:xfrm>
            <a:off x="7326933" y="902598"/>
            <a:ext cx="11113" cy="2865437"/>
          </a:xfrm>
          <a:prstGeom prst="straightConnector1">
            <a:avLst/>
          </a:prstGeom>
          <a:noFill/>
          <a:ln w="9525" cap="flat" cmpd="sng">
            <a:solidFill>
              <a:srgbClr val="C00000"/>
            </a:solidFill>
            <a:prstDash val="solid"/>
            <a:round/>
            <a:headEnd type="none" w="sm" len="sm"/>
            <a:tailEnd type="none" w="sm" len="sm"/>
          </a:ln>
        </p:spPr>
      </p:cxnSp>
      <p:sp>
        <p:nvSpPr>
          <p:cNvPr id="1382" name="Google Shape;1382;p28"/>
          <p:cNvSpPr/>
          <p:nvPr/>
        </p:nvSpPr>
        <p:spPr>
          <a:xfrm>
            <a:off x="7419008" y="2031310"/>
            <a:ext cx="1055688" cy="82867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switch</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fabric</a:t>
            </a:r>
            <a:endParaRPr sz="1400" b="0" i="0" u="none" strike="noStrike" cap="none">
              <a:solidFill>
                <a:srgbClr val="000000"/>
              </a:solidFill>
              <a:latin typeface="Arial"/>
              <a:ea typeface="Arial"/>
              <a:cs typeface="Arial"/>
              <a:sym typeface="Arial"/>
            </a:endParaRPr>
          </a:p>
        </p:txBody>
      </p:sp>
      <p:sp>
        <p:nvSpPr>
          <p:cNvPr id="1383" name="Google Shape;1383;p28"/>
          <p:cNvSpPr/>
          <p:nvPr/>
        </p:nvSpPr>
        <p:spPr>
          <a:xfrm>
            <a:off x="2339028" y="1998689"/>
            <a:ext cx="1417638" cy="828675"/>
          </a:xfrm>
          <a:prstGeom prst="rect">
            <a:avLst/>
          </a:prstGeom>
          <a:solidFill>
            <a:srgbClr val="FFFFFF"/>
          </a:solid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line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termination</a:t>
            </a:r>
            <a:endParaRPr sz="1400" b="0" i="0" u="none" strike="noStrike" cap="none">
              <a:solidFill>
                <a:srgbClr val="000000"/>
              </a:solidFill>
              <a:latin typeface="Arial"/>
              <a:ea typeface="Arial"/>
              <a:cs typeface="Arial"/>
              <a:sym typeface="Arial"/>
            </a:endParaRPr>
          </a:p>
        </p:txBody>
      </p:sp>
      <p:sp>
        <p:nvSpPr>
          <p:cNvPr id="1384" name="Google Shape;1384;p28"/>
          <p:cNvSpPr txBox="1"/>
          <p:nvPr/>
        </p:nvSpPr>
        <p:spPr>
          <a:xfrm>
            <a:off x="1230931" y="3640705"/>
            <a:ext cx="3641515"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99"/>
              </a:buClr>
              <a:buSzPts val="2400"/>
              <a:buFont typeface="Arial"/>
              <a:buNone/>
            </a:pPr>
            <a:r>
              <a:rPr lang="en-US" sz="2400" b="0" i="0" u="none" strike="noStrike" cap="none">
                <a:solidFill>
                  <a:srgbClr val="000099"/>
                </a:solidFill>
                <a:latin typeface="Calibri"/>
                <a:ea typeface="Calibri"/>
                <a:cs typeface="Calibri"/>
                <a:sym typeface="Calibri"/>
              </a:rPr>
              <a:t>physical layer:</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Converts signal → digital bits</a:t>
            </a:r>
            <a:endParaRPr sz="2000" b="0" i="0" u="none" strike="noStrike" cap="none">
              <a:solidFill>
                <a:srgbClr val="000000"/>
              </a:solidFill>
              <a:latin typeface="Calibri"/>
              <a:ea typeface="Calibri"/>
              <a:cs typeface="Calibri"/>
              <a:sym typeface="Calibri"/>
            </a:endParaRPr>
          </a:p>
        </p:txBody>
      </p:sp>
      <p:cxnSp>
        <p:nvCxnSpPr>
          <p:cNvPr id="1385" name="Google Shape;1385;p28"/>
          <p:cNvCxnSpPr/>
          <p:nvPr/>
        </p:nvCxnSpPr>
        <p:spPr>
          <a:xfrm rot="10800000" flipH="1">
            <a:off x="2521131" y="2859986"/>
            <a:ext cx="681299" cy="780719"/>
          </a:xfrm>
          <a:prstGeom prst="straightConnector1">
            <a:avLst/>
          </a:prstGeom>
          <a:noFill/>
          <a:ln w="28575" cap="flat" cmpd="sng">
            <a:solidFill>
              <a:srgbClr val="CC0000"/>
            </a:solidFill>
            <a:prstDash val="solid"/>
            <a:round/>
            <a:headEnd type="none" w="sm" len="sm"/>
            <a:tailEnd type="none" w="sm" len="sm"/>
          </a:ln>
        </p:spPr>
      </p:cxnSp>
      <p:sp>
        <p:nvSpPr>
          <p:cNvPr id="1386" name="Google Shape;1386;p28"/>
          <p:cNvSpPr/>
          <p:nvPr/>
        </p:nvSpPr>
        <p:spPr>
          <a:xfrm>
            <a:off x="3847465" y="1874733"/>
            <a:ext cx="1556440" cy="882078"/>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link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layer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protocol</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(receive)</a:t>
            </a:r>
            <a:endParaRPr sz="1400" b="0" i="0" u="none" strike="noStrike" cap="none">
              <a:solidFill>
                <a:srgbClr val="000000"/>
              </a:solidFill>
              <a:latin typeface="Arial"/>
              <a:ea typeface="Arial"/>
              <a:cs typeface="Arial"/>
              <a:sym typeface="Arial"/>
            </a:endParaRPr>
          </a:p>
        </p:txBody>
      </p:sp>
      <p:sp>
        <p:nvSpPr>
          <p:cNvPr id="1387" name="Google Shape;1387;p28"/>
          <p:cNvSpPr/>
          <p:nvPr/>
        </p:nvSpPr>
        <p:spPr>
          <a:xfrm>
            <a:off x="4037557" y="1633499"/>
            <a:ext cx="1119564" cy="1455353"/>
          </a:xfrm>
          <a:prstGeom prst="rect">
            <a:avLst/>
          </a:prstGeom>
          <a:noFill/>
          <a:ln w="28575" cap="flat" cmpd="sng">
            <a:solidFill>
              <a:srgbClr val="33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388" name="Google Shape;1388;p28"/>
          <p:cNvCxnSpPr>
            <a:stCxn id="1383" idx="3"/>
          </p:cNvCxnSpPr>
          <p:nvPr/>
        </p:nvCxnSpPr>
        <p:spPr>
          <a:xfrm>
            <a:off x="3756666" y="2413027"/>
            <a:ext cx="284700" cy="6000"/>
          </a:xfrm>
          <a:prstGeom prst="straightConnector1">
            <a:avLst/>
          </a:prstGeom>
          <a:noFill/>
          <a:ln w="28575" cap="flat" cmpd="sng">
            <a:solidFill>
              <a:srgbClr val="000000"/>
            </a:solidFill>
            <a:prstDash val="solid"/>
            <a:round/>
            <a:headEnd type="none" w="sm" len="sm"/>
            <a:tailEnd type="triangle" w="med" len="med"/>
          </a:ln>
        </p:spPr>
      </p:cxnSp>
      <p:sp>
        <p:nvSpPr>
          <p:cNvPr id="1389" name="Google Shape;1389;p28"/>
          <p:cNvSpPr txBox="1"/>
          <p:nvPr/>
        </p:nvSpPr>
        <p:spPr>
          <a:xfrm>
            <a:off x="4559920" y="4731036"/>
            <a:ext cx="4659696" cy="17850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99"/>
                </a:solidFill>
                <a:latin typeface="Calibri"/>
                <a:ea typeface="Calibri"/>
                <a:cs typeface="Calibri"/>
                <a:sym typeface="Calibri"/>
              </a:rPr>
              <a:t>link layer:</a:t>
            </a:r>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Removes data link header/trailer</a:t>
            </a:r>
            <a:endParaRPr sz="2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Checks for errors</a:t>
            </a:r>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Extracts the IP packet</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1390" name="Google Shape;1390;p28"/>
          <p:cNvCxnSpPr/>
          <p:nvPr/>
        </p:nvCxnSpPr>
        <p:spPr>
          <a:xfrm rot="10800000">
            <a:off x="4442915" y="3088852"/>
            <a:ext cx="1160933" cy="1642184"/>
          </a:xfrm>
          <a:prstGeom prst="straightConnector1">
            <a:avLst/>
          </a:prstGeom>
          <a:noFill/>
          <a:ln w="28575" cap="flat" cmpd="sng">
            <a:solidFill>
              <a:srgbClr val="CC0000"/>
            </a:solidFill>
            <a:prstDash val="solid"/>
            <a:round/>
            <a:headEnd type="none" w="sm" len="sm"/>
            <a:tailEnd type="none" w="sm" len="sm"/>
          </a:ln>
        </p:spPr>
      </p:cxnSp>
      <p:sp>
        <p:nvSpPr>
          <p:cNvPr id="1391" name="Google Shape;1391;p28"/>
          <p:cNvSpPr txBox="1">
            <a:spLocks noGrp="1"/>
          </p:cNvSpPr>
          <p:nvPr>
            <p:ph type="sldNum" idx="12"/>
          </p:nvPr>
        </p:nvSpPr>
        <p:spPr>
          <a:xfrm>
            <a:off x="9219616" y="6443089"/>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000"/>
              <a:buNone/>
            </a:pPr>
            <a:r>
              <a:rPr lang="en-US" sz="1100" b="0" i="0" u="none" strike="noStrike" cap="none">
                <a:solidFill>
                  <a:srgbClr val="7F7F7F"/>
                </a:solidFill>
                <a:latin typeface="Arial"/>
                <a:ea typeface="Arial"/>
                <a:cs typeface="Arial"/>
                <a:sym typeface="Arial"/>
              </a:rPr>
              <a:t>Network Layer: 4-</a:t>
            </a:r>
            <a:fld id="{00000000-1234-1234-1234-123412341234}" type="slidenum">
              <a:rPr lang="en-US" sz="1100" b="0" i="0" u="none" strike="noStrike" cap="none">
                <a:solidFill>
                  <a:srgbClr val="7F7F7F"/>
                </a:solidFill>
                <a:latin typeface="Arial"/>
                <a:ea typeface="Arial"/>
                <a:cs typeface="Arial"/>
                <a:sym typeface="Arial"/>
              </a:rPr>
              <a:t>12</a:t>
            </a:fld>
            <a:endParaRPr sz="1100" b="0" i="0" u="none" strike="noStrike" cap="none">
              <a:solidFill>
                <a:srgbClr val="7F7F7F"/>
              </a:solidFill>
              <a:latin typeface="Arial"/>
              <a:ea typeface="Arial"/>
              <a:cs typeface="Arial"/>
              <a:sym typeface="Arial"/>
            </a:endParaRPr>
          </a:p>
        </p:txBody>
      </p:sp>
      <p:grpSp>
        <p:nvGrpSpPr>
          <p:cNvPr id="1392" name="Google Shape;1392;p28"/>
          <p:cNvGrpSpPr/>
          <p:nvPr/>
        </p:nvGrpSpPr>
        <p:grpSpPr>
          <a:xfrm>
            <a:off x="8046427" y="5747591"/>
            <a:ext cx="2137372" cy="695498"/>
            <a:chOff x="646967" y="5446716"/>
            <a:chExt cx="2137372" cy="695498"/>
          </a:xfrm>
        </p:grpSpPr>
        <p:pic>
          <p:nvPicPr>
            <p:cNvPr id="1393" name="Google Shape;1393;p28" descr="Icon&#10;&#10;Description automatically generated"/>
            <p:cNvPicPr preferRelativeResize="0"/>
            <p:nvPr/>
          </p:nvPicPr>
          <p:blipFill rotWithShape="1">
            <a:blip r:embed="rId3">
              <a:alphaModFix/>
            </a:blip>
            <a:srcRect/>
            <a:stretch/>
          </p:blipFill>
          <p:spPr>
            <a:xfrm>
              <a:off x="646967" y="5446716"/>
              <a:ext cx="505593" cy="695498"/>
            </a:xfrm>
            <a:prstGeom prst="rect">
              <a:avLst/>
            </a:prstGeom>
            <a:noFill/>
            <a:ln>
              <a:noFill/>
            </a:ln>
          </p:spPr>
        </p:pic>
        <p:sp>
          <p:nvSpPr>
            <p:cNvPr id="1394" name="Google Shape;1394;p28"/>
            <p:cNvSpPr txBox="1"/>
            <p:nvPr/>
          </p:nvSpPr>
          <p:spPr>
            <a:xfrm>
              <a:off x="1171610" y="5609799"/>
              <a:ext cx="161272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F</a:t>
              </a:r>
              <a:r>
                <a:rPr lang="en-US" sz="1800" b="0" i="0" u="none" strike="noStrike" cap="none">
                  <a:solidFill>
                    <a:srgbClr val="000000"/>
                  </a:solidFill>
                  <a:latin typeface="Calibri"/>
                  <a:ea typeface="Calibri"/>
                  <a:cs typeface="Calibri"/>
                  <a:sym typeface="Calibri"/>
                </a:rPr>
                <a:t>rame</a:t>
              </a:r>
              <a:endParaRPr sz="1400" b="0" i="0" u="none" strike="noStrike" cap="none">
                <a:solidFill>
                  <a:srgbClr val="000000"/>
                </a:solidFill>
                <a:latin typeface="Arial"/>
                <a:ea typeface="Arial"/>
                <a:cs typeface="Arial"/>
                <a:sym typeface="Arial"/>
              </a:endParaRPr>
            </a:p>
          </p:txBody>
        </p:sp>
      </p:grpSp>
      <p:cxnSp>
        <p:nvCxnSpPr>
          <p:cNvPr id="1395" name="Google Shape;1395;p28"/>
          <p:cNvCxnSpPr/>
          <p:nvPr/>
        </p:nvCxnSpPr>
        <p:spPr>
          <a:xfrm rot="10800000" flipH="1">
            <a:off x="6746936" y="2448433"/>
            <a:ext cx="736600" cy="1588"/>
          </a:xfrm>
          <a:prstGeom prst="straightConnector1">
            <a:avLst/>
          </a:prstGeom>
          <a:noFill/>
          <a:ln w="28575" cap="flat" cmpd="sng">
            <a:solidFill>
              <a:srgbClr val="000000"/>
            </a:solidFill>
            <a:prstDash val="solid"/>
            <a:round/>
            <a:headEnd type="none" w="sm" len="sm"/>
            <a:tailEnd type="triangle" w="med" len="med"/>
          </a:ln>
        </p:spPr>
      </p:cxnSp>
      <p:sp>
        <p:nvSpPr>
          <p:cNvPr id="1396" name="Google Shape;1396;p28"/>
          <p:cNvSpPr txBox="1"/>
          <p:nvPr/>
        </p:nvSpPr>
        <p:spPr>
          <a:xfrm>
            <a:off x="5583298" y="1694371"/>
            <a:ext cx="1250950" cy="1465262"/>
          </a:xfrm>
          <a:prstGeom prst="rect">
            <a:avLst/>
          </a:prstGeom>
          <a:noFill/>
          <a:ln w="1905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lookup,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forwarding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queueing</a:t>
            </a:r>
            <a:endParaRPr sz="1400" b="0" i="0" u="none" strike="noStrike" cap="none">
              <a:solidFill>
                <a:srgbClr val="000000"/>
              </a:solidFill>
              <a:latin typeface="Arial"/>
              <a:ea typeface="Arial"/>
              <a:cs typeface="Arial"/>
              <a:sym typeface="Arial"/>
            </a:endParaRPr>
          </a:p>
        </p:txBody>
      </p:sp>
      <p:grpSp>
        <p:nvGrpSpPr>
          <p:cNvPr id="1397" name="Google Shape;1397;p28"/>
          <p:cNvGrpSpPr/>
          <p:nvPr/>
        </p:nvGrpSpPr>
        <p:grpSpPr>
          <a:xfrm>
            <a:off x="5678548" y="2300796"/>
            <a:ext cx="993775" cy="468312"/>
            <a:chOff x="310" y="3526"/>
            <a:chExt cx="1040" cy="457"/>
          </a:xfrm>
        </p:grpSpPr>
        <p:sp>
          <p:nvSpPr>
            <p:cNvPr id="1398" name="Google Shape;1398;p28"/>
            <p:cNvSpPr/>
            <p:nvPr/>
          </p:nvSpPr>
          <p:spPr>
            <a:xfrm>
              <a:off x="310" y="3526"/>
              <a:ext cx="1040" cy="457"/>
            </a:xfrm>
            <a:prstGeom prst="rect">
              <a:avLst/>
            </a:prstGeom>
            <a:solidFill>
              <a:srgbClr val="FF0000"/>
            </a:solidFill>
            <a:ln w="381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399" name="Google Shape;1399;p28"/>
            <p:cNvCxnSpPr/>
            <p:nvPr/>
          </p:nvCxnSpPr>
          <p:spPr>
            <a:xfrm>
              <a:off x="446" y="3535"/>
              <a:ext cx="2" cy="437"/>
            </a:xfrm>
            <a:prstGeom prst="straightConnector1">
              <a:avLst/>
            </a:prstGeom>
            <a:noFill/>
            <a:ln w="38100" cap="flat" cmpd="sng">
              <a:solidFill>
                <a:srgbClr val="FFFFFF"/>
              </a:solidFill>
              <a:prstDash val="solid"/>
              <a:round/>
              <a:headEnd type="none" w="sm" len="sm"/>
              <a:tailEnd type="none" w="sm" len="sm"/>
            </a:ln>
          </p:spPr>
        </p:cxnSp>
        <p:cxnSp>
          <p:nvCxnSpPr>
            <p:cNvPr id="1400" name="Google Shape;1400;p28"/>
            <p:cNvCxnSpPr/>
            <p:nvPr/>
          </p:nvCxnSpPr>
          <p:spPr>
            <a:xfrm>
              <a:off x="558" y="3538"/>
              <a:ext cx="2" cy="435"/>
            </a:xfrm>
            <a:prstGeom prst="straightConnector1">
              <a:avLst/>
            </a:prstGeom>
            <a:noFill/>
            <a:ln w="38100" cap="flat" cmpd="sng">
              <a:solidFill>
                <a:srgbClr val="FFFFFF"/>
              </a:solidFill>
              <a:prstDash val="solid"/>
              <a:round/>
              <a:headEnd type="none" w="sm" len="sm"/>
              <a:tailEnd type="none" w="sm" len="sm"/>
            </a:ln>
          </p:spPr>
        </p:cxnSp>
        <p:cxnSp>
          <p:nvCxnSpPr>
            <p:cNvPr id="1401" name="Google Shape;1401;p28"/>
            <p:cNvCxnSpPr/>
            <p:nvPr/>
          </p:nvCxnSpPr>
          <p:spPr>
            <a:xfrm>
              <a:off x="671" y="3534"/>
              <a:ext cx="2" cy="437"/>
            </a:xfrm>
            <a:prstGeom prst="straightConnector1">
              <a:avLst/>
            </a:prstGeom>
            <a:noFill/>
            <a:ln w="38100" cap="flat" cmpd="sng">
              <a:solidFill>
                <a:srgbClr val="FFFFFF"/>
              </a:solidFill>
              <a:prstDash val="solid"/>
              <a:round/>
              <a:headEnd type="none" w="sm" len="sm"/>
              <a:tailEnd type="none" w="sm" len="sm"/>
            </a:ln>
          </p:spPr>
        </p:cxnSp>
        <p:cxnSp>
          <p:nvCxnSpPr>
            <p:cNvPr id="1402" name="Google Shape;1402;p28"/>
            <p:cNvCxnSpPr/>
            <p:nvPr/>
          </p:nvCxnSpPr>
          <p:spPr>
            <a:xfrm>
              <a:off x="782" y="3535"/>
              <a:ext cx="2" cy="437"/>
            </a:xfrm>
            <a:prstGeom prst="straightConnector1">
              <a:avLst/>
            </a:prstGeom>
            <a:noFill/>
            <a:ln w="38100" cap="flat" cmpd="sng">
              <a:solidFill>
                <a:srgbClr val="FFFFFF"/>
              </a:solidFill>
              <a:prstDash val="solid"/>
              <a:round/>
              <a:headEnd type="none" w="sm" len="sm"/>
              <a:tailEnd type="none" w="sm" len="sm"/>
            </a:ln>
          </p:spPr>
        </p:cxnSp>
        <p:cxnSp>
          <p:nvCxnSpPr>
            <p:cNvPr id="1403" name="Google Shape;1403;p28"/>
            <p:cNvCxnSpPr/>
            <p:nvPr/>
          </p:nvCxnSpPr>
          <p:spPr>
            <a:xfrm>
              <a:off x="895" y="3534"/>
              <a:ext cx="2" cy="437"/>
            </a:xfrm>
            <a:prstGeom prst="straightConnector1">
              <a:avLst/>
            </a:prstGeom>
            <a:noFill/>
            <a:ln w="38100" cap="flat" cmpd="sng">
              <a:solidFill>
                <a:srgbClr val="FFFFFF"/>
              </a:solidFill>
              <a:prstDash val="solid"/>
              <a:round/>
              <a:headEnd type="none" w="sm" len="sm"/>
              <a:tailEnd type="none" w="sm" len="sm"/>
            </a:ln>
          </p:spPr>
        </p:cxnSp>
        <p:cxnSp>
          <p:nvCxnSpPr>
            <p:cNvPr id="1404" name="Google Shape;1404;p28"/>
            <p:cNvCxnSpPr/>
            <p:nvPr/>
          </p:nvCxnSpPr>
          <p:spPr>
            <a:xfrm>
              <a:off x="1006" y="3534"/>
              <a:ext cx="2" cy="437"/>
            </a:xfrm>
            <a:prstGeom prst="straightConnector1">
              <a:avLst/>
            </a:prstGeom>
            <a:noFill/>
            <a:ln w="38100" cap="flat" cmpd="sng">
              <a:solidFill>
                <a:srgbClr val="FFFFFF"/>
              </a:solidFill>
              <a:prstDash val="solid"/>
              <a:round/>
              <a:headEnd type="none" w="sm" len="sm"/>
              <a:tailEnd type="none" w="sm" len="sm"/>
            </a:ln>
          </p:spPr>
        </p:cxnSp>
        <p:cxnSp>
          <p:nvCxnSpPr>
            <p:cNvPr id="1405" name="Google Shape;1405;p28"/>
            <p:cNvCxnSpPr/>
            <p:nvPr/>
          </p:nvCxnSpPr>
          <p:spPr>
            <a:xfrm>
              <a:off x="1121" y="3535"/>
              <a:ext cx="2" cy="437"/>
            </a:xfrm>
            <a:prstGeom prst="straightConnector1">
              <a:avLst/>
            </a:prstGeom>
            <a:noFill/>
            <a:ln w="38100" cap="flat" cmpd="sng">
              <a:solidFill>
                <a:srgbClr val="FFFFFF"/>
              </a:solidFill>
              <a:prstDash val="solid"/>
              <a:round/>
              <a:headEnd type="none" w="sm" len="sm"/>
              <a:tailEnd type="none" w="sm" len="sm"/>
            </a:ln>
          </p:spPr>
        </p:cxnSp>
        <p:cxnSp>
          <p:nvCxnSpPr>
            <p:cNvPr id="1406" name="Google Shape;1406;p28"/>
            <p:cNvCxnSpPr/>
            <p:nvPr/>
          </p:nvCxnSpPr>
          <p:spPr>
            <a:xfrm>
              <a:off x="1229" y="3538"/>
              <a:ext cx="2" cy="435"/>
            </a:xfrm>
            <a:prstGeom prst="straightConnector1">
              <a:avLst/>
            </a:prstGeom>
            <a:noFill/>
            <a:ln w="38100" cap="flat" cmpd="sng">
              <a:solidFill>
                <a:srgbClr val="FFFFFF"/>
              </a:solidFill>
              <a:prstDash val="solid"/>
              <a:round/>
              <a:headEnd type="none" w="sm" len="sm"/>
              <a:tailEnd type="none" w="sm" len="sm"/>
            </a:ln>
          </p:spPr>
        </p:cxnSp>
      </p:grpSp>
      <p:cxnSp>
        <p:nvCxnSpPr>
          <p:cNvPr id="1407" name="Google Shape;1407;p28"/>
          <p:cNvCxnSpPr/>
          <p:nvPr/>
        </p:nvCxnSpPr>
        <p:spPr>
          <a:xfrm>
            <a:off x="5195948" y="2427002"/>
            <a:ext cx="396010" cy="0"/>
          </a:xfrm>
          <a:prstGeom prst="straightConnector1">
            <a:avLst/>
          </a:prstGeom>
          <a:noFill/>
          <a:ln w="28575" cap="flat" cmpd="sng">
            <a:solidFill>
              <a:srgbClr val="0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89"/>
                                        </p:tgtEl>
                                        <p:attrNameLst>
                                          <p:attrName>style.visibility</p:attrName>
                                        </p:attrNameLst>
                                      </p:cBhvr>
                                      <p:to>
                                        <p:strVal val="visible"/>
                                      </p:to>
                                    </p:set>
                                    <p:animEffect transition="in" filter="fade">
                                      <p:cBhvr>
                                        <p:cTn id="13" dur="1000"/>
                                        <p:tgtEl>
                                          <p:spTgt spid="1389"/>
                                        </p:tgtEl>
                                      </p:cBhvr>
                                    </p:animEffect>
                                  </p:childTnLst>
                                </p:cTn>
                              </p:par>
                              <p:par>
                                <p:cTn id="14" presetID="10" presetClass="entr" presetSubtype="0" fill="hold" nodeType="withEffect">
                                  <p:stCondLst>
                                    <p:cond delay="0"/>
                                  </p:stCondLst>
                                  <p:childTnLst>
                                    <p:set>
                                      <p:cBhvr>
                                        <p:cTn id="15" dur="1" fill="hold">
                                          <p:stCondLst>
                                            <p:cond delay="0"/>
                                          </p:stCondLst>
                                        </p:cTn>
                                        <p:tgtEl>
                                          <p:spTgt spid="1390"/>
                                        </p:tgtEl>
                                        <p:attrNameLst>
                                          <p:attrName>style.visibility</p:attrName>
                                        </p:attrNameLst>
                                      </p:cBhvr>
                                      <p:to>
                                        <p:strVal val="visible"/>
                                      </p:to>
                                    </p:set>
                                    <p:animEffect transition="in" filter="fade">
                                      <p:cBhvr>
                                        <p:cTn id="16" dur="1000"/>
                                        <p:tgtEl>
                                          <p:spTgt spid="139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p29"/>
          <p:cNvSpPr txBox="1">
            <a:spLocks noGrp="1"/>
          </p:cNvSpPr>
          <p:nvPr>
            <p:ph type="title"/>
          </p:nvPr>
        </p:nvSpPr>
        <p:spPr>
          <a:xfrm>
            <a:off x="838200" y="398812"/>
            <a:ext cx="10515600" cy="89462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4800"/>
              <a:t>Input port functions</a:t>
            </a:r>
            <a:endParaRPr sz="4800"/>
          </a:p>
        </p:txBody>
      </p:sp>
      <p:sp>
        <p:nvSpPr>
          <p:cNvPr id="1414" name="Google Shape;1414;p29"/>
          <p:cNvSpPr/>
          <p:nvPr/>
        </p:nvSpPr>
        <p:spPr>
          <a:xfrm>
            <a:off x="2275508" y="1518548"/>
            <a:ext cx="4568825" cy="1836737"/>
          </a:xfrm>
          <a:prstGeom prst="rect">
            <a:avLst/>
          </a:prstGeom>
          <a:solidFill>
            <a:srgbClr val="FFFFFF"/>
          </a:solidFill>
          <a:ln w="19050" cap="flat" cmpd="sng">
            <a:solidFill>
              <a:srgbClr val="5F5F5F"/>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5" name="Google Shape;1415;p29"/>
          <p:cNvSpPr/>
          <p:nvPr/>
        </p:nvSpPr>
        <p:spPr>
          <a:xfrm>
            <a:off x="2431083" y="2032898"/>
            <a:ext cx="1417638" cy="828675"/>
          </a:xfrm>
          <a:prstGeom prst="rect">
            <a:avLst/>
          </a:prstGeom>
          <a:solidFill>
            <a:srgbClr val="FFFFFF"/>
          </a:solid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line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termination</a:t>
            </a:r>
            <a:endParaRPr sz="1400" b="0" i="0" u="none" strike="noStrike" cap="none">
              <a:solidFill>
                <a:srgbClr val="000000"/>
              </a:solidFill>
              <a:latin typeface="Arial"/>
              <a:ea typeface="Arial"/>
              <a:cs typeface="Arial"/>
              <a:sym typeface="Arial"/>
            </a:endParaRPr>
          </a:p>
        </p:txBody>
      </p:sp>
      <p:sp>
        <p:nvSpPr>
          <p:cNvPr id="1416" name="Google Shape;1416;p29"/>
          <p:cNvSpPr/>
          <p:nvPr/>
        </p:nvSpPr>
        <p:spPr>
          <a:xfrm>
            <a:off x="5406058" y="1655073"/>
            <a:ext cx="1247775" cy="1504950"/>
          </a:xfrm>
          <a:prstGeom prst="rect">
            <a:avLst/>
          </a:prstGeom>
          <a:solidFill>
            <a:srgbClr val="FFFFFF"/>
          </a:solid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417" name="Google Shape;1417;p29"/>
          <p:cNvCxnSpPr/>
          <p:nvPr/>
        </p:nvCxnSpPr>
        <p:spPr>
          <a:xfrm>
            <a:off x="1999283" y="2444060"/>
            <a:ext cx="423863" cy="0"/>
          </a:xfrm>
          <a:prstGeom prst="straightConnector1">
            <a:avLst/>
          </a:prstGeom>
          <a:noFill/>
          <a:ln w="28575" cap="flat" cmpd="sng">
            <a:solidFill>
              <a:srgbClr val="000000"/>
            </a:solidFill>
            <a:prstDash val="solid"/>
            <a:round/>
            <a:headEnd type="none" w="sm" len="sm"/>
            <a:tailEnd type="triangle" w="med" len="med"/>
          </a:ln>
        </p:spPr>
      </p:cxnSp>
      <p:cxnSp>
        <p:nvCxnSpPr>
          <p:cNvPr id="1418" name="Google Shape;1418;p29"/>
          <p:cNvCxnSpPr/>
          <p:nvPr/>
        </p:nvCxnSpPr>
        <p:spPr>
          <a:xfrm>
            <a:off x="3867771" y="2423423"/>
            <a:ext cx="190500" cy="1587"/>
          </a:xfrm>
          <a:prstGeom prst="straightConnector1">
            <a:avLst/>
          </a:prstGeom>
          <a:noFill/>
          <a:ln w="28575" cap="flat" cmpd="sng">
            <a:solidFill>
              <a:srgbClr val="000000"/>
            </a:solidFill>
            <a:prstDash val="solid"/>
            <a:round/>
            <a:headEnd type="none" w="sm" len="sm"/>
            <a:tailEnd type="triangle" w="med" len="med"/>
          </a:ln>
        </p:spPr>
      </p:cxnSp>
      <p:cxnSp>
        <p:nvCxnSpPr>
          <p:cNvPr id="1419" name="Google Shape;1419;p29"/>
          <p:cNvCxnSpPr/>
          <p:nvPr/>
        </p:nvCxnSpPr>
        <p:spPr>
          <a:xfrm>
            <a:off x="5210796" y="2380560"/>
            <a:ext cx="190500" cy="1588"/>
          </a:xfrm>
          <a:prstGeom prst="straightConnector1">
            <a:avLst/>
          </a:prstGeom>
          <a:noFill/>
          <a:ln w="28575" cap="flat" cmpd="sng">
            <a:solidFill>
              <a:srgbClr val="000000"/>
            </a:solidFill>
            <a:prstDash val="solid"/>
            <a:round/>
            <a:headEnd type="none" w="sm" len="sm"/>
            <a:tailEnd type="triangle" w="med" len="med"/>
          </a:ln>
        </p:spPr>
      </p:cxnSp>
      <p:cxnSp>
        <p:nvCxnSpPr>
          <p:cNvPr id="1420" name="Google Shape;1420;p29"/>
          <p:cNvCxnSpPr/>
          <p:nvPr/>
        </p:nvCxnSpPr>
        <p:spPr>
          <a:xfrm rot="10800000" flipH="1">
            <a:off x="6601446" y="2421835"/>
            <a:ext cx="736600" cy="1588"/>
          </a:xfrm>
          <a:prstGeom prst="straightConnector1">
            <a:avLst/>
          </a:prstGeom>
          <a:noFill/>
          <a:ln w="28575" cap="flat" cmpd="sng">
            <a:solidFill>
              <a:srgbClr val="000000"/>
            </a:solidFill>
            <a:prstDash val="solid"/>
            <a:round/>
            <a:headEnd type="none" w="sm" len="sm"/>
            <a:tailEnd type="triangle" w="med" len="med"/>
          </a:ln>
        </p:spPr>
      </p:cxnSp>
      <p:sp>
        <p:nvSpPr>
          <p:cNvPr id="1421" name="Google Shape;1421;p29"/>
          <p:cNvSpPr txBox="1"/>
          <p:nvPr/>
        </p:nvSpPr>
        <p:spPr>
          <a:xfrm>
            <a:off x="5437808" y="1667773"/>
            <a:ext cx="1250950" cy="14652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lookup,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forwarding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queueing</a:t>
            </a:r>
            <a:endParaRPr sz="1400" b="0" i="0" u="none" strike="noStrike" cap="none">
              <a:solidFill>
                <a:srgbClr val="000000"/>
              </a:solidFill>
              <a:latin typeface="Arial"/>
              <a:ea typeface="Arial"/>
              <a:cs typeface="Arial"/>
              <a:sym typeface="Arial"/>
            </a:endParaRPr>
          </a:p>
        </p:txBody>
      </p:sp>
      <p:sp>
        <p:nvSpPr>
          <p:cNvPr id="1422" name="Google Shape;1422;p29"/>
          <p:cNvSpPr txBox="1"/>
          <p:nvPr/>
        </p:nvSpPr>
        <p:spPr>
          <a:xfrm>
            <a:off x="2103201" y="3814445"/>
            <a:ext cx="8189844" cy="1566247"/>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000099"/>
              </a:buClr>
              <a:buSzPts val="2800"/>
              <a:buFont typeface="Noto Sans Symbols"/>
              <a:buNone/>
            </a:pPr>
            <a:r>
              <a:rPr lang="en-US" sz="2800" b="1" i="0" u="none" strike="noStrike" cap="none">
                <a:solidFill>
                  <a:srgbClr val="0070C0"/>
                </a:solidFill>
                <a:latin typeface="Calibri"/>
                <a:ea typeface="Calibri"/>
                <a:cs typeface="Calibri"/>
                <a:sym typeface="Calibri"/>
              </a:rPr>
              <a:t>Network layer</a:t>
            </a:r>
            <a:r>
              <a:rPr lang="en-US" sz="2800" b="1" i="1" u="none" strike="noStrike" cap="none">
                <a:solidFill>
                  <a:srgbClr val="0070C0"/>
                </a:solidFill>
                <a:latin typeface="Calibri"/>
                <a:ea typeface="Calibri"/>
                <a:cs typeface="Calibri"/>
                <a:sym typeface="Calibri"/>
              </a:rPr>
              <a:t>:</a:t>
            </a:r>
            <a:r>
              <a:rPr lang="en-US" sz="2800" b="1" i="0" u="none" strike="noStrike" cap="none">
                <a:solidFill>
                  <a:srgbClr val="0070C0"/>
                </a:solidFill>
                <a:latin typeface="Calibri"/>
                <a:ea typeface="Calibri"/>
                <a:cs typeface="Calibri"/>
                <a:sym typeface="Calibri"/>
              </a:rPr>
              <a:t> </a:t>
            </a:r>
            <a:endParaRPr sz="1400" b="1" i="0" u="none" strike="noStrike" cap="none">
              <a:solidFill>
                <a:srgbClr val="0070C0"/>
              </a:solidFill>
              <a:latin typeface="Arial"/>
              <a:ea typeface="Arial"/>
              <a:cs typeface="Arial"/>
              <a:sym typeface="Arial"/>
            </a:endParaRPr>
          </a:p>
          <a:p>
            <a:pPr marL="342900" marR="0" lvl="0" indent="-342900" algn="l" rtl="0">
              <a:lnSpc>
                <a:spcPct val="90000"/>
              </a:lnSpc>
              <a:spcBef>
                <a:spcPts val="480"/>
              </a:spcBef>
              <a:spcAft>
                <a:spcPts val="0"/>
              </a:spcAft>
              <a:buClr>
                <a:srgbClr val="0070C0"/>
              </a:buClr>
              <a:buSzPts val="2400"/>
              <a:buFont typeface="Arial"/>
              <a:buChar char="•"/>
            </a:pPr>
            <a:r>
              <a:rPr lang="en-US" sz="2400" b="0" i="0" u="none" strike="noStrike" cap="none">
                <a:solidFill>
                  <a:srgbClr val="000000"/>
                </a:solidFill>
                <a:latin typeface="Calibri"/>
                <a:ea typeface="Calibri"/>
                <a:cs typeface="Calibri"/>
                <a:sym typeface="Calibri"/>
              </a:rPr>
              <a:t>Input port checks packet header</a:t>
            </a:r>
            <a:endParaRPr/>
          </a:p>
          <a:p>
            <a:pPr marL="342900" marR="0" lvl="0" indent="-342900" algn="l" rtl="0">
              <a:lnSpc>
                <a:spcPct val="90000"/>
              </a:lnSpc>
              <a:spcBef>
                <a:spcPts val="480"/>
              </a:spcBef>
              <a:spcAft>
                <a:spcPts val="0"/>
              </a:spcAft>
              <a:buClr>
                <a:srgbClr val="0070C0"/>
              </a:buClr>
              <a:buSzPts val="2400"/>
              <a:buFont typeface="Arial"/>
              <a:buChar char="•"/>
            </a:pPr>
            <a:r>
              <a:rPr lang="en-US" sz="2400" b="0" i="0" u="none" strike="noStrike" cap="none">
                <a:solidFill>
                  <a:srgbClr val="000000"/>
                </a:solidFill>
                <a:latin typeface="Calibri"/>
                <a:ea typeface="Calibri"/>
                <a:cs typeface="Calibri"/>
                <a:sym typeface="Calibri"/>
              </a:rPr>
              <a:t>Matches against local FIB copy</a:t>
            </a:r>
            <a:endParaRPr/>
          </a:p>
          <a:p>
            <a:pPr marL="342900" marR="0" lvl="0" indent="-342900" algn="l" rtl="0">
              <a:lnSpc>
                <a:spcPct val="90000"/>
              </a:lnSpc>
              <a:spcBef>
                <a:spcPts val="480"/>
              </a:spcBef>
              <a:spcAft>
                <a:spcPts val="0"/>
              </a:spcAft>
              <a:buClr>
                <a:srgbClr val="0070C0"/>
              </a:buClr>
              <a:buSzPts val="2400"/>
              <a:buFont typeface="Arial"/>
              <a:buChar char="•"/>
            </a:pPr>
            <a:r>
              <a:rPr lang="en-US" sz="2400" b="0" i="0" u="none" strike="noStrike" cap="none">
                <a:solidFill>
                  <a:srgbClr val="000000"/>
                </a:solidFill>
                <a:latin typeface="Calibri"/>
                <a:ea typeface="Calibri"/>
                <a:cs typeface="Calibri"/>
                <a:sym typeface="Calibri"/>
              </a:rPr>
              <a:t>Decides output port (using destination-based or generalized rule)</a:t>
            </a:r>
            <a:endParaRPr/>
          </a:p>
          <a:p>
            <a:pPr marL="0" marR="0" lvl="0" indent="0" algn="l" rtl="0">
              <a:lnSpc>
                <a:spcPct val="90000"/>
              </a:lnSpc>
              <a:spcBef>
                <a:spcPts val="480"/>
              </a:spcBef>
              <a:spcAft>
                <a:spcPts val="0"/>
              </a:spcAft>
              <a:buNone/>
            </a:pPr>
            <a:br>
              <a:rPr lang="en-US" sz="1200" b="0" i="0" u="none" strike="noStrike" cap="none">
                <a:solidFill>
                  <a:srgbClr val="000000"/>
                </a:solidFill>
                <a:latin typeface="Arial"/>
                <a:ea typeface="Arial"/>
                <a:cs typeface="Arial"/>
                <a:sym typeface="Arial"/>
              </a:rPr>
            </a:br>
            <a:br>
              <a:rPr lang="en-US" sz="1200" b="0" i="0" u="none" strike="noStrike" cap="none">
                <a:solidFill>
                  <a:srgbClr val="000000"/>
                </a:solidFill>
                <a:latin typeface="Arial"/>
                <a:ea typeface="Arial"/>
                <a:cs typeface="Arial"/>
                <a:sym typeface="Arial"/>
              </a:rPr>
            </a:br>
            <a:endParaRPr sz="1200" b="0" i="0" u="none" strike="noStrike" cap="none">
              <a:solidFill>
                <a:srgbClr val="000000"/>
              </a:solidFill>
              <a:latin typeface="Arial"/>
              <a:ea typeface="Arial"/>
              <a:cs typeface="Arial"/>
              <a:sym typeface="Arial"/>
            </a:endParaRPr>
          </a:p>
        </p:txBody>
      </p:sp>
      <p:cxnSp>
        <p:nvCxnSpPr>
          <p:cNvPr id="1423" name="Google Shape;1423;p29"/>
          <p:cNvCxnSpPr/>
          <p:nvPr/>
        </p:nvCxnSpPr>
        <p:spPr>
          <a:xfrm>
            <a:off x="7326933" y="902598"/>
            <a:ext cx="11113" cy="2865437"/>
          </a:xfrm>
          <a:prstGeom prst="straightConnector1">
            <a:avLst/>
          </a:prstGeom>
          <a:noFill/>
          <a:ln w="9525" cap="flat" cmpd="sng">
            <a:solidFill>
              <a:srgbClr val="C00000"/>
            </a:solidFill>
            <a:prstDash val="solid"/>
            <a:round/>
            <a:headEnd type="none" w="sm" len="sm"/>
            <a:tailEnd type="none" w="sm" len="sm"/>
          </a:ln>
        </p:spPr>
      </p:cxnSp>
      <p:sp>
        <p:nvSpPr>
          <p:cNvPr id="1424" name="Google Shape;1424;p29"/>
          <p:cNvSpPr/>
          <p:nvPr/>
        </p:nvSpPr>
        <p:spPr>
          <a:xfrm>
            <a:off x="7419008" y="2031310"/>
            <a:ext cx="1055688" cy="82867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switch</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fabric</a:t>
            </a:r>
            <a:endParaRPr sz="1400" b="0" i="0" u="none" strike="noStrike" cap="none">
              <a:solidFill>
                <a:srgbClr val="000000"/>
              </a:solidFill>
              <a:latin typeface="Arial"/>
              <a:ea typeface="Arial"/>
              <a:cs typeface="Arial"/>
              <a:sym typeface="Arial"/>
            </a:endParaRPr>
          </a:p>
        </p:txBody>
      </p:sp>
      <p:grpSp>
        <p:nvGrpSpPr>
          <p:cNvPr id="1425" name="Google Shape;1425;p29"/>
          <p:cNvGrpSpPr/>
          <p:nvPr/>
        </p:nvGrpSpPr>
        <p:grpSpPr>
          <a:xfrm>
            <a:off x="5533058" y="2274198"/>
            <a:ext cx="993775" cy="468312"/>
            <a:chOff x="310" y="3526"/>
            <a:chExt cx="1040" cy="457"/>
          </a:xfrm>
        </p:grpSpPr>
        <p:sp>
          <p:nvSpPr>
            <p:cNvPr id="1426" name="Google Shape;1426;p29"/>
            <p:cNvSpPr/>
            <p:nvPr/>
          </p:nvSpPr>
          <p:spPr>
            <a:xfrm>
              <a:off x="310" y="3526"/>
              <a:ext cx="1040" cy="457"/>
            </a:xfrm>
            <a:prstGeom prst="rect">
              <a:avLst/>
            </a:prstGeom>
            <a:solidFill>
              <a:srgbClr val="FF0000"/>
            </a:solidFill>
            <a:ln w="381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427" name="Google Shape;1427;p29"/>
            <p:cNvCxnSpPr/>
            <p:nvPr/>
          </p:nvCxnSpPr>
          <p:spPr>
            <a:xfrm>
              <a:off x="446" y="3535"/>
              <a:ext cx="2" cy="437"/>
            </a:xfrm>
            <a:prstGeom prst="straightConnector1">
              <a:avLst/>
            </a:prstGeom>
            <a:noFill/>
            <a:ln w="38100" cap="flat" cmpd="sng">
              <a:solidFill>
                <a:srgbClr val="FFFFFF"/>
              </a:solidFill>
              <a:prstDash val="solid"/>
              <a:round/>
              <a:headEnd type="none" w="sm" len="sm"/>
              <a:tailEnd type="none" w="sm" len="sm"/>
            </a:ln>
          </p:spPr>
        </p:cxnSp>
        <p:cxnSp>
          <p:nvCxnSpPr>
            <p:cNvPr id="1428" name="Google Shape;1428;p29"/>
            <p:cNvCxnSpPr/>
            <p:nvPr/>
          </p:nvCxnSpPr>
          <p:spPr>
            <a:xfrm>
              <a:off x="558" y="3538"/>
              <a:ext cx="2" cy="435"/>
            </a:xfrm>
            <a:prstGeom prst="straightConnector1">
              <a:avLst/>
            </a:prstGeom>
            <a:noFill/>
            <a:ln w="38100" cap="flat" cmpd="sng">
              <a:solidFill>
                <a:srgbClr val="FFFFFF"/>
              </a:solidFill>
              <a:prstDash val="solid"/>
              <a:round/>
              <a:headEnd type="none" w="sm" len="sm"/>
              <a:tailEnd type="none" w="sm" len="sm"/>
            </a:ln>
          </p:spPr>
        </p:cxnSp>
        <p:cxnSp>
          <p:nvCxnSpPr>
            <p:cNvPr id="1429" name="Google Shape;1429;p29"/>
            <p:cNvCxnSpPr/>
            <p:nvPr/>
          </p:nvCxnSpPr>
          <p:spPr>
            <a:xfrm>
              <a:off x="671" y="3534"/>
              <a:ext cx="2" cy="437"/>
            </a:xfrm>
            <a:prstGeom prst="straightConnector1">
              <a:avLst/>
            </a:prstGeom>
            <a:noFill/>
            <a:ln w="38100" cap="flat" cmpd="sng">
              <a:solidFill>
                <a:srgbClr val="FFFFFF"/>
              </a:solidFill>
              <a:prstDash val="solid"/>
              <a:round/>
              <a:headEnd type="none" w="sm" len="sm"/>
              <a:tailEnd type="none" w="sm" len="sm"/>
            </a:ln>
          </p:spPr>
        </p:cxnSp>
        <p:cxnSp>
          <p:nvCxnSpPr>
            <p:cNvPr id="1430" name="Google Shape;1430;p29"/>
            <p:cNvCxnSpPr/>
            <p:nvPr/>
          </p:nvCxnSpPr>
          <p:spPr>
            <a:xfrm>
              <a:off x="782" y="3535"/>
              <a:ext cx="2" cy="437"/>
            </a:xfrm>
            <a:prstGeom prst="straightConnector1">
              <a:avLst/>
            </a:prstGeom>
            <a:noFill/>
            <a:ln w="38100" cap="flat" cmpd="sng">
              <a:solidFill>
                <a:srgbClr val="FFFFFF"/>
              </a:solidFill>
              <a:prstDash val="solid"/>
              <a:round/>
              <a:headEnd type="none" w="sm" len="sm"/>
              <a:tailEnd type="none" w="sm" len="sm"/>
            </a:ln>
          </p:spPr>
        </p:cxnSp>
        <p:cxnSp>
          <p:nvCxnSpPr>
            <p:cNvPr id="1431" name="Google Shape;1431;p29"/>
            <p:cNvCxnSpPr/>
            <p:nvPr/>
          </p:nvCxnSpPr>
          <p:spPr>
            <a:xfrm>
              <a:off x="895" y="3534"/>
              <a:ext cx="2" cy="437"/>
            </a:xfrm>
            <a:prstGeom prst="straightConnector1">
              <a:avLst/>
            </a:prstGeom>
            <a:noFill/>
            <a:ln w="38100" cap="flat" cmpd="sng">
              <a:solidFill>
                <a:srgbClr val="FFFFFF"/>
              </a:solidFill>
              <a:prstDash val="solid"/>
              <a:round/>
              <a:headEnd type="none" w="sm" len="sm"/>
              <a:tailEnd type="none" w="sm" len="sm"/>
            </a:ln>
          </p:spPr>
        </p:cxnSp>
        <p:cxnSp>
          <p:nvCxnSpPr>
            <p:cNvPr id="1432" name="Google Shape;1432;p29"/>
            <p:cNvCxnSpPr/>
            <p:nvPr/>
          </p:nvCxnSpPr>
          <p:spPr>
            <a:xfrm>
              <a:off x="1006" y="3534"/>
              <a:ext cx="2" cy="437"/>
            </a:xfrm>
            <a:prstGeom prst="straightConnector1">
              <a:avLst/>
            </a:prstGeom>
            <a:noFill/>
            <a:ln w="38100" cap="flat" cmpd="sng">
              <a:solidFill>
                <a:srgbClr val="FFFFFF"/>
              </a:solidFill>
              <a:prstDash val="solid"/>
              <a:round/>
              <a:headEnd type="none" w="sm" len="sm"/>
              <a:tailEnd type="none" w="sm" len="sm"/>
            </a:ln>
          </p:spPr>
        </p:cxnSp>
        <p:cxnSp>
          <p:nvCxnSpPr>
            <p:cNvPr id="1433" name="Google Shape;1433;p29"/>
            <p:cNvCxnSpPr/>
            <p:nvPr/>
          </p:nvCxnSpPr>
          <p:spPr>
            <a:xfrm>
              <a:off x="1121" y="3535"/>
              <a:ext cx="2" cy="437"/>
            </a:xfrm>
            <a:prstGeom prst="straightConnector1">
              <a:avLst/>
            </a:prstGeom>
            <a:noFill/>
            <a:ln w="38100" cap="flat" cmpd="sng">
              <a:solidFill>
                <a:srgbClr val="FFFFFF"/>
              </a:solidFill>
              <a:prstDash val="solid"/>
              <a:round/>
              <a:headEnd type="none" w="sm" len="sm"/>
              <a:tailEnd type="none" w="sm" len="sm"/>
            </a:ln>
          </p:spPr>
        </p:cxnSp>
        <p:cxnSp>
          <p:nvCxnSpPr>
            <p:cNvPr id="1434" name="Google Shape;1434;p29"/>
            <p:cNvCxnSpPr/>
            <p:nvPr/>
          </p:nvCxnSpPr>
          <p:spPr>
            <a:xfrm>
              <a:off x="1229" y="3538"/>
              <a:ext cx="2" cy="435"/>
            </a:xfrm>
            <a:prstGeom prst="straightConnector1">
              <a:avLst/>
            </a:prstGeom>
            <a:noFill/>
            <a:ln w="38100" cap="flat" cmpd="sng">
              <a:solidFill>
                <a:srgbClr val="FFFFFF"/>
              </a:solidFill>
              <a:prstDash val="solid"/>
              <a:round/>
              <a:headEnd type="none" w="sm" len="sm"/>
              <a:tailEnd type="none" w="sm" len="sm"/>
            </a:ln>
          </p:spPr>
        </p:cxnSp>
      </p:grpSp>
      <p:cxnSp>
        <p:nvCxnSpPr>
          <p:cNvPr id="1435" name="Google Shape;1435;p29"/>
          <p:cNvCxnSpPr/>
          <p:nvPr/>
        </p:nvCxnSpPr>
        <p:spPr>
          <a:xfrm rot="10800000" flipH="1">
            <a:off x="5267946" y="3282260"/>
            <a:ext cx="669925" cy="790575"/>
          </a:xfrm>
          <a:prstGeom prst="straightConnector1">
            <a:avLst/>
          </a:prstGeom>
          <a:noFill/>
          <a:ln w="38100" cap="flat" cmpd="sng">
            <a:solidFill>
              <a:srgbClr val="CC0000"/>
            </a:solidFill>
            <a:prstDash val="solid"/>
            <a:round/>
            <a:headEnd type="none" w="sm" len="sm"/>
            <a:tailEnd type="none" w="sm" len="sm"/>
          </a:ln>
        </p:spPr>
      </p:cxnSp>
      <p:sp>
        <p:nvSpPr>
          <p:cNvPr id="1436" name="Google Shape;1436;p29"/>
          <p:cNvSpPr/>
          <p:nvPr/>
        </p:nvSpPr>
        <p:spPr>
          <a:xfrm>
            <a:off x="4114936" y="1947588"/>
            <a:ext cx="1095859" cy="82867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link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layer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protocol</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(receive)</a:t>
            </a:r>
            <a:endParaRPr sz="1400" b="0" i="0" u="none" strike="noStrike" cap="none">
              <a:solidFill>
                <a:srgbClr val="000000"/>
              </a:solidFill>
              <a:latin typeface="Arial"/>
              <a:ea typeface="Arial"/>
              <a:cs typeface="Arial"/>
              <a:sym typeface="Arial"/>
            </a:endParaRPr>
          </a:p>
        </p:txBody>
      </p:sp>
      <p:sp>
        <p:nvSpPr>
          <p:cNvPr id="1437" name="Google Shape;1437;p29"/>
          <p:cNvSpPr/>
          <p:nvPr/>
        </p:nvSpPr>
        <p:spPr>
          <a:xfrm>
            <a:off x="4068372" y="1667773"/>
            <a:ext cx="1152525" cy="1409700"/>
          </a:xfrm>
          <a:prstGeom prst="rect">
            <a:avLst/>
          </a:prstGeom>
          <a:noFill/>
          <a:ln w="28575" cap="flat" cmpd="sng">
            <a:solidFill>
              <a:srgbClr val="3333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438" name="Google Shape;1438;p29"/>
          <p:cNvCxnSpPr/>
          <p:nvPr/>
        </p:nvCxnSpPr>
        <p:spPr>
          <a:xfrm>
            <a:off x="3881047" y="2426668"/>
            <a:ext cx="190500" cy="1587"/>
          </a:xfrm>
          <a:prstGeom prst="straightConnector1">
            <a:avLst/>
          </a:prstGeom>
          <a:noFill/>
          <a:ln w="28575" cap="flat" cmpd="sng">
            <a:solidFill>
              <a:srgbClr val="000000"/>
            </a:solidFill>
            <a:prstDash val="solid"/>
            <a:round/>
            <a:headEnd type="none" w="sm" len="sm"/>
            <a:tailEnd type="triangle" w="med" len="med"/>
          </a:ln>
        </p:spPr>
      </p:cxnSp>
      <p:sp>
        <p:nvSpPr>
          <p:cNvPr id="1439" name="Google Shape;1439;p29"/>
          <p:cNvSpPr txBox="1">
            <a:spLocks noGrp="1"/>
          </p:cNvSpPr>
          <p:nvPr>
            <p:ph type="sldNum" idx="12"/>
          </p:nvPr>
        </p:nvSpPr>
        <p:spPr>
          <a:xfrm>
            <a:off x="9219616" y="6443089"/>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000"/>
              <a:buNone/>
            </a:pPr>
            <a:r>
              <a:rPr lang="en-US" sz="1100" b="0" i="0" u="none" strike="noStrike" cap="none">
                <a:solidFill>
                  <a:srgbClr val="7F7F7F"/>
                </a:solidFill>
                <a:latin typeface="Arial"/>
                <a:ea typeface="Arial"/>
                <a:cs typeface="Arial"/>
                <a:sym typeface="Arial"/>
              </a:rPr>
              <a:t>Network Layer: 4-</a:t>
            </a:r>
            <a:fld id="{00000000-1234-1234-1234-123412341234}" type="slidenum">
              <a:rPr lang="en-US" sz="1100" b="0" i="0" u="none" strike="noStrike" cap="none">
                <a:solidFill>
                  <a:srgbClr val="7F7F7F"/>
                </a:solidFill>
                <a:latin typeface="Arial"/>
                <a:ea typeface="Arial"/>
                <a:cs typeface="Arial"/>
                <a:sym typeface="Arial"/>
              </a:rPr>
              <a:t>13</a:t>
            </a:fld>
            <a:endParaRPr sz="1100" b="0" i="0" u="none" strike="noStrike" cap="none">
              <a:solidFill>
                <a:srgbClr val="7F7F7F"/>
              </a:solidFill>
              <a:latin typeface="Arial"/>
              <a:ea typeface="Arial"/>
              <a:cs typeface="Arial"/>
              <a:sym typeface="Arial"/>
            </a:endParaRPr>
          </a:p>
        </p:txBody>
      </p:sp>
      <p:grpSp>
        <p:nvGrpSpPr>
          <p:cNvPr id="1440" name="Google Shape;1440;p29"/>
          <p:cNvGrpSpPr/>
          <p:nvPr/>
        </p:nvGrpSpPr>
        <p:grpSpPr>
          <a:xfrm>
            <a:off x="6819690" y="2769477"/>
            <a:ext cx="2235870" cy="1007085"/>
            <a:chOff x="6844333" y="2806194"/>
            <a:chExt cx="2235870" cy="1007085"/>
          </a:xfrm>
        </p:grpSpPr>
        <p:sp>
          <p:nvSpPr>
            <p:cNvPr id="1441" name="Google Shape;1441;p29"/>
            <p:cNvSpPr/>
            <p:nvPr/>
          </p:nvSpPr>
          <p:spPr>
            <a:xfrm>
              <a:off x="6844333" y="2806194"/>
              <a:ext cx="1779588" cy="1007085"/>
            </a:xfrm>
            <a:prstGeom prst="wedgeRoundRectCallout">
              <a:avLst>
                <a:gd name="adj1" fmla="val -64240"/>
                <a:gd name="adj2" fmla="val -54353"/>
                <a:gd name="adj3" fmla="val 16667"/>
              </a:avLst>
            </a:prstGeom>
            <a:solidFill>
              <a:schemeClr val="lt1"/>
            </a:solidFill>
            <a:ln w="25400" cap="flat" cmpd="sng">
              <a:solidFill>
                <a:srgbClr val="0C0C0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pic>
          <p:nvPicPr>
            <p:cNvPr id="1442" name="Google Shape;1442;p29" descr="Icon&#10;&#10;Description automatically generated"/>
            <p:cNvPicPr preferRelativeResize="0"/>
            <p:nvPr/>
          </p:nvPicPr>
          <p:blipFill rotWithShape="1">
            <a:blip r:embed="rId3">
              <a:alphaModFix/>
            </a:blip>
            <a:srcRect/>
            <a:stretch/>
          </p:blipFill>
          <p:spPr>
            <a:xfrm>
              <a:off x="6962236" y="2971427"/>
              <a:ext cx="451829" cy="621665"/>
            </a:xfrm>
            <a:prstGeom prst="rect">
              <a:avLst/>
            </a:prstGeom>
            <a:noFill/>
            <a:ln>
              <a:noFill/>
            </a:ln>
          </p:spPr>
        </p:pic>
        <p:sp>
          <p:nvSpPr>
            <p:cNvPr id="1443" name="Google Shape;1443;p29"/>
            <p:cNvSpPr txBox="1"/>
            <p:nvPr/>
          </p:nvSpPr>
          <p:spPr>
            <a:xfrm>
              <a:off x="7467474" y="3131380"/>
              <a:ext cx="161272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Datagram or packet</a:t>
              </a:r>
              <a:endParaRPr sz="1400" b="0" i="0" u="none" strike="noStrike" cap="none">
                <a:solidFill>
                  <a:srgbClr val="000000"/>
                </a:solidFill>
                <a:latin typeface="Arial"/>
                <a:ea typeface="Arial"/>
                <a:cs typeface="Arial"/>
                <a:sym typeface="Arial"/>
              </a:endParaRPr>
            </a:p>
          </p:txBody>
        </p:sp>
      </p:grpSp>
      <p:sp>
        <p:nvSpPr>
          <p:cNvPr id="1444" name="Google Shape;1444;p29"/>
          <p:cNvSpPr/>
          <p:nvPr/>
        </p:nvSpPr>
        <p:spPr>
          <a:xfrm>
            <a:off x="3553446" y="5589048"/>
            <a:ext cx="6096000" cy="12618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7D28CD"/>
                </a:solidFill>
                <a:latin typeface="Calibri"/>
                <a:ea typeface="Calibri"/>
                <a:cs typeface="Calibri"/>
                <a:sym typeface="Calibri"/>
              </a:rPr>
              <a:t>Input Port Queueing</a:t>
            </a:r>
            <a:endParaRPr/>
          </a:p>
          <a:p>
            <a:pPr marL="285750" marR="0" lvl="0" indent="-285750" algn="l" rtl="0">
              <a:lnSpc>
                <a:spcPct val="100000"/>
              </a:lnSpc>
              <a:spcBef>
                <a:spcPts val="0"/>
              </a:spcBef>
              <a:spcAft>
                <a:spcPts val="0"/>
              </a:spcAft>
              <a:buClr>
                <a:srgbClr val="7030A0"/>
              </a:buClr>
              <a:buSzPts val="2880"/>
              <a:buFont typeface="Arial"/>
              <a:buChar char="•"/>
            </a:pPr>
            <a:r>
              <a:rPr lang="en-US" sz="2400" b="0" i="0" u="none" strike="noStrike" cap="none">
                <a:solidFill>
                  <a:schemeClr val="dk1"/>
                </a:solidFill>
                <a:latin typeface="Calibri"/>
                <a:ea typeface="Calibri"/>
                <a:cs typeface="Calibri"/>
                <a:sym typeface="Calibri"/>
              </a:rPr>
              <a:t>If packets arrive too fast → they wait here</a:t>
            </a:r>
            <a:endParaRPr/>
          </a:p>
          <a:p>
            <a:pPr marL="285750" marR="0" lvl="0" indent="-285750" algn="l" rtl="0">
              <a:lnSpc>
                <a:spcPct val="100000"/>
              </a:lnSpc>
              <a:spcBef>
                <a:spcPts val="0"/>
              </a:spcBef>
              <a:spcAft>
                <a:spcPts val="0"/>
              </a:spcAft>
              <a:buClr>
                <a:srgbClr val="7030A0"/>
              </a:buClr>
              <a:buSzPts val="2880"/>
              <a:buFont typeface="Arial"/>
              <a:buChar char="•"/>
            </a:pPr>
            <a:r>
              <a:rPr lang="en-US" sz="2400" b="0" i="0" u="none" strike="noStrike" cap="none">
                <a:solidFill>
                  <a:schemeClr val="dk1"/>
                </a:solidFill>
                <a:latin typeface="Calibri"/>
                <a:ea typeface="Calibri"/>
                <a:cs typeface="Calibri"/>
                <a:sym typeface="Calibri"/>
              </a:rPr>
              <a:t>If queue is full → packet is dropped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444"/>
                                        </p:tgtEl>
                                        <p:attrNameLst>
                                          <p:attrName>style.visibility</p:attrName>
                                        </p:attrNameLst>
                                      </p:cBhvr>
                                      <p:to>
                                        <p:strVal val="visible"/>
                                      </p:to>
                                    </p:set>
                                    <p:animEffect transition="in" filter="fade">
                                      <p:cBhvr>
                                        <p:cTn id="11" dur="1000"/>
                                        <p:tgtEl>
                                          <p:spTgt spid="144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37"/>
                                        </p:tgtEl>
                                        <p:attrNameLst>
                                          <p:attrName>style.visibility</p:attrName>
                                        </p:attrNameLst>
                                      </p:cBhvr>
                                      <p:to>
                                        <p:strVal val="visible"/>
                                      </p:to>
                                    </p:set>
                                    <p:animEffect transition="in" filter="fade">
                                      <p:cBhvr>
                                        <p:cTn id="16" dur="500"/>
                                        <p:tgtEl>
                                          <p:spTgt spid="1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10"/>
          <p:cNvSpPr txBox="1">
            <a:spLocks noGrp="1"/>
          </p:cNvSpPr>
          <p:nvPr>
            <p:ph type="title"/>
          </p:nvPr>
        </p:nvSpPr>
        <p:spPr>
          <a:xfrm>
            <a:off x="1484310" y="325395"/>
            <a:ext cx="10018713" cy="380794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7200"/>
              <a:buFont typeface="Corbel"/>
              <a:buNone/>
            </a:pPr>
            <a:r>
              <a:rPr lang="en-US" sz="7200"/>
              <a:t>Internet Protocol</a:t>
            </a:r>
            <a:br>
              <a:rPr lang="en-US" sz="7200"/>
            </a:br>
            <a:r>
              <a:rPr lang="en-US" sz="7200"/>
              <a:t>IPv4</a:t>
            </a:r>
            <a:endParaRPr/>
          </a:p>
        </p:txBody>
      </p:sp>
      <p:pic>
        <p:nvPicPr>
          <p:cNvPr id="1450" name="Google Shape;1450;p10"/>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11"/>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Internet Network Layer</a:t>
            </a:r>
            <a:endParaRPr/>
          </a:p>
        </p:txBody>
      </p:sp>
      <p:sp>
        <p:nvSpPr>
          <p:cNvPr id="1456" name="Google Shape;1456;p11"/>
          <p:cNvSpPr txBox="1">
            <a:spLocks noGrp="1"/>
          </p:cNvSpPr>
          <p:nvPr>
            <p:ph type="body" idx="1"/>
          </p:nvPr>
        </p:nvSpPr>
        <p:spPr>
          <a:xfrm>
            <a:off x="1484310" y="1066801"/>
            <a:ext cx="10018713" cy="4724400"/>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0"/>
              </a:spcBef>
              <a:spcAft>
                <a:spcPts val="0"/>
              </a:spcAft>
              <a:buSzPts val="3480"/>
              <a:buChar char="•"/>
            </a:pPr>
            <a:r>
              <a:rPr lang="en-US"/>
              <a:t>Host, router network layer functions:</a:t>
            </a:r>
            <a:endParaRPr/>
          </a:p>
        </p:txBody>
      </p:sp>
      <p:pic>
        <p:nvPicPr>
          <p:cNvPr id="1457" name="Google Shape;1457;p11"/>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458" name="Google Shape;1458;p11"/>
          <p:cNvSpPr/>
          <p:nvPr/>
        </p:nvSpPr>
        <p:spPr>
          <a:xfrm>
            <a:off x="3923740" y="2050117"/>
            <a:ext cx="6534150" cy="407670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59" name="Google Shape;1459;p11"/>
          <p:cNvSpPr/>
          <p:nvPr/>
        </p:nvSpPr>
        <p:spPr>
          <a:xfrm>
            <a:off x="3857065" y="2116792"/>
            <a:ext cx="6534150" cy="4076700"/>
          </a:xfrm>
          <a:prstGeom prst="rect">
            <a:avLst/>
          </a:prstGeom>
          <a:solidFill>
            <a:srgbClr val="FFFFFF"/>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460" name="Google Shape;1460;p11"/>
          <p:cNvGrpSpPr/>
          <p:nvPr/>
        </p:nvGrpSpPr>
        <p:grpSpPr>
          <a:xfrm>
            <a:off x="5931928" y="3748742"/>
            <a:ext cx="1354137" cy="1214438"/>
            <a:chOff x="3967" y="2883"/>
            <a:chExt cx="660" cy="765"/>
          </a:xfrm>
        </p:grpSpPr>
        <p:sp>
          <p:nvSpPr>
            <p:cNvPr id="1461" name="Google Shape;1461;p11"/>
            <p:cNvSpPr/>
            <p:nvPr/>
          </p:nvSpPr>
          <p:spPr>
            <a:xfrm>
              <a:off x="4023" y="2883"/>
              <a:ext cx="582" cy="73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62" name="Google Shape;1462;p11"/>
            <p:cNvSpPr/>
            <p:nvPr/>
          </p:nvSpPr>
          <p:spPr>
            <a:xfrm>
              <a:off x="3996" y="2910"/>
              <a:ext cx="582" cy="738"/>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63" name="Google Shape;1463;p11"/>
            <p:cNvSpPr txBox="1"/>
            <p:nvPr/>
          </p:nvSpPr>
          <p:spPr>
            <a:xfrm>
              <a:off x="3967" y="3074"/>
              <a:ext cx="660" cy="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forwarding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table</a:t>
              </a:r>
              <a:endParaRPr sz="1400" b="0" i="0" u="none" strike="noStrike" cap="none">
                <a:solidFill>
                  <a:srgbClr val="000000"/>
                </a:solidFill>
                <a:latin typeface="Arial"/>
                <a:ea typeface="Arial"/>
                <a:cs typeface="Arial"/>
                <a:sym typeface="Arial"/>
              </a:endParaRPr>
            </a:p>
          </p:txBody>
        </p:sp>
        <p:cxnSp>
          <p:nvCxnSpPr>
            <p:cNvPr id="1464" name="Google Shape;1464;p11"/>
            <p:cNvCxnSpPr/>
            <p:nvPr/>
          </p:nvCxnSpPr>
          <p:spPr>
            <a:xfrm>
              <a:off x="4065" y="2994"/>
              <a:ext cx="435" cy="0"/>
            </a:xfrm>
            <a:prstGeom prst="straightConnector1">
              <a:avLst/>
            </a:prstGeom>
            <a:noFill/>
            <a:ln w="19050" cap="flat" cmpd="sng">
              <a:solidFill>
                <a:schemeClr val="dk1"/>
              </a:solidFill>
              <a:prstDash val="solid"/>
              <a:round/>
              <a:headEnd type="none" w="sm" len="sm"/>
              <a:tailEnd type="none" w="sm" len="sm"/>
            </a:ln>
          </p:spPr>
        </p:cxnSp>
        <p:cxnSp>
          <p:nvCxnSpPr>
            <p:cNvPr id="1465" name="Google Shape;1465;p11"/>
            <p:cNvCxnSpPr/>
            <p:nvPr/>
          </p:nvCxnSpPr>
          <p:spPr>
            <a:xfrm>
              <a:off x="4071" y="3048"/>
              <a:ext cx="435" cy="0"/>
            </a:xfrm>
            <a:prstGeom prst="straightConnector1">
              <a:avLst/>
            </a:prstGeom>
            <a:noFill/>
            <a:ln w="19050" cap="flat" cmpd="sng">
              <a:solidFill>
                <a:schemeClr val="dk1"/>
              </a:solidFill>
              <a:prstDash val="solid"/>
              <a:round/>
              <a:headEnd type="none" w="sm" len="sm"/>
              <a:tailEnd type="none" w="sm" len="sm"/>
            </a:ln>
          </p:spPr>
        </p:cxnSp>
        <p:cxnSp>
          <p:nvCxnSpPr>
            <p:cNvPr id="1466" name="Google Shape;1466;p11"/>
            <p:cNvCxnSpPr/>
            <p:nvPr/>
          </p:nvCxnSpPr>
          <p:spPr>
            <a:xfrm>
              <a:off x="4074" y="3102"/>
              <a:ext cx="435" cy="0"/>
            </a:xfrm>
            <a:prstGeom prst="straightConnector1">
              <a:avLst/>
            </a:prstGeom>
            <a:noFill/>
            <a:ln w="19050" cap="flat" cmpd="sng">
              <a:solidFill>
                <a:schemeClr val="dk1"/>
              </a:solidFill>
              <a:prstDash val="solid"/>
              <a:round/>
              <a:headEnd type="none" w="sm" len="sm"/>
              <a:tailEnd type="none" w="sm" len="sm"/>
            </a:ln>
          </p:spPr>
        </p:cxnSp>
        <p:cxnSp>
          <p:nvCxnSpPr>
            <p:cNvPr id="1467" name="Google Shape;1467;p11"/>
            <p:cNvCxnSpPr/>
            <p:nvPr/>
          </p:nvCxnSpPr>
          <p:spPr>
            <a:xfrm>
              <a:off x="4065" y="3477"/>
              <a:ext cx="435" cy="0"/>
            </a:xfrm>
            <a:prstGeom prst="straightConnector1">
              <a:avLst/>
            </a:prstGeom>
            <a:noFill/>
            <a:ln w="19050" cap="flat" cmpd="sng">
              <a:solidFill>
                <a:schemeClr val="dk1"/>
              </a:solidFill>
              <a:prstDash val="solid"/>
              <a:round/>
              <a:headEnd type="none" w="sm" len="sm"/>
              <a:tailEnd type="none" w="sm" len="sm"/>
            </a:ln>
          </p:spPr>
        </p:cxnSp>
        <p:cxnSp>
          <p:nvCxnSpPr>
            <p:cNvPr id="1468" name="Google Shape;1468;p11"/>
            <p:cNvCxnSpPr/>
            <p:nvPr/>
          </p:nvCxnSpPr>
          <p:spPr>
            <a:xfrm>
              <a:off x="4068" y="3528"/>
              <a:ext cx="435" cy="0"/>
            </a:xfrm>
            <a:prstGeom prst="straightConnector1">
              <a:avLst/>
            </a:prstGeom>
            <a:noFill/>
            <a:ln w="19050" cap="flat" cmpd="sng">
              <a:solidFill>
                <a:schemeClr val="dk1"/>
              </a:solidFill>
              <a:prstDash val="solid"/>
              <a:round/>
              <a:headEnd type="none" w="sm" len="sm"/>
              <a:tailEnd type="none" w="sm" len="sm"/>
            </a:ln>
          </p:spPr>
        </p:cxnSp>
        <p:cxnSp>
          <p:nvCxnSpPr>
            <p:cNvPr id="1469" name="Google Shape;1469;p11"/>
            <p:cNvCxnSpPr/>
            <p:nvPr/>
          </p:nvCxnSpPr>
          <p:spPr>
            <a:xfrm>
              <a:off x="4071" y="3579"/>
              <a:ext cx="435" cy="0"/>
            </a:xfrm>
            <a:prstGeom prst="straightConnector1">
              <a:avLst/>
            </a:prstGeom>
            <a:noFill/>
            <a:ln w="19050" cap="flat" cmpd="sng">
              <a:solidFill>
                <a:schemeClr val="dk1"/>
              </a:solidFill>
              <a:prstDash val="solid"/>
              <a:round/>
              <a:headEnd type="none" w="sm" len="sm"/>
              <a:tailEnd type="none" w="sm" len="sm"/>
            </a:ln>
          </p:spPr>
        </p:cxnSp>
      </p:grpSp>
      <p:cxnSp>
        <p:nvCxnSpPr>
          <p:cNvPr id="1470" name="Google Shape;1470;p11"/>
          <p:cNvCxnSpPr/>
          <p:nvPr/>
        </p:nvCxnSpPr>
        <p:spPr>
          <a:xfrm rot="10800000" flipH="1">
            <a:off x="3847540" y="5679142"/>
            <a:ext cx="6505575" cy="9525"/>
          </a:xfrm>
          <a:prstGeom prst="straightConnector1">
            <a:avLst/>
          </a:prstGeom>
          <a:noFill/>
          <a:ln w="19050" cap="flat" cmpd="sng">
            <a:solidFill>
              <a:schemeClr val="dk1"/>
            </a:solidFill>
            <a:prstDash val="solid"/>
            <a:round/>
            <a:headEnd type="none" w="sm" len="sm"/>
            <a:tailEnd type="none" w="sm" len="sm"/>
          </a:ln>
        </p:spPr>
      </p:cxnSp>
      <p:cxnSp>
        <p:nvCxnSpPr>
          <p:cNvPr id="1471" name="Google Shape;1471;p11"/>
          <p:cNvCxnSpPr/>
          <p:nvPr/>
        </p:nvCxnSpPr>
        <p:spPr>
          <a:xfrm rot="10800000" flipH="1">
            <a:off x="3876115" y="5155267"/>
            <a:ext cx="6524625" cy="9525"/>
          </a:xfrm>
          <a:prstGeom prst="straightConnector1">
            <a:avLst/>
          </a:prstGeom>
          <a:noFill/>
          <a:ln w="19050" cap="flat" cmpd="sng">
            <a:solidFill>
              <a:schemeClr val="dk1"/>
            </a:solidFill>
            <a:prstDash val="solid"/>
            <a:round/>
            <a:headEnd type="none" w="sm" len="sm"/>
            <a:tailEnd type="none" w="sm" len="sm"/>
          </a:ln>
        </p:spPr>
      </p:cxnSp>
      <p:grpSp>
        <p:nvGrpSpPr>
          <p:cNvPr id="1472" name="Google Shape;1472;p11"/>
          <p:cNvGrpSpPr/>
          <p:nvPr/>
        </p:nvGrpSpPr>
        <p:grpSpPr>
          <a:xfrm>
            <a:off x="4055503" y="2935944"/>
            <a:ext cx="1887537" cy="885826"/>
            <a:chOff x="1175" y="1848"/>
            <a:chExt cx="1189" cy="558"/>
          </a:xfrm>
        </p:grpSpPr>
        <p:sp>
          <p:nvSpPr>
            <p:cNvPr id="1473" name="Google Shape;1473;p11"/>
            <p:cNvSpPr/>
            <p:nvPr/>
          </p:nvSpPr>
          <p:spPr>
            <a:xfrm>
              <a:off x="1224" y="1848"/>
              <a:ext cx="1140" cy="51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74" name="Google Shape;1474;p11"/>
            <p:cNvSpPr/>
            <p:nvPr/>
          </p:nvSpPr>
          <p:spPr>
            <a:xfrm>
              <a:off x="1182" y="1890"/>
              <a:ext cx="1140" cy="516"/>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75" name="Google Shape;1475;p11"/>
            <p:cNvSpPr txBox="1"/>
            <p:nvPr/>
          </p:nvSpPr>
          <p:spPr>
            <a:xfrm>
              <a:off x="1175" y="1895"/>
              <a:ext cx="1153" cy="4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600"/>
                <a:buFont typeface="Arial"/>
                <a:buNone/>
              </a:pPr>
              <a:r>
                <a:rPr lang="en-US" sz="1400" b="0" i="0" u="none" strike="noStrike" cap="none">
                  <a:solidFill>
                    <a:srgbClr val="FF0000"/>
                  </a:solidFill>
                  <a:latin typeface="Comic Sans MS"/>
                  <a:ea typeface="Comic Sans MS"/>
                  <a:cs typeface="Comic Sans MS"/>
                  <a:sym typeface="Comic Sans MS"/>
                </a:rPr>
                <a:t>Routing protocols</a:t>
              </a:r>
              <a:endParaRPr sz="14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path selection</a:t>
              </a:r>
              <a:endParaRPr sz="13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RIP, OSPF, BGP</a:t>
              </a:r>
              <a:endParaRPr sz="1300" b="0" i="0" u="none" strike="noStrike" cap="none">
                <a:solidFill>
                  <a:schemeClr val="dk1"/>
                </a:solidFill>
                <a:latin typeface="Comic Sans MS"/>
                <a:ea typeface="Comic Sans MS"/>
                <a:cs typeface="Comic Sans MS"/>
                <a:sym typeface="Comic Sans MS"/>
              </a:endParaRPr>
            </a:p>
          </p:txBody>
        </p:sp>
      </p:grpSp>
      <p:sp>
        <p:nvSpPr>
          <p:cNvPr id="1476" name="Google Shape;1476;p11"/>
          <p:cNvSpPr/>
          <p:nvPr/>
        </p:nvSpPr>
        <p:spPr>
          <a:xfrm>
            <a:off x="5362015" y="3926542"/>
            <a:ext cx="628650" cy="390525"/>
          </a:xfrm>
          <a:custGeom>
            <a:avLst/>
            <a:gdLst/>
            <a:ahLst/>
            <a:cxnLst/>
            <a:rect l="l" t="t" r="r" b="b"/>
            <a:pathLst>
              <a:path w="396" h="246" extrusionOk="0">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1477" name="Google Shape;1477;p11"/>
          <p:cNvGrpSpPr/>
          <p:nvPr/>
        </p:nvGrpSpPr>
        <p:grpSpPr>
          <a:xfrm>
            <a:off x="7311465" y="2845455"/>
            <a:ext cx="3000375" cy="1181100"/>
            <a:chOff x="102" y="1272"/>
            <a:chExt cx="1890" cy="744"/>
          </a:xfrm>
        </p:grpSpPr>
        <p:sp>
          <p:nvSpPr>
            <p:cNvPr id="1478" name="Google Shape;1478;p11"/>
            <p:cNvSpPr/>
            <p:nvPr/>
          </p:nvSpPr>
          <p:spPr>
            <a:xfrm>
              <a:off x="144" y="1272"/>
              <a:ext cx="1848" cy="69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79" name="Google Shape;1479;p11"/>
            <p:cNvSpPr/>
            <p:nvPr/>
          </p:nvSpPr>
          <p:spPr>
            <a:xfrm>
              <a:off x="102" y="1314"/>
              <a:ext cx="1848" cy="702"/>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80" name="Google Shape;1480;p11"/>
            <p:cNvSpPr txBox="1"/>
            <p:nvPr/>
          </p:nvSpPr>
          <p:spPr>
            <a:xfrm>
              <a:off x="116" y="1319"/>
              <a:ext cx="1820" cy="5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600"/>
                <a:buFont typeface="Arial"/>
                <a:buNone/>
              </a:pPr>
              <a:r>
                <a:rPr lang="en-US" sz="1600" b="0" i="0" u="none" strike="noStrike" cap="none">
                  <a:solidFill>
                    <a:srgbClr val="FF0000"/>
                  </a:solidFill>
                  <a:latin typeface="Comic Sans MS"/>
                  <a:ea typeface="Comic Sans MS"/>
                  <a:cs typeface="Comic Sans MS"/>
                  <a:sym typeface="Comic Sans MS"/>
                </a:rPr>
                <a:t>IP protocol</a:t>
              </a:r>
              <a:endParaRPr sz="14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addressing conventions</a:t>
              </a:r>
              <a:endParaRPr sz="13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datagram format</a:t>
              </a:r>
              <a:endParaRPr sz="13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packet handling conventions</a:t>
              </a:r>
              <a:endParaRPr sz="1300" b="0" i="0" u="none" strike="noStrike" cap="none">
                <a:solidFill>
                  <a:schemeClr val="dk1"/>
                </a:solidFill>
                <a:latin typeface="Comic Sans MS"/>
                <a:ea typeface="Comic Sans MS"/>
                <a:cs typeface="Comic Sans MS"/>
                <a:sym typeface="Comic Sans MS"/>
              </a:endParaRPr>
            </a:p>
          </p:txBody>
        </p:sp>
      </p:grpSp>
      <p:grpSp>
        <p:nvGrpSpPr>
          <p:cNvPr id="1481" name="Google Shape;1481;p11"/>
          <p:cNvGrpSpPr/>
          <p:nvPr/>
        </p:nvGrpSpPr>
        <p:grpSpPr>
          <a:xfrm>
            <a:off x="7368615" y="4158316"/>
            <a:ext cx="2000250" cy="885825"/>
            <a:chOff x="72" y="1146"/>
            <a:chExt cx="1260" cy="558"/>
          </a:xfrm>
        </p:grpSpPr>
        <p:sp>
          <p:nvSpPr>
            <p:cNvPr id="1482" name="Google Shape;1482;p11"/>
            <p:cNvSpPr/>
            <p:nvPr/>
          </p:nvSpPr>
          <p:spPr>
            <a:xfrm>
              <a:off x="114" y="1146"/>
              <a:ext cx="1218" cy="51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83" name="Google Shape;1483;p11"/>
            <p:cNvSpPr/>
            <p:nvPr/>
          </p:nvSpPr>
          <p:spPr>
            <a:xfrm>
              <a:off x="72" y="1188"/>
              <a:ext cx="1218" cy="516"/>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484" name="Google Shape;1484;p11"/>
            <p:cNvSpPr txBox="1"/>
            <p:nvPr/>
          </p:nvSpPr>
          <p:spPr>
            <a:xfrm>
              <a:off x="80" y="1187"/>
              <a:ext cx="1197" cy="4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600"/>
                <a:buFont typeface="Arial"/>
                <a:buNone/>
              </a:pPr>
              <a:r>
                <a:rPr lang="en-US" sz="1600" b="0" i="0" u="none" strike="noStrike" cap="none">
                  <a:solidFill>
                    <a:srgbClr val="FF0000"/>
                  </a:solidFill>
                  <a:latin typeface="Comic Sans MS"/>
                  <a:ea typeface="Comic Sans MS"/>
                  <a:cs typeface="Comic Sans MS"/>
                  <a:sym typeface="Comic Sans MS"/>
                </a:rPr>
                <a:t>ICMP protocol</a:t>
              </a:r>
              <a:endParaRPr sz="14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error reporting</a:t>
              </a:r>
              <a:endParaRPr sz="1300" b="0" i="0" u="none" strike="noStrike" cap="none">
                <a:solidFill>
                  <a:srgbClr val="000000"/>
                </a:solidFill>
                <a:latin typeface="Arial"/>
                <a:ea typeface="Arial"/>
                <a:cs typeface="Arial"/>
                <a:sym typeface="Arial"/>
              </a:endParaRPr>
            </a:p>
            <a:p>
              <a:pPr marL="0" marR="0" lvl="0" indent="-101600" algn="l" rtl="0">
                <a:lnSpc>
                  <a:spcPct val="100000"/>
                </a:lnSpc>
                <a:spcBef>
                  <a:spcPts val="0"/>
                </a:spcBef>
                <a:spcAft>
                  <a:spcPts val="0"/>
                </a:spcAft>
                <a:buClr>
                  <a:schemeClr val="dk1"/>
                </a:buClr>
                <a:buSzPts val="1600"/>
                <a:buFont typeface="Arial"/>
                <a:buChar char="•"/>
              </a:pPr>
              <a:r>
                <a:rPr lang="en-US" sz="1300" b="0" i="0" u="none" strike="noStrike" cap="none">
                  <a:solidFill>
                    <a:schemeClr val="dk1"/>
                  </a:solidFill>
                  <a:latin typeface="Comic Sans MS"/>
                  <a:ea typeface="Comic Sans MS"/>
                  <a:cs typeface="Comic Sans MS"/>
                  <a:sym typeface="Comic Sans MS"/>
                </a:rPr>
                <a:t>router “signaling”</a:t>
              </a:r>
              <a:endParaRPr sz="1300" b="0" i="0" u="none" strike="noStrike" cap="none">
                <a:solidFill>
                  <a:schemeClr val="dk1"/>
                </a:solidFill>
                <a:latin typeface="Comic Sans MS"/>
                <a:ea typeface="Comic Sans MS"/>
                <a:cs typeface="Comic Sans MS"/>
                <a:sym typeface="Comic Sans MS"/>
              </a:endParaRPr>
            </a:p>
          </p:txBody>
        </p:sp>
      </p:grpSp>
      <p:cxnSp>
        <p:nvCxnSpPr>
          <p:cNvPr id="1485" name="Google Shape;1485;p11"/>
          <p:cNvCxnSpPr/>
          <p:nvPr/>
        </p:nvCxnSpPr>
        <p:spPr>
          <a:xfrm rot="10800000" flipH="1">
            <a:off x="3876115" y="2735917"/>
            <a:ext cx="6524625" cy="9525"/>
          </a:xfrm>
          <a:prstGeom prst="straightConnector1">
            <a:avLst/>
          </a:prstGeom>
          <a:noFill/>
          <a:ln w="19050" cap="flat" cmpd="sng">
            <a:solidFill>
              <a:schemeClr val="dk1"/>
            </a:solidFill>
            <a:prstDash val="solid"/>
            <a:round/>
            <a:headEnd type="none" w="sm" len="sm"/>
            <a:tailEnd type="none" w="sm" len="sm"/>
          </a:ln>
        </p:spPr>
      </p:cxnSp>
      <p:sp>
        <p:nvSpPr>
          <p:cNvPr id="1486" name="Google Shape;1486;p11"/>
          <p:cNvSpPr txBox="1"/>
          <p:nvPr/>
        </p:nvSpPr>
        <p:spPr>
          <a:xfrm>
            <a:off x="5317565" y="2262842"/>
            <a:ext cx="338309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2"/>
              </a:buClr>
              <a:buSzPts val="1800"/>
              <a:buFont typeface="Arial"/>
              <a:buNone/>
            </a:pPr>
            <a:r>
              <a:rPr lang="en-US" sz="1800" b="0" i="0" u="none" strike="noStrike" cap="none">
                <a:solidFill>
                  <a:schemeClr val="lt2"/>
                </a:solidFill>
                <a:latin typeface="Comic Sans MS"/>
                <a:ea typeface="Comic Sans MS"/>
                <a:cs typeface="Comic Sans MS"/>
                <a:sym typeface="Comic Sans MS"/>
              </a:rPr>
              <a:t>Transport layer: TCP, UDP</a:t>
            </a:r>
            <a:endParaRPr sz="1800" b="0" i="0" u="none" strike="noStrike" cap="none">
              <a:solidFill>
                <a:schemeClr val="dk1"/>
              </a:solidFill>
              <a:latin typeface="Comic Sans MS"/>
              <a:ea typeface="Comic Sans MS"/>
              <a:cs typeface="Comic Sans MS"/>
              <a:sym typeface="Comic Sans MS"/>
            </a:endParaRPr>
          </a:p>
        </p:txBody>
      </p:sp>
      <p:sp>
        <p:nvSpPr>
          <p:cNvPr id="1487" name="Google Shape;1487;p11"/>
          <p:cNvSpPr txBox="1"/>
          <p:nvPr/>
        </p:nvSpPr>
        <p:spPr>
          <a:xfrm>
            <a:off x="6431990" y="5234642"/>
            <a:ext cx="3155355"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2"/>
              </a:buClr>
              <a:buSzPts val="1800"/>
              <a:buFont typeface="Arial"/>
              <a:buNone/>
            </a:pPr>
            <a:r>
              <a:rPr lang="en-US" sz="1800" b="0" i="0" u="none" strike="noStrike" cap="none">
                <a:solidFill>
                  <a:schemeClr val="lt2"/>
                </a:solidFill>
                <a:latin typeface="Comic Sans MS"/>
                <a:ea typeface="Comic Sans MS"/>
                <a:cs typeface="Comic Sans MS"/>
                <a:sym typeface="Comic Sans MS"/>
              </a:rPr>
              <a:t>Link layer</a:t>
            </a:r>
            <a:endParaRPr sz="1800" b="0" i="0" u="none" strike="noStrike" cap="none">
              <a:solidFill>
                <a:schemeClr val="dk1"/>
              </a:solidFill>
              <a:latin typeface="Comic Sans MS"/>
              <a:ea typeface="Comic Sans MS"/>
              <a:cs typeface="Comic Sans MS"/>
              <a:sym typeface="Comic Sans MS"/>
            </a:endParaRPr>
          </a:p>
        </p:txBody>
      </p:sp>
      <p:sp>
        <p:nvSpPr>
          <p:cNvPr id="1488" name="Google Shape;1488;p11"/>
          <p:cNvSpPr txBox="1"/>
          <p:nvPr/>
        </p:nvSpPr>
        <p:spPr>
          <a:xfrm>
            <a:off x="6279590" y="5772372"/>
            <a:ext cx="2531901"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2"/>
              </a:buClr>
              <a:buSzPts val="1800"/>
              <a:buFont typeface="Arial"/>
              <a:buNone/>
            </a:pPr>
            <a:r>
              <a:rPr lang="en-US" sz="1800" b="0" i="0" u="none" strike="noStrike" cap="none">
                <a:solidFill>
                  <a:schemeClr val="lt2"/>
                </a:solidFill>
                <a:latin typeface="Comic Sans MS"/>
                <a:ea typeface="Comic Sans MS"/>
                <a:cs typeface="Comic Sans MS"/>
                <a:sym typeface="Comic Sans MS"/>
              </a:rPr>
              <a:t>physical layer</a:t>
            </a:r>
            <a:endParaRPr sz="1800" b="0" i="0" u="none" strike="noStrike" cap="none">
              <a:solidFill>
                <a:schemeClr val="dk1"/>
              </a:solidFill>
              <a:latin typeface="Comic Sans MS"/>
              <a:ea typeface="Comic Sans MS"/>
              <a:cs typeface="Comic Sans MS"/>
              <a:sym typeface="Comic Sans MS"/>
            </a:endParaRPr>
          </a:p>
        </p:txBody>
      </p:sp>
      <p:sp>
        <p:nvSpPr>
          <p:cNvPr id="1489" name="Google Shape;1489;p11"/>
          <p:cNvSpPr txBox="1"/>
          <p:nvPr/>
        </p:nvSpPr>
        <p:spPr>
          <a:xfrm>
            <a:off x="1969060" y="3534430"/>
            <a:ext cx="1821330" cy="83095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FF0000"/>
              </a:buClr>
              <a:buSzPts val="2400"/>
              <a:buFont typeface="Arial"/>
              <a:buNone/>
            </a:pPr>
            <a:r>
              <a:rPr lang="en-US" sz="2400" b="0" i="0" u="none" strike="noStrike" cap="none">
                <a:solidFill>
                  <a:srgbClr val="FF0000"/>
                </a:solidFill>
                <a:latin typeface="Comic Sans MS"/>
                <a:ea typeface="Comic Sans MS"/>
                <a:cs typeface="Comic Sans MS"/>
                <a:sym typeface="Comic Sans MS"/>
              </a:rPr>
              <a:t>Network</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FF0000"/>
              </a:buClr>
              <a:buSzPts val="2400"/>
              <a:buFont typeface="Arial"/>
              <a:buNone/>
            </a:pPr>
            <a:r>
              <a:rPr lang="en-US" sz="2400" b="0" i="0" u="none" strike="noStrike" cap="none">
                <a:solidFill>
                  <a:srgbClr val="FF0000"/>
                </a:solidFill>
                <a:latin typeface="Comic Sans MS"/>
                <a:ea typeface="Comic Sans MS"/>
                <a:cs typeface="Comic Sans MS"/>
                <a:sym typeface="Comic Sans MS"/>
              </a:rPr>
              <a:t>layer</a:t>
            </a:r>
            <a:endParaRPr sz="1800" b="0" i="0" u="none" strike="noStrike" cap="none">
              <a:solidFill>
                <a:schemeClr val="dk1"/>
              </a:solidFill>
              <a:latin typeface="Comic Sans MS"/>
              <a:ea typeface="Comic Sans MS"/>
              <a:cs typeface="Comic Sans MS"/>
              <a:sym typeface="Comic Sans MS"/>
            </a:endParaRPr>
          </a:p>
        </p:txBody>
      </p:sp>
      <p:cxnSp>
        <p:nvCxnSpPr>
          <p:cNvPr id="1490" name="Google Shape;1490;p11"/>
          <p:cNvCxnSpPr/>
          <p:nvPr/>
        </p:nvCxnSpPr>
        <p:spPr>
          <a:xfrm rot="10800000">
            <a:off x="3599890" y="2754967"/>
            <a:ext cx="0" cy="742950"/>
          </a:xfrm>
          <a:prstGeom prst="straightConnector1">
            <a:avLst/>
          </a:prstGeom>
          <a:noFill/>
          <a:ln w="28575" cap="flat" cmpd="sng">
            <a:solidFill>
              <a:srgbClr val="FF0000"/>
            </a:solidFill>
            <a:prstDash val="solid"/>
            <a:round/>
            <a:headEnd type="none" w="sm" len="sm"/>
            <a:tailEnd type="triangle" w="med" len="med"/>
          </a:ln>
        </p:spPr>
      </p:cxnSp>
      <p:cxnSp>
        <p:nvCxnSpPr>
          <p:cNvPr id="1491" name="Google Shape;1491;p11"/>
          <p:cNvCxnSpPr/>
          <p:nvPr/>
        </p:nvCxnSpPr>
        <p:spPr>
          <a:xfrm>
            <a:off x="3599890" y="4421842"/>
            <a:ext cx="0" cy="742950"/>
          </a:xfrm>
          <a:prstGeom prst="straightConnector1">
            <a:avLst/>
          </a:prstGeom>
          <a:noFill/>
          <a:ln w="28575" cap="flat" cmpd="sng">
            <a:solidFill>
              <a:srgbClr val="FF0000"/>
            </a:solidFill>
            <a:prstDash val="solid"/>
            <a:round/>
            <a:headEnd type="none" w="sm" len="sm"/>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30"/>
          <p:cNvSpPr txBox="1">
            <a:spLocks noGrp="1"/>
          </p:cNvSpPr>
          <p:nvPr>
            <p:ph type="title"/>
          </p:nvPr>
        </p:nvSpPr>
        <p:spPr>
          <a:xfrm>
            <a:off x="1484310" y="325395"/>
            <a:ext cx="10018800" cy="7413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IPv4 Datagram Format</a:t>
            </a:r>
            <a:endParaRPr/>
          </a:p>
        </p:txBody>
      </p:sp>
      <p:pic>
        <p:nvPicPr>
          <p:cNvPr id="1497" name="Google Shape;1497;p30"/>
          <p:cNvPicPr preferRelativeResize="0"/>
          <p:nvPr/>
        </p:nvPicPr>
        <p:blipFill rotWithShape="1">
          <a:blip r:embed="rId3">
            <a:alphaModFix/>
          </a:blip>
          <a:srcRect/>
          <a:stretch/>
        </p:blipFill>
        <p:spPr>
          <a:xfrm>
            <a:off x="11029276" y="0"/>
            <a:ext cx="1162725" cy="1066800"/>
          </a:xfrm>
          <a:prstGeom prst="rect">
            <a:avLst/>
          </a:prstGeom>
          <a:noFill/>
          <a:ln>
            <a:noFill/>
          </a:ln>
        </p:spPr>
      </p:pic>
      <p:sp>
        <p:nvSpPr>
          <p:cNvPr id="1498" name="Google Shape;1498;p30"/>
          <p:cNvSpPr txBox="1"/>
          <p:nvPr/>
        </p:nvSpPr>
        <p:spPr>
          <a:xfrm>
            <a:off x="2322153" y="5317990"/>
            <a:ext cx="8343114"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800" b="0" i="0" u="none" strike="noStrike" cap="none">
                <a:solidFill>
                  <a:srgbClr val="4D5156"/>
                </a:solidFill>
                <a:latin typeface="Corbel"/>
                <a:ea typeface="Corbel"/>
                <a:cs typeface="Corbel"/>
                <a:sym typeface="Corbel"/>
              </a:rPr>
              <a:t>The size of an IP datagram:</a:t>
            </a:r>
            <a:endParaRPr sz="1800" b="0" i="0" u="none" strike="noStrike" cap="none">
              <a:solidFill>
                <a:srgbClr val="000000"/>
              </a:solidFill>
              <a:latin typeface="Corbel"/>
              <a:ea typeface="Corbel"/>
              <a:cs typeface="Corbel"/>
              <a:sym typeface="Corbel"/>
            </a:endParaRPr>
          </a:p>
          <a:p>
            <a:pPr marL="342900" marR="0" lvl="0" indent="-342900" algn="l" rtl="0">
              <a:lnSpc>
                <a:spcPct val="100000"/>
              </a:lnSpc>
              <a:spcBef>
                <a:spcPts val="0"/>
              </a:spcBef>
              <a:spcAft>
                <a:spcPts val="0"/>
              </a:spcAft>
              <a:buClr>
                <a:srgbClr val="0070C0"/>
              </a:buClr>
              <a:buSzPts val="3360"/>
              <a:buFont typeface="Arial"/>
              <a:buChar char="•"/>
            </a:pPr>
            <a:r>
              <a:rPr lang="en-US" sz="2800" b="0" i="0" u="none" strike="noStrike" cap="none">
                <a:solidFill>
                  <a:srgbClr val="4D5156"/>
                </a:solidFill>
                <a:latin typeface="Corbel"/>
                <a:ea typeface="Corbel"/>
                <a:cs typeface="Corbel"/>
                <a:sym typeface="Corbel"/>
              </a:rPr>
              <a:t>The </a:t>
            </a:r>
            <a:r>
              <a:rPr lang="en-US" sz="2800" b="1" i="0" u="none" strike="noStrike" cap="none">
                <a:solidFill>
                  <a:srgbClr val="7D28CD"/>
                </a:solidFill>
                <a:latin typeface="Corbel"/>
                <a:ea typeface="Corbel"/>
                <a:cs typeface="Corbel"/>
                <a:sym typeface="Corbel"/>
              </a:rPr>
              <a:t>minimum </a:t>
            </a:r>
            <a:r>
              <a:rPr lang="en-US" sz="2800" b="0" i="0" u="none" strike="noStrike" cap="none">
                <a:solidFill>
                  <a:srgbClr val="4D5156"/>
                </a:solidFill>
                <a:latin typeface="Corbel"/>
                <a:ea typeface="Corbel"/>
                <a:cs typeface="Corbel"/>
                <a:sym typeface="Corbel"/>
              </a:rPr>
              <a:t>size is </a:t>
            </a:r>
            <a:r>
              <a:rPr lang="en-US" sz="2800" b="1" i="0" u="none" strike="noStrike" cap="none">
                <a:solidFill>
                  <a:srgbClr val="7D28CD"/>
                </a:solidFill>
                <a:latin typeface="Corbel"/>
                <a:ea typeface="Corbel"/>
                <a:cs typeface="Corbel"/>
                <a:sym typeface="Corbel"/>
              </a:rPr>
              <a:t>20 bytes </a:t>
            </a:r>
            <a:r>
              <a:rPr lang="en-US" sz="2800" b="0" i="0" u="none" strike="noStrike" cap="none">
                <a:solidFill>
                  <a:srgbClr val="4D5156"/>
                </a:solidFill>
                <a:latin typeface="Corbel"/>
                <a:ea typeface="Corbel"/>
                <a:cs typeface="Corbel"/>
                <a:sym typeface="Corbel"/>
              </a:rPr>
              <a:t>(if you have no data) </a:t>
            </a:r>
            <a:endParaRPr sz="2800" b="0" i="0" u="none" strike="noStrike" cap="none">
              <a:solidFill>
                <a:srgbClr val="4D5156"/>
              </a:solidFill>
              <a:latin typeface="Corbel"/>
              <a:ea typeface="Corbel"/>
              <a:cs typeface="Corbel"/>
              <a:sym typeface="Corbel"/>
            </a:endParaRPr>
          </a:p>
          <a:p>
            <a:pPr marL="342900" marR="0" lvl="0" indent="-342900" algn="l" rtl="0">
              <a:lnSpc>
                <a:spcPct val="100000"/>
              </a:lnSpc>
              <a:spcBef>
                <a:spcPts val="0"/>
              </a:spcBef>
              <a:spcAft>
                <a:spcPts val="0"/>
              </a:spcAft>
              <a:buClr>
                <a:srgbClr val="0070C0"/>
              </a:buClr>
              <a:buSzPts val="3360"/>
              <a:buFont typeface="Arial"/>
              <a:buChar char="•"/>
            </a:pPr>
            <a:r>
              <a:rPr lang="en-US" sz="2800" b="0" i="0" u="none" strike="noStrike" cap="none">
                <a:solidFill>
                  <a:srgbClr val="4D5156"/>
                </a:solidFill>
                <a:latin typeface="Corbel"/>
                <a:ea typeface="Corbel"/>
                <a:cs typeface="Corbel"/>
                <a:sym typeface="Corbel"/>
              </a:rPr>
              <a:t>The </a:t>
            </a:r>
            <a:r>
              <a:rPr lang="en-US" sz="2800" b="1" i="0" u="none" strike="noStrike" cap="none">
                <a:solidFill>
                  <a:srgbClr val="0070C0"/>
                </a:solidFill>
                <a:latin typeface="Corbel"/>
                <a:ea typeface="Corbel"/>
                <a:cs typeface="Corbel"/>
                <a:sym typeface="Corbel"/>
              </a:rPr>
              <a:t>maximum</a:t>
            </a:r>
            <a:r>
              <a:rPr lang="en-US" sz="2800" b="0" i="0" u="none" strike="noStrike" cap="none">
                <a:solidFill>
                  <a:srgbClr val="4D5156"/>
                </a:solidFill>
                <a:latin typeface="Corbel"/>
                <a:ea typeface="Corbel"/>
                <a:cs typeface="Corbel"/>
                <a:sym typeface="Corbel"/>
              </a:rPr>
              <a:t> size is </a:t>
            </a:r>
            <a:r>
              <a:rPr lang="en-US" sz="2800" b="1" i="0" u="none" strike="noStrike" cap="none">
                <a:solidFill>
                  <a:srgbClr val="0070C0"/>
                </a:solidFill>
                <a:latin typeface="Corbel"/>
                <a:ea typeface="Corbel"/>
                <a:cs typeface="Corbel"/>
                <a:sym typeface="Corbel"/>
              </a:rPr>
              <a:t>65,535 bytes</a:t>
            </a:r>
            <a:endParaRPr sz="2800" b="1" i="0" u="none" strike="noStrike" cap="none">
              <a:solidFill>
                <a:srgbClr val="0070C0"/>
              </a:solidFill>
              <a:latin typeface="Corbel"/>
              <a:ea typeface="Corbel"/>
              <a:cs typeface="Corbel"/>
              <a:sym typeface="Corbel"/>
            </a:endParaRPr>
          </a:p>
        </p:txBody>
      </p:sp>
      <p:pic>
        <p:nvPicPr>
          <p:cNvPr id="1499" name="Google Shape;1499;p30" descr="Introduction to IPv4 Datagram Header - GeeksforGeeks"/>
          <p:cNvPicPr preferRelativeResize="0"/>
          <p:nvPr/>
        </p:nvPicPr>
        <p:blipFill rotWithShape="1">
          <a:blip r:embed="rId4">
            <a:alphaModFix/>
          </a:blip>
          <a:srcRect/>
          <a:stretch/>
        </p:blipFill>
        <p:spPr>
          <a:xfrm>
            <a:off x="1680116" y="1066696"/>
            <a:ext cx="10207084" cy="41401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pic>
        <p:nvPicPr>
          <p:cNvPr id="1504" name="Google Shape;1504;p31"/>
          <p:cNvPicPr preferRelativeResize="0"/>
          <p:nvPr/>
        </p:nvPicPr>
        <p:blipFill rotWithShape="1">
          <a:blip r:embed="rId3">
            <a:alphaModFix/>
          </a:blip>
          <a:srcRect/>
          <a:stretch/>
        </p:blipFill>
        <p:spPr>
          <a:xfrm>
            <a:off x="443400" y="1783475"/>
            <a:ext cx="6168765" cy="4161939"/>
          </a:xfrm>
          <a:prstGeom prst="rect">
            <a:avLst/>
          </a:prstGeom>
          <a:noFill/>
          <a:ln>
            <a:noFill/>
          </a:ln>
        </p:spPr>
      </p:pic>
      <p:sp>
        <p:nvSpPr>
          <p:cNvPr id="1505" name="Google Shape;1505;p31"/>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06" name="Google Shape;1506;p31"/>
          <p:cNvPicPr preferRelativeResize="0"/>
          <p:nvPr/>
        </p:nvPicPr>
        <p:blipFill rotWithShape="1">
          <a:blip r:embed="rId4">
            <a:alphaModFix/>
          </a:blip>
          <a:srcRect/>
          <a:stretch/>
        </p:blipFill>
        <p:spPr>
          <a:xfrm>
            <a:off x="11029276" y="0"/>
            <a:ext cx="1162724" cy="1066799"/>
          </a:xfrm>
          <a:prstGeom prst="rect">
            <a:avLst/>
          </a:prstGeom>
          <a:noFill/>
          <a:ln>
            <a:noFill/>
          </a:ln>
        </p:spPr>
      </p:pic>
      <p:sp>
        <p:nvSpPr>
          <p:cNvPr id="1507" name="Google Shape;1507;p31"/>
          <p:cNvSpPr txBox="1"/>
          <p:nvPr/>
        </p:nvSpPr>
        <p:spPr>
          <a:xfrm>
            <a:off x="6921550" y="1379475"/>
            <a:ext cx="4981500" cy="1246465"/>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Version:</a:t>
            </a:r>
            <a:r>
              <a:rPr lang="en-US" sz="2000" b="1" i="0" u="none" strike="noStrike" cap="none">
                <a:solidFill>
                  <a:schemeClr val="dk1"/>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value of which IP version is being used. For IPv4 the value will be 4 here.</a:t>
            </a:r>
            <a:endParaRPr sz="2000" b="0" i="0" u="none" strike="noStrike" cap="none">
              <a:solidFill>
                <a:schemeClr val="dk1"/>
              </a:solidFill>
              <a:latin typeface="Corbel"/>
              <a:ea typeface="Corbel"/>
              <a:cs typeface="Corbel"/>
              <a:sym typeface="Corbel"/>
            </a:endParaRPr>
          </a:p>
        </p:txBody>
      </p:sp>
      <p:sp>
        <p:nvSpPr>
          <p:cNvPr id="1508" name="Google Shape;1508;p31"/>
          <p:cNvSpPr/>
          <p:nvPr/>
        </p:nvSpPr>
        <p:spPr>
          <a:xfrm>
            <a:off x="443400" y="1783475"/>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09" name="Google Shape;1509;p31"/>
          <p:cNvSpPr/>
          <p:nvPr/>
        </p:nvSpPr>
        <p:spPr>
          <a:xfrm>
            <a:off x="1799788" y="1783475"/>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10" name="Google Shape;1510;p31"/>
          <p:cNvSpPr txBox="1"/>
          <p:nvPr/>
        </p:nvSpPr>
        <p:spPr>
          <a:xfrm>
            <a:off x="6921550" y="2581475"/>
            <a:ext cx="5270450" cy="1600408"/>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Internet Header Length</a:t>
            </a:r>
            <a:r>
              <a:rPr lang="en-US" sz="2000" b="0" i="0" u="none" strike="noStrike" cap="none">
                <a:solidFill>
                  <a:srgbClr val="0070C0"/>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value of the header length, min 20 bytes, max 60 bytes. Shown in 4 byte word. </a:t>
            </a:r>
            <a:r>
              <a:rPr lang="en-US" sz="2000" b="1" i="0" u="none" strike="noStrike" cap="none">
                <a:solidFill>
                  <a:srgbClr val="7D28CD"/>
                </a:solidFill>
                <a:latin typeface="Corbel"/>
                <a:ea typeface="Corbel"/>
                <a:cs typeface="Corbel"/>
                <a:sym typeface="Corbel"/>
              </a:rPr>
              <a:t>So min value 5, max 15.</a:t>
            </a:r>
            <a:endParaRPr sz="2000" b="1" i="0" u="none" strike="noStrike" cap="none">
              <a:solidFill>
                <a:srgbClr val="7D28CD"/>
              </a:solidFill>
              <a:latin typeface="Corbel"/>
              <a:ea typeface="Corbel"/>
              <a:cs typeface="Corbel"/>
              <a:sym typeface="Corbel"/>
            </a:endParaRPr>
          </a:p>
        </p:txBody>
      </p:sp>
      <p:sp>
        <p:nvSpPr>
          <p:cNvPr id="1511" name="Google Shape;1511;p31"/>
          <p:cNvSpPr txBox="1"/>
          <p:nvPr/>
        </p:nvSpPr>
        <p:spPr>
          <a:xfrm>
            <a:off x="6921550" y="4092626"/>
            <a:ext cx="5270450" cy="1246465"/>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Type of Service</a:t>
            </a:r>
            <a:r>
              <a:rPr lang="en-US" sz="2000" b="0" i="0" u="none" strike="noStrike" cap="none">
                <a:solidFill>
                  <a:srgbClr val="0070C0"/>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for QoS (Quality of Service). To mark the packet to give special treatment or priority.</a:t>
            </a:r>
            <a:endParaRPr sz="2000" b="0" i="0" u="none" strike="noStrike" cap="none">
              <a:solidFill>
                <a:schemeClr val="dk1"/>
              </a:solidFill>
              <a:latin typeface="Corbel"/>
              <a:ea typeface="Corbel"/>
              <a:cs typeface="Corbel"/>
              <a:sym typeface="Corbel"/>
            </a:endParaRPr>
          </a:p>
        </p:txBody>
      </p:sp>
      <p:sp>
        <p:nvSpPr>
          <p:cNvPr id="1512" name="Google Shape;1512;p31"/>
          <p:cNvSpPr/>
          <p:nvPr/>
        </p:nvSpPr>
        <p:spPr>
          <a:xfrm>
            <a:off x="2795675" y="1794975"/>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13" name="Google Shape;1513;p31"/>
          <p:cNvSpPr/>
          <p:nvPr/>
        </p:nvSpPr>
        <p:spPr>
          <a:xfrm>
            <a:off x="4588445" y="1783475"/>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14" name="Google Shape;1514;p31"/>
          <p:cNvSpPr txBox="1"/>
          <p:nvPr/>
        </p:nvSpPr>
        <p:spPr>
          <a:xfrm>
            <a:off x="6921550" y="5421034"/>
            <a:ext cx="5270450" cy="892522"/>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Total Length</a:t>
            </a:r>
            <a:r>
              <a:rPr lang="en-US" sz="2000" b="1" i="0" u="none" strike="noStrike" cap="none">
                <a:solidFill>
                  <a:schemeClr val="dk1"/>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value of the entire size of the IP packet (header and data) in bytes. </a:t>
            </a:r>
            <a:endParaRPr sz="1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
                                          </p:stCondLst>
                                        </p:cTn>
                                        <p:tgtEl>
                                          <p:spTgt spid="1508"/>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50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1"/>
                                          </p:stCondLst>
                                        </p:cTn>
                                        <p:tgtEl>
                                          <p:spTgt spid="1509"/>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5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1"/>
                                          </p:stCondLst>
                                        </p:cTn>
                                        <p:tgtEl>
                                          <p:spTgt spid="1512"/>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1"/>
                                          </p:stCondLst>
                                        </p:cTn>
                                        <p:tgtEl>
                                          <p:spTgt spid="15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8"/>
        <p:cNvGrpSpPr/>
        <p:nvPr/>
      </p:nvGrpSpPr>
      <p:grpSpPr>
        <a:xfrm>
          <a:off x="0" y="0"/>
          <a:ext cx="0" cy="0"/>
          <a:chOff x="0" y="0"/>
          <a:chExt cx="0" cy="0"/>
        </a:xfrm>
      </p:grpSpPr>
      <p:pic>
        <p:nvPicPr>
          <p:cNvPr id="1519" name="Google Shape;1519;p32"/>
          <p:cNvPicPr preferRelativeResize="0"/>
          <p:nvPr/>
        </p:nvPicPr>
        <p:blipFill rotWithShape="1">
          <a:blip r:embed="rId3">
            <a:alphaModFix/>
          </a:blip>
          <a:srcRect/>
          <a:stretch/>
        </p:blipFill>
        <p:spPr>
          <a:xfrm>
            <a:off x="529872" y="1574877"/>
            <a:ext cx="6459395" cy="4340386"/>
          </a:xfrm>
          <a:prstGeom prst="rect">
            <a:avLst/>
          </a:prstGeom>
          <a:noFill/>
          <a:ln>
            <a:noFill/>
          </a:ln>
        </p:spPr>
      </p:pic>
      <p:sp>
        <p:nvSpPr>
          <p:cNvPr id="1520" name="Google Shape;1520;p32"/>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21" name="Google Shape;1521;p32"/>
          <p:cNvPicPr preferRelativeResize="0"/>
          <p:nvPr/>
        </p:nvPicPr>
        <p:blipFill rotWithShape="1">
          <a:blip r:embed="rId4">
            <a:alphaModFix/>
          </a:blip>
          <a:srcRect/>
          <a:stretch/>
        </p:blipFill>
        <p:spPr>
          <a:xfrm>
            <a:off x="11029276" y="0"/>
            <a:ext cx="1162724" cy="1066799"/>
          </a:xfrm>
          <a:prstGeom prst="rect">
            <a:avLst/>
          </a:prstGeom>
          <a:noFill/>
          <a:ln>
            <a:noFill/>
          </a:ln>
        </p:spPr>
      </p:pic>
      <p:sp>
        <p:nvSpPr>
          <p:cNvPr id="1522" name="Google Shape;1522;p32"/>
          <p:cNvSpPr txBox="1"/>
          <p:nvPr/>
        </p:nvSpPr>
        <p:spPr>
          <a:xfrm>
            <a:off x="6921550" y="1526567"/>
            <a:ext cx="4981500" cy="892522"/>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Time to Live: </a:t>
            </a:r>
            <a:r>
              <a:rPr lang="en-US" sz="2000" b="0" i="0" u="none" strike="noStrike" cap="none">
                <a:solidFill>
                  <a:schemeClr val="dk1"/>
                </a:solidFill>
                <a:latin typeface="Corbel"/>
                <a:ea typeface="Corbel"/>
                <a:cs typeface="Corbel"/>
                <a:sym typeface="Corbel"/>
              </a:rPr>
              <a:t>maximum number of </a:t>
            </a:r>
            <a:r>
              <a:rPr lang="en-US" sz="2000" b="1" i="0" u="none" strike="noStrike" cap="none">
                <a:solidFill>
                  <a:srgbClr val="7D28CD"/>
                </a:solidFill>
                <a:latin typeface="Corbel"/>
                <a:ea typeface="Corbel"/>
                <a:cs typeface="Corbel"/>
                <a:sym typeface="Corbel"/>
              </a:rPr>
              <a:t>hops</a:t>
            </a:r>
            <a:r>
              <a:rPr lang="en-US" sz="2000" b="0" i="0" u="none" strike="noStrike" cap="none">
                <a:solidFill>
                  <a:schemeClr val="dk1"/>
                </a:solidFill>
                <a:latin typeface="Corbel"/>
                <a:ea typeface="Corbel"/>
                <a:cs typeface="Corbel"/>
                <a:sym typeface="Corbel"/>
              </a:rPr>
              <a:t> (routers) a packet can travel </a:t>
            </a:r>
            <a:endParaRPr sz="1800" b="0" i="0" u="none" strike="noStrike" cap="none">
              <a:solidFill>
                <a:schemeClr val="dk1"/>
              </a:solidFill>
              <a:latin typeface="Corbel"/>
              <a:ea typeface="Corbel"/>
              <a:cs typeface="Corbel"/>
              <a:sym typeface="Corbel"/>
            </a:endParaRPr>
          </a:p>
        </p:txBody>
      </p:sp>
      <p:sp>
        <p:nvSpPr>
          <p:cNvPr id="1523" name="Google Shape;1523;p32"/>
          <p:cNvSpPr/>
          <p:nvPr/>
        </p:nvSpPr>
        <p:spPr>
          <a:xfrm>
            <a:off x="720491" y="3178166"/>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24" name="Google Shape;1524;p32"/>
          <p:cNvSpPr/>
          <p:nvPr/>
        </p:nvSpPr>
        <p:spPr>
          <a:xfrm>
            <a:off x="2686587" y="3099255"/>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25" name="Google Shape;1525;p32"/>
          <p:cNvSpPr txBox="1"/>
          <p:nvPr/>
        </p:nvSpPr>
        <p:spPr>
          <a:xfrm>
            <a:off x="6921550" y="2456743"/>
            <a:ext cx="5270450" cy="1246465"/>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Protocol:</a:t>
            </a:r>
            <a:r>
              <a:rPr lang="en-US" sz="2000" b="1" i="0" u="none" strike="noStrike" cap="none">
                <a:solidFill>
                  <a:schemeClr val="dk1"/>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value tells us which upper layer protocol is present, for example </a:t>
            </a:r>
            <a:r>
              <a:rPr lang="en-US" sz="2000" b="1" i="0" u="none" strike="noStrike" cap="none">
                <a:solidFill>
                  <a:srgbClr val="7D28CD"/>
                </a:solidFill>
                <a:latin typeface="Corbel"/>
                <a:ea typeface="Corbel"/>
                <a:cs typeface="Corbel"/>
                <a:sym typeface="Corbel"/>
              </a:rPr>
              <a:t>TCP</a:t>
            </a:r>
            <a:r>
              <a:rPr lang="en-US" sz="2000" b="0" i="0" u="none" strike="noStrike" cap="none">
                <a:solidFill>
                  <a:srgbClr val="7D28CD"/>
                </a:solidFill>
                <a:latin typeface="Corbel"/>
                <a:ea typeface="Corbel"/>
                <a:cs typeface="Corbel"/>
                <a:sym typeface="Corbel"/>
              </a:rPr>
              <a:t> has value </a:t>
            </a:r>
            <a:r>
              <a:rPr lang="en-US" sz="2000" b="1" i="0" u="none" strike="noStrike" cap="none">
                <a:solidFill>
                  <a:srgbClr val="7D28CD"/>
                </a:solidFill>
                <a:latin typeface="Corbel"/>
                <a:ea typeface="Corbel"/>
                <a:cs typeface="Corbel"/>
                <a:sym typeface="Corbel"/>
              </a:rPr>
              <a:t>6</a:t>
            </a:r>
            <a:r>
              <a:rPr lang="en-US" sz="2000" b="0" i="0" u="none" strike="noStrike" cap="none">
                <a:solidFill>
                  <a:schemeClr val="dk1"/>
                </a:solidFill>
                <a:latin typeface="Corbel"/>
                <a:ea typeface="Corbel"/>
                <a:cs typeface="Corbel"/>
                <a:sym typeface="Corbel"/>
              </a:rPr>
              <a:t> and </a:t>
            </a:r>
            <a:r>
              <a:rPr lang="en-US" sz="2000" b="1" i="0" u="none" strike="noStrike" cap="none">
                <a:solidFill>
                  <a:srgbClr val="7D28CD"/>
                </a:solidFill>
                <a:latin typeface="Corbel"/>
                <a:ea typeface="Corbel"/>
                <a:cs typeface="Corbel"/>
                <a:sym typeface="Corbel"/>
              </a:rPr>
              <a:t>UDP</a:t>
            </a:r>
            <a:r>
              <a:rPr lang="en-US" sz="2000" b="0" i="0" u="none" strike="noStrike" cap="none">
                <a:solidFill>
                  <a:srgbClr val="7D28CD"/>
                </a:solidFill>
                <a:latin typeface="Corbel"/>
                <a:ea typeface="Corbel"/>
                <a:cs typeface="Corbel"/>
                <a:sym typeface="Corbel"/>
              </a:rPr>
              <a:t> has value </a:t>
            </a:r>
            <a:r>
              <a:rPr lang="en-US" sz="2000" b="1" i="0" u="none" strike="noStrike" cap="none">
                <a:solidFill>
                  <a:srgbClr val="7D28CD"/>
                </a:solidFill>
                <a:latin typeface="Corbel"/>
                <a:ea typeface="Corbel"/>
                <a:cs typeface="Corbel"/>
                <a:sym typeface="Corbel"/>
              </a:rPr>
              <a:t>17</a:t>
            </a:r>
            <a:r>
              <a:rPr lang="en-US" sz="2000" b="0" i="0" u="none" strike="noStrike" cap="none">
                <a:solidFill>
                  <a:srgbClr val="7D28CD"/>
                </a:solidFill>
                <a:latin typeface="Corbel"/>
                <a:ea typeface="Corbel"/>
                <a:cs typeface="Corbel"/>
                <a:sym typeface="Corbel"/>
              </a:rPr>
              <a:t>.</a:t>
            </a:r>
            <a:endParaRPr sz="1600" b="0" i="0" u="none" strike="noStrike" cap="none">
              <a:solidFill>
                <a:srgbClr val="000000"/>
              </a:solidFill>
              <a:latin typeface="Arial"/>
              <a:ea typeface="Arial"/>
              <a:cs typeface="Arial"/>
              <a:sym typeface="Arial"/>
            </a:endParaRPr>
          </a:p>
        </p:txBody>
      </p:sp>
      <p:sp>
        <p:nvSpPr>
          <p:cNvPr id="1526" name="Google Shape;1526;p32"/>
          <p:cNvSpPr txBox="1"/>
          <p:nvPr/>
        </p:nvSpPr>
        <p:spPr>
          <a:xfrm>
            <a:off x="6938578" y="3791003"/>
            <a:ext cx="5270450" cy="892522"/>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Header Checksum</a:t>
            </a:r>
            <a:r>
              <a:rPr lang="en-US" sz="2000" b="0" i="0" u="none" strike="noStrike" cap="none">
                <a:solidFill>
                  <a:srgbClr val="0070C0"/>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to check if there are any errors in the header.</a:t>
            </a:r>
            <a:endParaRPr sz="1600" b="0" i="0" u="none" strike="noStrike" cap="none">
              <a:solidFill>
                <a:srgbClr val="000000"/>
              </a:solidFill>
              <a:latin typeface="Arial"/>
              <a:ea typeface="Arial"/>
              <a:cs typeface="Arial"/>
              <a:sym typeface="Arial"/>
            </a:endParaRPr>
          </a:p>
        </p:txBody>
      </p:sp>
      <p:sp>
        <p:nvSpPr>
          <p:cNvPr id="1527" name="Google Shape;1527;p32"/>
          <p:cNvSpPr/>
          <p:nvPr/>
        </p:nvSpPr>
        <p:spPr>
          <a:xfrm>
            <a:off x="4588445" y="3100086"/>
            <a:ext cx="1773600" cy="79800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28" name="Google Shape;1528;p32"/>
          <p:cNvSpPr/>
          <p:nvPr/>
        </p:nvSpPr>
        <p:spPr>
          <a:xfrm>
            <a:off x="2494091" y="5136567"/>
            <a:ext cx="2094354" cy="778696"/>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
        <p:nvSpPr>
          <p:cNvPr id="1529" name="Google Shape;1529;p32"/>
          <p:cNvSpPr txBox="1"/>
          <p:nvPr/>
        </p:nvSpPr>
        <p:spPr>
          <a:xfrm>
            <a:off x="6921550" y="4771320"/>
            <a:ext cx="5270450" cy="857127"/>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340"/>
              <a:buFont typeface="Corbel"/>
              <a:buChar char="●"/>
            </a:pPr>
            <a:r>
              <a:rPr lang="en-US" sz="2000" b="1" i="0" u="none" strike="noStrike" cap="none">
                <a:solidFill>
                  <a:srgbClr val="0070C0"/>
                </a:solidFill>
                <a:latin typeface="Corbel"/>
                <a:ea typeface="Corbel"/>
                <a:cs typeface="Corbel"/>
                <a:sym typeface="Corbel"/>
              </a:rPr>
              <a:t>Options:</a:t>
            </a:r>
            <a:r>
              <a:rPr lang="en-US" sz="2000" b="1" i="0" u="none" strike="noStrike" cap="none">
                <a:solidFill>
                  <a:schemeClr val="dk1"/>
                </a:solidFill>
                <a:latin typeface="Corbel"/>
                <a:ea typeface="Corbel"/>
                <a:cs typeface="Corbel"/>
                <a:sym typeface="Corbel"/>
              </a:rPr>
              <a:t> </a:t>
            </a:r>
            <a:r>
              <a:rPr lang="en-US" sz="2000" b="0" i="0" u="none" strike="noStrike" cap="none">
                <a:solidFill>
                  <a:schemeClr val="dk1"/>
                </a:solidFill>
                <a:latin typeface="Corbel"/>
                <a:ea typeface="Corbel"/>
                <a:cs typeface="Corbel"/>
                <a:sym typeface="Corbel"/>
              </a:rPr>
              <a:t>value of any extra information. </a:t>
            </a:r>
            <a:r>
              <a:rPr lang="en-US" sz="1800" b="0" i="0" u="none" strike="noStrike" cap="none">
                <a:solidFill>
                  <a:schemeClr val="dk1"/>
                </a:solidFill>
                <a:latin typeface="Corbel"/>
                <a:ea typeface="Corbel"/>
                <a:cs typeface="Corbel"/>
                <a:sym typeface="Corbel"/>
              </a:rPr>
              <a:t>Options are rarely used now.</a:t>
            </a:r>
            <a:endParaRPr sz="1400" b="0" i="0" u="none" strike="noStrike" cap="none">
              <a:solidFill>
                <a:srgbClr val="000000"/>
              </a:solidFill>
              <a:latin typeface="Corbel"/>
              <a:ea typeface="Corbel"/>
              <a:cs typeface="Corbel"/>
              <a:sym typeface="Corbel"/>
            </a:endParaRPr>
          </a:p>
        </p:txBody>
      </p:sp>
      <p:sp>
        <p:nvSpPr>
          <p:cNvPr id="1530" name="Google Shape;1530;p32"/>
          <p:cNvSpPr/>
          <p:nvPr/>
        </p:nvSpPr>
        <p:spPr>
          <a:xfrm>
            <a:off x="7105041" y="5308345"/>
            <a:ext cx="5086960" cy="1272656"/>
          </a:xfrm>
          <a:prstGeom prst="rect">
            <a:avLst/>
          </a:prstGeom>
          <a:noFill/>
          <a:ln>
            <a:noFill/>
          </a:ln>
        </p:spPr>
        <p:txBody>
          <a:bodyPr spcFirstLastPara="1" wrap="square" lIns="91425" tIns="45700" rIns="91425" bIns="45700" anchor="t" anchorCtr="0">
            <a:spAutoFit/>
          </a:bodyPr>
          <a:lstStyle/>
          <a:p>
            <a:pPr marL="457200" marR="0" lvl="0" indent="-184784" algn="l" rtl="0">
              <a:lnSpc>
                <a:spcPct val="115000"/>
              </a:lnSpc>
              <a:spcBef>
                <a:spcPts val="0"/>
              </a:spcBef>
              <a:spcAft>
                <a:spcPts val="0"/>
              </a:spcAft>
              <a:buClr>
                <a:srgbClr val="0070C0"/>
              </a:buClr>
              <a:buSzPts val="2340"/>
              <a:buFont typeface="Corbel"/>
              <a:buNone/>
            </a:pPr>
            <a:endParaRPr sz="1800" b="0" i="0" u="none" strike="noStrike" cap="none">
              <a:solidFill>
                <a:schemeClr val="dk1"/>
              </a:solidFill>
              <a:latin typeface="Corbel"/>
              <a:ea typeface="Corbel"/>
              <a:cs typeface="Corbel"/>
              <a:sym typeface="Corbel"/>
            </a:endParaRPr>
          </a:p>
          <a:p>
            <a:pPr marL="0" marR="0" lvl="0" indent="-190500" algn="l" rtl="0">
              <a:lnSpc>
                <a:spcPct val="100000"/>
              </a:lnSpc>
              <a:spcBef>
                <a:spcPts val="0"/>
              </a:spcBef>
              <a:spcAft>
                <a:spcPts val="0"/>
              </a:spcAft>
              <a:buClr>
                <a:srgbClr val="0070C0"/>
              </a:buClr>
              <a:buSzPts val="3000"/>
              <a:buFont typeface="Arial"/>
              <a:buChar char="•"/>
            </a:pPr>
            <a:r>
              <a:rPr lang="en-US" sz="2000" b="1" i="0" u="none" strike="noStrike" cap="none">
                <a:solidFill>
                  <a:srgbClr val="0070C0"/>
                </a:solidFill>
                <a:latin typeface="Corbel"/>
                <a:ea typeface="Corbel"/>
                <a:cs typeface="Corbel"/>
                <a:sym typeface="Corbel"/>
              </a:rPr>
              <a:t>Padding: </a:t>
            </a:r>
            <a:endParaRPr/>
          </a:p>
          <a:p>
            <a:pPr marL="0" marR="0" lvl="0" indent="0" algn="l" rtl="0">
              <a:lnSpc>
                <a:spcPct val="100000"/>
              </a:lnSpc>
              <a:spcBef>
                <a:spcPts val="0"/>
              </a:spcBef>
              <a:spcAft>
                <a:spcPts val="0"/>
              </a:spcAft>
              <a:buNone/>
            </a:pPr>
            <a:r>
              <a:rPr lang="en-US" sz="1800" b="0" i="0" u="none" strike="noStrike" cap="none">
                <a:solidFill>
                  <a:schemeClr val="dk1"/>
                </a:solidFill>
                <a:latin typeface="Corbel"/>
                <a:ea typeface="Corbel"/>
                <a:cs typeface="Corbel"/>
                <a:sym typeface="Corbel"/>
              </a:rPr>
              <a:t>Used only when Options are present. Ensures the header length becomes a multiple of 4 bytes</a:t>
            </a:r>
            <a:endParaRPr sz="1800" b="0" i="0" u="none" strike="noStrike" cap="none">
              <a:solidFill>
                <a:schemeClr val="dk1"/>
              </a:solidFill>
              <a:latin typeface="Corbel"/>
              <a:ea typeface="Corbel"/>
              <a:cs typeface="Corbel"/>
              <a:sym typeface="Corbel"/>
            </a:endParaRPr>
          </a:p>
        </p:txBody>
      </p:sp>
      <p:sp>
        <p:nvSpPr>
          <p:cNvPr id="1531" name="Google Shape;1531;p32"/>
          <p:cNvSpPr/>
          <p:nvPr/>
        </p:nvSpPr>
        <p:spPr>
          <a:xfrm>
            <a:off x="5932602" y="5264658"/>
            <a:ext cx="971921" cy="522514"/>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
                                          </p:stCondLst>
                                        </p:cTn>
                                        <p:tgtEl>
                                          <p:spTgt spid="152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5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1"/>
                                          </p:stCondLst>
                                        </p:cTn>
                                        <p:tgtEl>
                                          <p:spTgt spid="1524"/>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5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1"/>
                                          </p:stCondLst>
                                        </p:cTn>
                                        <p:tgtEl>
                                          <p:spTgt spid="152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5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1"/>
                                          </p:stCondLst>
                                        </p:cTn>
                                        <p:tgtEl>
                                          <p:spTgt spid="1528"/>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5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1"/>
                                          </p:stCondLst>
                                        </p:cTn>
                                        <p:tgtEl>
                                          <p:spTgt spid="1531"/>
                                        </p:tgtEl>
                                        <p:attrNameLst>
                                          <p:attrName>style.visibility</p:attrName>
                                        </p:attrNameLst>
                                      </p:cBhvr>
                                      <p:to>
                                        <p:strVal val="hidden"/>
                                      </p:to>
                                    </p:set>
                                  </p:childTnLst>
                                </p:cTn>
                              </p:par>
                              <p:par>
                                <p:cTn id="43" presetID="10" presetClass="entr" presetSubtype="0" fill="hold" nodeType="withEffect">
                                  <p:stCondLst>
                                    <p:cond delay="0"/>
                                  </p:stCondLst>
                                  <p:childTnLst>
                                    <p:set>
                                      <p:cBhvr>
                                        <p:cTn id="44" dur="1" fill="hold">
                                          <p:stCondLst>
                                            <p:cond delay="0"/>
                                          </p:stCondLst>
                                        </p:cTn>
                                        <p:tgtEl>
                                          <p:spTgt spid="1530"/>
                                        </p:tgtEl>
                                        <p:attrNameLst>
                                          <p:attrName>style.visibility</p:attrName>
                                        </p:attrNameLst>
                                      </p:cBhvr>
                                      <p:to>
                                        <p:strVal val="visible"/>
                                      </p:to>
                                    </p:set>
                                    <p:animEffect transition="in" filter="fade">
                                      <p:cBhvr>
                                        <p:cTn id="45" dur="500"/>
                                        <p:tgtEl>
                                          <p:spTgt spid="1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33"/>
          <p:cNvSpPr txBox="1">
            <a:spLocks noGrp="1"/>
          </p:cNvSpPr>
          <p:nvPr>
            <p:ph type="title"/>
          </p:nvPr>
        </p:nvSpPr>
        <p:spPr>
          <a:xfrm>
            <a:off x="1484311" y="221817"/>
            <a:ext cx="10018713" cy="59098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50000"/>
              <a:buNone/>
            </a:pPr>
            <a:r>
              <a:rPr lang="en-US"/>
              <a:t>Time to Live - TTL</a:t>
            </a:r>
            <a:endParaRPr/>
          </a:p>
        </p:txBody>
      </p:sp>
      <p:pic>
        <p:nvPicPr>
          <p:cNvPr id="1537" name="Google Shape;1537;p33"/>
          <p:cNvPicPr preferRelativeResize="0"/>
          <p:nvPr/>
        </p:nvPicPr>
        <p:blipFill rotWithShape="1">
          <a:blip r:embed="rId3">
            <a:alphaModFix/>
          </a:blip>
          <a:srcRect/>
          <a:stretch/>
        </p:blipFill>
        <p:spPr>
          <a:xfrm>
            <a:off x="2346036" y="2703699"/>
            <a:ext cx="7287491" cy="3916685"/>
          </a:xfrm>
          <a:prstGeom prst="rect">
            <a:avLst/>
          </a:prstGeom>
          <a:noFill/>
          <a:ln>
            <a:noFill/>
          </a:ln>
        </p:spPr>
      </p:pic>
      <p:sp>
        <p:nvSpPr>
          <p:cNvPr id="1538" name="Google Shape;1538;p33"/>
          <p:cNvSpPr txBox="1"/>
          <p:nvPr/>
        </p:nvSpPr>
        <p:spPr>
          <a:xfrm>
            <a:off x="809897" y="892650"/>
            <a:ext cx="11090366" cy="2210960"/>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880"/>
              <a:buFont typeface="Corbel"/>
              <a:buChar char="●"/>
            </a:pPr>
            <a:r>
              <a:rPr lang="en-US" sz="2400" b="0" i="0" u="none" strike="noStrike" cap="none">
                <a:solidFill>
                  <a:schemeClr val="dk1"/>
                </a:solidFill>
                <a:latin typeface="Corbel"/>
                <a:ea typeface="Corbel"/>
                <a:cs typeface="Corbel"/>
                <a:sym typeface="Corbel"/>
              </a:rPr>
              <a:t>Maximum number of </a:t>
            </a:r>
            <a:r>
              <a:rPr lang="en-US" sz="2400" b="1" i="0" u="none" strike="noStrike" cap="none">
                <a:solidFill>
                  <a:srgbClr val="7D28CD"/>
                </a:solidFill>
                <a:latin typeface="Corbel"/>
                <a:ea typeface="Corbel"/>
                <a:cs typeface="Corbel"/>
                <a:sym typeface="Corbel"/>
              </a:rPr>
              <a:t>hops</a:t>
            </a:r>
            <a:r>
              <a:rPr lang="en-US" sz="2400" b="0" i="0" u="none" strike="noStrike" cap="none">
                <a:solidFill>
                  <a:schemeClr val="dk1"/>
                </a:solidFill>
                <a:latin typeface="Corbel"/>
                <a:ea typeface="Corbel"/>
                <a:cs typeface="Corbel"/>
                <a:sym typeface="Corbel"/>
              </a:rPr>
              <a:t> (routers) a packet can traverse before being discarded.</a:t>
            </a:r>
            <a:endParaRPr sz="1400" b="0" i="0" u="none" strike="noStrike" cap="none">
              <a:solidFill>
                <a:srgbClr val="000000"/>
              </a:solidFill>
              <a:latin typeface="Arial"/>
              <a:ea typeface="Arial"/>
              <a:cs typeface="Arial"/>
              <a:sym typeface="Arial"/>
            </a:endParaRPr>
          </a:p>
          <a:p>
            <a:pPr marL="457200" marR="0" lvl="0" indent="-333375" algn="l" rtl="0">
              <a:lnSpc>
                <a:spcPct val="115000"/>
              </a:lnSpc>
              <a:spcBef>
                <a:spcPts val="0"/>
              </a:spcBef>
              <a:spcAft>
                <a:spcPts val="0"/>
              </a:spcAft>
              <a:buClr>
                <a:srgbClr val="0070C0"/>
              </a:buClr>
              <a:buSzPts val="2880"/>
              <a:buFont typeface="Corbel"/>
              <a:buChar char="●"/>
            </a:pPr>
            <a:r>
              <a:rPr lang="en-US" sz="2400" b="0" i="0" u="none" strike="noStrike" cap="none">
                <a:solidFill>
                  <a:schemeClr val="dk1"/>
                </a:solidFill>
                <a:latin typeface="Corbel"/>
                <a:ea typeface="Corbel"/>
                <a:cs typeface="Corbel"/>
                <a:sym typeface="Corbel"/>
              </a:rPr>
              <a:t> At each hop, the TTL is decreased by </a:t>
            </a:r>
            <a:r>
              <a:rPr lang="en-US" sz="2400" b="1" i="0" u="none" strike="noStrike" cap="none">
                <a:solidFill>
                  <a:srgbClr val="7D28CD"/>
                </a:solidFill>
                <a:latin typeface="Corbel"/>
                <a:ea typeface="Corbel"/>
                <a:cs typeface="Corbel"/>
                <a:sym typeface="Corbel"/>
              </a:rPr>
              <a:t>1</a:t>
            </a:r>
            <a:r>
              <a:rPr lang="en-US" sz="2400" b="0" i="0" u="none" strike="noStrike" cap="none">
                <a:solidFill>
                  <a:schemeClr val="dk1"/>
                </a:solidFill>
                <a:latin typeface="Corbel"/>
                <a:ea typeface="Corbel"/>
                <a:cs typeface="Corbel"/>
                <a:sym typeface="Corbel"/>
              </a:rPr>
              <a:t>. </a:t>
            </a:r>
            <a:endParaRPr sz="1400" b="0" i="0" u="none" strike="noStrike" cap="none">
              <a:solidFill>
                <a:srgbClr val="000000"/>
              </a:solidFill>
              <a:latin typeface="Arial"/>
              <a:ea typeface="Arial"/>
              <a:cs typeface="Arial"/>
              <a:sym typeface="Arial"/>
            </a:endParaRPr>
          </a:p>
          <a:p>
            <a:pPr marL="457200" marR="0" lvl="0" indent="-333375" algn="l" rtl="0">
              <a:lnSpc>
                <a:spcPct val="115000"/>
              </a:lnSpc>
              <a:spcBef>
                <a:spcPts val="0"/>
              </a:spcBef>
              <a:spcAft>
                <a:spcPts val="0"/>
              </a:spcAft>
              <a:buClr>
                <a:srgbClr val="0070C0"/>
              </a:buClr>
              <a:buSzPts val="2880"/>
              <a:buFont typeface="Corbel"/>
              <a:buChar char="●"/>
            </a:pPr>
            <a:r>
              <a:rPr lang="en-US" sz="2400" b="0" i="0" u="none" strike="noStrike" cap="none">
                <a:solidFill>
                  <a:schemeClr val="dk1"/>
                </a:solidFill>
                <a:latin typeface="Corbel"/>
                <a:ea typeface="Corbel"/>
                <a:cs typeface="Corbel"/>
                <a:sym typeface="Corbel"/>
              </a:rPr>
              <a:t>When the </a:t>
            </a:r>
            <a:r>
              <a:rPr lang="en-US" sz="2400" b="0" i="0" u="none" strike="noStrike" cap="none">
                <a:solidFill>
                  <a:srgbClr val="7D28CD"/>
                </a:solidFill>
                <a:latin typeface="Corbel"/>
                <a:ea typeface="Corbel"/>
                <a:cs typeface="Corbel"/>
                <a:sym typeface="Corbel"/>
              </a:rPr>
              <a:t>TTL reaches </a:t>
            </a:r>
            <a:r>
              <a:rPr lang="en-US" sz="2400" b="1" i="0" u="none" strike="noStrike" cap="none">
                <a:solidFill>
                  <a:srgbClr val="7D28CD"/>
                </a:solidFill>
                <a:latin typeface="Corbel"/>
                <a:ea typeface="Corbel"/>
                <a:cs typeface="Corbel"/>
                <a:sym typeface="Corbel"/>
              </a:rPr>
              <a:t>0</a:t>
            </a:r>
            <a:r>
              <a:rPr lang="en-US" sz="2400" b="0" i="0" u="none" strike="noStrike" cap="none">
                <a:solidFill>
                  <a:schemeClr val="dk1"/>
                </a:solidFill>
                <a:latin typeface="Corbel"/>
                <a:ea typeface="Corbel"/>
                <a:cs typeface="Corbel"/>
                <a:sym typeface="Corbel"/>
              </a:rPr>
              <a:t>, the packet is dropped.</a:t>
            </a:r>
            <a:endParaRPr sz="1400" b="0" i="0" u="none" strike="noStrike" cap="none">
              <a:solidFill>
                <a:srgbClr val="000000"/>
              </a:solidFill>
              <a:latin typeface="Arial"/>
              <a:ea typeface="Arial"/>
              <a:cs typeface="Arial"/>
              <a:sym typeface="Arial"/>
            </a:endParaRPr>
          </a:p>
          <a:p>
            <a:pPr marL="457200" marR="0" lvl="0" indent="-333375" algn="l" rtl="0">
              <a:lnSpc>
                <a:spcPct val="115000"/>
              </a:lnSpc>
              <a:spcBef>
                <a:spcPts val="0"/>
              </a:spcBef>
              <a:spcAft>
                <a:spcPts val="0"/>
              </a:spcAft>
              <a:buClr>
                <a:srgbClr val="0070C0"/>
              </a:buClr>
              <a:buSzPts val="2880"/>
              <a:buFont typeface="Corbel"/>
              <a:buChar char="●"/>
            </a:pPr>
            <a:r>
              <a:rPr lang="en-US" sz="2400" b="0" i="0" u="none" strike="noStrike" cap="none">
                <a:solidFill>
                  <a:schemeClr val="dk1"/>
                </a:solidFill>
                <a:latin typeface="Corbel"/>
                <a:ea typeface="Corbel"/>
                <a:cs typeface="Corbel"/>
                <a:sym typeface="Corbel"/>
              </a:rPr>
              <a:t>And an error message is sent back to the sender. </a:t>
            </a:r>
            <a:endParaRPr sz="1400" b="0" i="0" u="none" strike="noStrike" cap="none">
              <a:solidFill>
                <a:srgbClr val="000000"/>
              </a:solidFill>
              <a:latin typeface="Arial"/>
              <a:ea typeface="Arial"/>
              <a:cs typeface="Arial"/>
              <a:sym typeface="Arial"/>
            </a:endParaRPr>
          </a:p>
          <a:p>
            <a:pPr marL="457200" marR="0" lvl="0" indent="-192405" algn="l" rtl="0">
              <a:lnSpc>
                <a:spcPct val="115000"/>
              </a:lnSpc>
              <a:spcBef>
                <a:spcPts val="0"/>
              </a:spcBef>
              <a:spcAft>
                <a:spcPts val="0"/>
              </a:spcAft>
              <a:buClr>
                <a:srgbClr val="0070C0"/>
              </a:buClr>
              <a:buSzPts val="2220"/>
              <a:buFont typeface="Corbel"/>
              <a:buNone/>
            </a:pPr>
            <a:endParaRPr sz="1850" b="0" i="0" u="none" strike="noStrike" cap="none">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pic>
        <p:nvPicPr>
          <p:cNvPr id="1543" name="Google Shape;1543;p34"/>
          <p:cNvPicPr preferRelativeResize="0"/>
          <p:nvPr/>
        </p:nvPicPr>
        <p:blipFill rotWithShape="1">
          <a:blip r:embed="rId3">
            <a:alphaModFix/>
          </a:blip>
          <a:srcRect/>
          <a:stretch/>
        </p:blipFill>
        <p:spPr>
          <a:xfrm>
            <a:off x="1484311" y="2720442"/>
            <a:ext cx="9159860" cy="3717272"/>
          </a:xfrm>
          <a:prstGeom prst="rect">
            <a:avLst/>
          </a:prstGeom>
          <a:noFill/>
          <a:ln>
            <a:noFill/>
          </a:ln>
        </p:spPr>
      </p:pic>
      <p:sp>
        <p:nvSpPr>
          <p:cNvPr id="1544" name="Google Shape;1544;p34"/>
          <p:cNvSpPr/>
          <p:nvPr/>
        </p:nvSpPr>
        <p:spPr>
          <a:xfrm>
            <a:off x="1635370" y="3974123"/>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TTL=64</a:t>
            </a:r>
            <a:endParaRPr sz="1400" b="0" i="0" u="none" strike="noStrike" cap="none">
              <a:solidFill>
                <a:srgbClr val="000000"/>
              </a:solidFill>
              <a:latin typeface="Arial"/>
              <a:ea typeface="Arial"/>
              <a:cs typeface="Arial"/>
              <a:sym typeface="Arial"/>
            </a:endParaRPr>
          </a:p>
        </p:txBody>
      </p:sp>
      <p:sp>
        <p:nvSpPr>
          <p:cNvPr id="1545" name="Google Shape;1545;p34"/>
          <p:cNvSpPr/>
          <p:nvPr/>
        </p:nvSpPr>
        <p:spPr>
          <a:xfrm>
            <a:off x="8924192" y="4202723"/>
            <a:ext cx="1652954" cy="1485900"/>
          </a:xfrm>
          <a:prstGeom prst="noSmoking">
            <a:avLst>
              <a:gd name="adj" fmla="val 18750"/>
            </a:avLst>
          </a:prstGeom>
          <a:solidFill>
            <a:srgbClr val="FF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6" name="Google Shape;1546;p34"/>
          <p:cNvSpPr/>
          <p:nvPr/>
        </p:nvSpPr>
        <p:spPr>
          <a:xfrm>
            <a:off x="3025443" y="3974122"/>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TTL=64</a:t>
            </a:r>
            <a:endParaRPr sz="1400" b="0" i="0" u="none" strike="noStrike" cap="none">
              <a:solidFill>
                <a:srgbClr val="000000"/>
              </a:solidFill>
              <a:latin typeface="Arial"/>
              <a:ea typeface="Arial"/>
              <a:cs typeface="Arial"/>
              <a:sym typeface="Arial"/>
            </a:endParaRPr>
          </a:p>
        </p:txBody>
      </p:sp>
      <p:sp>
        <p:nvSpPr>
          <p:cNvPr id="1547" name="Google Shape;1547;p34"/>
          <p:cNvSpPr/>
          <p:nvPr/>
        </p:nvSpPr>
        <p:spPr>
          <a:xfrm>
            <a:off x="4263116" y="3018159"/>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TTL=63</a:t>
            </a:r>
            <a:endParaRPr sz="1400" b="0" i="0" u="none" strike="noStrike" cap="none">
              <a:solidFill>
                <a:srgbClr val="000000"/>
              </a:solidFill>
              <a:latin typeface="Arial"/>
              <a:ea typeface="Arial"/>
              <a:cs typeface="Arial"/>
              <a:sym typeface="Arial"/>
            </a:endParaRPr>
          </a:p>
        </p:txBody>
      </p:sp>
      <p:sp>
        <p:nvSpPr>
          <p:cNvPr id="1548" name="Google Shape;1548;p34"/>
          <p:cNvSpPr/>
          <p:nvPr/>
        </p:nvSpPr>
        <p:spPr>
          <a:xfrm>
            <a:off x="6221224" y="3666391"/>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TTL=62</a:t>
            </a:r>
            <a:endParaRPr sz="1400" b="0" i="0" u="none" strike="noStrike" cap="none">
              <a:solidFill>
                <a:srgbClr val="000000"/>
              </a:solidFill>
              <a:latin typeface="Arial"/>
              <a:ea typeface="Arial"/>
              <a:cs typeface="Arial"/>
              <a:sym typeface="Arial"/>
            </a:endParaRPr>
          </a:p>
        </p:txBody>
      </p:sp>
      <p:sp>
        <p:nvSpPr>
          <p:cNvPr id="1549" name="Google Shape;1549;p34"/>
          <p:cNvSpPr/>
          <p:nvPr/>
        </p:nvSpPr>
        <p:spPr>
          <a:xfrm>
            <a:off x="7754461" y="4202723"/>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TTL=61</a:t>
            </a:r>
            <a:endParaRPr sz="1400" b="0" i="0" u="none" strike="noStrike" cap="none">
              <a:solidFill>
                <a:srgbClr val="000000"/>
              </a:solidFill>
              <a:latin typeface="Arial"/>
              <a:ea typeface="Arial"/>
              <a:cs typeface="Arial"/>
              <a:sym typeface="Arial"/>
            </a:endParaRPr>
          </a:p>
        </p:txBody>
      </p:sp>
      <p:sp>
        <p:nvSpPr>
          <p:cNvPr id="1550" name="Google Shape;1550;p34"/>
          <p:cNvSpPr/>
          <p:nvPr/>
        </p:nvSpPr>
        <p:spPr>
          <a:xfrm>
            <a:off x="6590500" y="5786759"/>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TTL=60</a:t>
            </a:r>
            <a:endParaRPr sz="1400" b="0" i="0" u="none" strike="noStrike" cap="none">
              <a:solidFill>
                <a:srgbClr val="000000"/>
              </a:solidFill>
              <a:latin typeface="Arial"/>
              <a:ea typeface="Arial"/>
              <a:cs typeface="Arial"/>
              <a:sym typeface="Arial"/>
            </a:endParaRPr>
          </a:p>
        </p:txBody>
      </p:sp>
      <p:sp>
        <p:nvSpPr>
          <p:cNvPr id="1551" name="Google Shape;1551;p34"/>
          <p:cNvSpPr/>
          <p:nvPr/>
        </p:nvSpPr>
        <p:spPr>
          <a:xfrm>
            <a:off x="4263115" y="5232578"/>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TTL=60</a:t>
            </a:r>
            <a:endParaRPr sz="1400" b="0" i="0" u="none" strike="noStrike" cap="none">
              <a:solidFill>
                <a:srgbClr val="000000"/>
              </a:solidFill>
              <a:latin typeface="Arial"/>
              <a:ea typeface="Arial"/>
              <a:cs typeface="Arial"/>
              <a:sym typeface="Arial"/>
            </a:endParaRPr>
          </a:p>
        </p:txBody>
      </p:sp>
      <p:sp>
        <p:nvSpPr>
          <p:cNvPr id="1552" name="Google Shape;1552;p34"/>
          <p:cNvSpPr/>
          <p:nvPr/>
        </p:nvSpPr>
        <p:spPr>
          <a:xfrm>
            <a:off x="3763996" y="4027442"/>
            <a:ext cx="738553" cy="307731"/>
          </a:xfrm>
          <a:prstGeom prst="roundRect">
            <a:avLst>
              <a:gd name="adj" fmla="val 16667"/>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100" b="1" i="0" u="none" strike="noStrike" cap="none">
                <a:solidFill>
                  <a:schemeClr val="lt1"/>
                </a:solidFill>
                <a:latin typeface="Arial"/>
                <a:ea typeface="Arial"/>
                <a:cs typeface="Arial"/>
                <a:sym typeface="Arial"/>
              </a:rPr>
              <a:t>TTL=59</a:t>
            </a:r>
            <a:endParaRPr sz="1100" b="1" i="0" u="none" strike="noStrike" cap="none">
              <a:solidFill>
                <a:schemeClr val="lt1"/>
              </a:solidFill>
              <a:latin typeface="Arial"/>
              <a:ea typeface="Arial"/>
              <a:cs typeface="Arial"/>
              <a:sym typeface="Arial"/>
            </a:endParaRPr>
          </a:p>
        </p:txBody>
      </p:sp>
      <p:sp>
        <p:nvSpPr>
          <p:cNvPr id="1553" name="Google Shape;1553;p34"/>
          <p:cNvSpPr txBox="1">
            <a:spLocks noGrp="1"/>
          </p:cNvSpPr>
          <p:nvPr>
            <p:ph type="title"/>
          </p:nvPr>
        </p:nvSpPr>
        <p:spPr>
          <a:xfrm>
            <a:off x="1484311" y="221817"/>
            <a:ext cx="10018713" cy="59098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50000"/>
              <a:buNone/>
            </a:pPr>
            <a:r>
              <a:rPr lang="en-US"/>
              <a:t>Time to Live - TTL</a:t>
            </a:r>
            <a:endParaRPr/>
          </a:p>
        </p:txBody>
      </p:sp>
      <p:sp>
        <p:nvSpPr>
          <p:cNvPr id="1554" name="Google Shape;1554;p34"/>
          <p:cNvSpPr txBox="1"/>
          <p:nvPr/>
        </p:nvSpPr>
        <p:spPr>
          <a:xfrm>
            <a:off x="1484310" y="897406"/>
            <a:ext cx="10310525" cy="2175565"/>
          </a:xfrm>
          <a:prstGeom prst="rect">
            <a:avLst/>
          </a:prstGeom>
          <a:noFill/>
          <a:ln>
            <a:noFill/>
          </a:ln>
        </p:spPr>
        <p:txBody>
          <a:bodyPr spcFirstLastPara="1" wrap="square" lIns="91425" tIns="91425" rIns="91425" bIns="91425" anchor="t" anchorCtr="0">
            <a:spAutoFit/>
          </a:bodyPr>
          <a:lstStyle/>
          <a:p>
            <a:pPr marL="457200" marR="0" lvl="0" indent="-333375" algn="l" rtl="0">
              <a:lnSpc>
                <a:spcPct val="115000"/>
              </a:lnSpc>
              <a:spcBef>
                <a:spcPts val="0"/>
              </a:spcBef>
              <a:spcAft>
                <a:spcPts val="0"/>
              </a:spcAft>
              <a:buClr>
                <a:srgbClr val="0070C0"/>
              </a:buClr>
              <a:buSzPts val="2880"/>
              <a:buFont typeface="Corbel"/>
              <a:buChar char="●"/>
            </a:pPr>
            <a:r>
              <a:rPr lang="en-US" sz="2400" b="1" i="0" u="none" strike="noStrike" cap="none">
                <a:solidFill>
                  <a:srgbClr val="0070C0"/>
                </a:solidFill>
                <a:latin typeface="Corbel"/>
                <a:ea typeface="Corbel"/>
                <a:cs typeface="Corbel"/>
                <a:sym typeface="Corbel"/>
              </a:rPr>
              <a:t>Not </a:t>
            </a:r>
            <a:r>
              <a:rPr lang="en-US" sz="2800" b="0" i="0" u="none" strike="noStrike" cap="none">
                <a:solidFill>
                  <a:schemeClr val="dk1"/>
                </a:solidFill>
                <a:latin typeface="Corbel"/>
                <a:ea typeface="Corbel"/>
                <a:cs typeface="Corbel"/>
                <a:sym typeface="Corbel"/>
              </a:rPr>
              <a:t>just the "value of hops“</a:t>
            </a:r>
            <a:endParaRPr sz="1400" b="0" i="0" u="none" strike="noStrike" cap="none">
              <a:solidFill>
                <a:srgbClr val="000000"/>
              </a:solidFill>
              <a:latin typeface="Arial"/>
              <a:ea typeface="Arial"/>
              <a:cs typeface="Arial"/>
              <a:sym typeface="Arial"/>
            </a:endParaRPr>
          </a:p>
          <a:p>
            <a:pPr marL="457200" marR="0" lvl="0" indent="-333375" algn="l" rtl="0">
              <a:lnSpc>
                <a:spcPct val="115000"/>
              </a:lnSpc>
              <a:spcBef>
                <a:spcPts val="0"/>
              </a:spcBef>
              <a:spcAft>
                <a:spcPts val="0"/>
              </a:spcAft>
              <a:buClr>
                <a:srgbClr val="0070C0"/>
              </a:buClr>
              <a:buSzPts val="2880"/>
              <a:buFont typeface="Corbel"/>
              <a:buChar char="●"/>
            </a:pPr>
            <a:r>
              <a:rPr lang="en-US" sz="2400" b="0" i="0" u="none" strike="noStrike" cap="none">
                <a:solidFill>
                  <a:schemeClr val="dk1"/>
                </a:solidFill>
                <a:latin typeface="Corbel"/>
                <a:ea typeface="Corbel"/>
                <a:cs typeface="Corbel"/>
                <a:sym typeface="Corbel"/>
              </a:rPr>
              <a:t>It's a mechanism to prevent packets from </a:t>
            </a:r>
            <a:r>
              <a:rPr lang="en-US" sz="2400" b="1" i="0" u="none" strike="noStrike" cap="none">
                <a:solidFill>
                  <a:srgbClr val="7D28CD"/>
                </a:solidFill>
                <a:latin typeface="Corbel"/>
                <a:ea typeface="Corbel"/>
                <a:cs typeface="Corbel"/>
                <a:sym typeface="Corbel"/>
              </a:rPr>
              <a:t>looping endlessly </a:t>
            </a:r>
            <a:r>
              <a:rPr lang="en-US" sz="2400" b="0" i="0" u="none" strike="noStrike" cap="none">
                <a:solidFill>
                  <a:schemeClr val="dk1"/>
                </a:solidFill>
                <a:latin typeface="Corbel"/>
                <a:ea typeface="Corbel"/>
                <a:cs typeface="Corbel"/>
                <a:sym typeface="Corbel"/>
              </a:rPr>
              <a:t>in the network.</a:t>
            </a:r>
            <a:endParaRPr sz="1400" b="0" i="0" u="none" strike="noStrike" cap="none">
              <a:solidFill>
                <a:srgbClr val="000000"/>
              </a:solidFill>
              <a:latin typeface="Arial"/>
              <a:ea typeface="Arial"/>
              <a:cs typeface="Arial"/>
              <a:sym typeface="Arial"/>
            </a:endParaRPr>
          </a:p>
          <a:p>
            <a:pPr marL="457200" marR="0" lvl="0" indent="-333375" algn="l" rtl="0">
              <a:lnSpc>
                <a:spcPct val="115000"/>
              </a:lnSpc>
              <a:spcBef>
                <a:spcPts val="0"/>
              </a:spcBef>
              <a:spcAft>
                <a:spcPts val="0"/>
              </a:spcAft>
              <a:buClr>
                <a:srgbClr val="0070C0"/>
              </a:buClr>
              <a:buSzPts val="2880"/>
              <a:buFont typeface="Corbel"/>
              <a:buChar char="●"/>
            </a:pPr>
            <a:r>
              <a:rPr lang="en-US" sz="2400" b="0" i="0" u="none" strike="noStrike" cap="none">
                <a:solidFill>
                  <a:schemeClr val="dk1"/>
                </a:solidFill>
                <a:latin typeface="Corbel"/>
                <a:ea typeface="Corbel"/>
                <a:cs typeface="Corbel"/>
                <a:sym typeface="Corbel"/>
              </a:rPr>
              <a:t>Ensure finite packet lifetimes. </a:t>
            </a:r>
            <a:endParaRPr sz="1400" b="0" i="0" u="none" strike="noStrike" cap="none">
              <a:solidFill>
                <a:srgbClr val="000000"/>
              </a:solidFill>
              <a:latin typeface="Arial"/>
              <a:ea typeface="Arial"/>
              <a:cs typeface="Arial"/>
              <a:sym typeface="Arial"/>
            </a:endParaRPr>
          </a:p>
          <a:p>
            <a:pPr marL="457200" marR="0" lvl="0" indent="-196215" algn="l" rtl="0">
              <a:lnSpc>
                <a:spcPct val="115000"/>
              </a:lnSpc>
              <a:spcBef>
                <a:spcPts val="0"/>
              </a:spcBef>
              <a:spcAft>
                <a:spcPts val="0"/>
              </a:spcAft>
              <a:buClr>
                <a:srgbClr val="0070C0"/>
              </a:buClr>
              <a:buSzPts val="2160"/>
              <a:buFont typeface="Corbel"/>
              <a:buNone/>
            </a:pPr>
            <a:endParaRPr sz="1800" b="0" i="0" u="none" strike="noStrike" cap="none">
              <a:solidFill>
                <a:schemeClr val="dk1"/>
              </a:solidFill>
              <a:latin typeface="Arial"/>
              <a:ea typeface="Arial"/>
              <a:cs typeface="Arial"/>
              <a:sym typeface="Arial"/>
            </a:endParaRPr>
          </a:p>
          <a:p>
            <a:pPr marL="457200" marR="0" lvl="0" indent="-192405" algn="l" rtl="0">
              <a:lnSpc>
                <a:spcPct val="115000"/>
              </a:lnSpc>
              <a:spcBef>
                <a:spcPts val="0"/>
              </a:spcBef>
              <a:spcAft>
                <a:spcPts val="0"/>
              </a:spcAft>
              <a:buClr>
                <a:srgbClr val="0070C0"/>
              </a:buClr>
              <a:buSzPts val="2220"/>
              <a:buFont typeface="Corbel"/>
              <a:buNone/>
            </a:pPr>
            <a:endParaRPr sz="1850" b="0" i="0" u="none" strike="noStrike" cap="none">
              <a:solidFill>
                <a:schemeClr val="dk1"/>
              </a:solidFill>
              <a:latin typeface="Corbel"/>
              <a:ea typeface="Corbel"/>
              <a:cs typeface="Corbel"/>
              <a:sym typeface="Corbel"/>
            </a:endParaRPr>
          </a:p>
        </p:txBody>
      </p:sp>
      <p:sp>
        <p:nvSpPr>
          <p:cNvPr id="1555" name="Google Shape;1555;p34"/>
          <p:cNvSpPr/>
          <p:nvPr/>
        </p:nvSpPr>
        <p:spPr>
          <a:xfrm rot="-934115">
            <a:off x="4473469" y="4249840"/>
            <a:ext cx="750351" cy="758086"/>
          </a:xfrm>
          <a:prstGeom prst="curvedRightArrow">
            <a:avLst>
              <a:gd name="adj1" fmla="val 25000"/>
              <a:gd name="adj2" fmla="val 50000"/>
              <a:gd name="adj3" fmla="val 25000"/>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556" name="Google Shape;1556;p34"/>
          <p:cNvSpPr/>
          <p:nvPr/>
        </p:nvSpPr>
        <p:spPr>
          <a:xfrm rot="10204312">
            <a:off x="5154069" y="3927944"/>
            <a:ext cx="761731" cy="857288"/>
          </a:xfrm>
          <a:prstGeom prst="curvedRightArrow">
            <a:avLst>
              <a:gd name="adj1" fmla="val 25000"/>
              <a:gd name="adj2" fmla="val 50000"/>
              <a:gd name="adj3" fmla="val 25000"/>
            </a:avLst>
          </a:prstGeom>
          <a:solidFill>
            <a:schemeClr val="accent1"/>
          </a:solidFill>
          <a:ln w="25400" cap="flat" cmpd="sng">
            <a:solidFill>
              <a:srgbClr val="237D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54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1"/>
                                          </p:stCondLst>
                                        </p:cTn>
                                        <p:tgtEl>
                                          <p:spTgt spid="154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1"/>
                                          </p:stCondLst>
                                        </p:cTn>
                                        <p:tgtEl>
                                          <p:spTgt spid="154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1"/>
                                          </p:stCondLst>
                                        </p:cTn>
                                        <p:tgtEl>
                                          <p:spTgt spid="154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1"/>
                                          </p:stCondLst>
                                        </p:cTn>
                                        <p:tgtEl>
                                          <p:spTgt spid="154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1"/>
                                          </p:stCondLst>
                                        </p:cTn>
                                        <p:tgtEl>
                                          <p:spTgt spid="155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5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1"/>
                                          </p:stCondLst>
                                        </p:cTn>
                                        <p:tgtEl>
                                          <p:spTgt spid="155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5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1"/>
                                          </p:stCondLst>
                                        </p:cTn>
                                        <p:tgtEl>
                                          <p:spTgt spid="155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555"/>
                                        </p:tgtEl>
                                        <p:attrNameLst>
                                          <p:attrName>style.visibility</p:attrName>
                                        </p:attrNameLst>
                                      </p:cBhvr>
                                      <p:to>
                                        <p:strVal val="visible"/>
                                      </p:to>
                                    </p:set>
                                    <p:animEffect transition="in" filter="fade">
                                      <p:cBhvr>
                                        <p:cTn id="75" dur="2000"/>
                                        <p:tgtEl>
                                          <p:spTgt spid="1555"/>
                                        </p:tgtEl>
                                      </p:cBhvr>
                                    </p:animEffect>
                                  </p:childTnLst>
                                </p:cTn>
                              </p:par>
                              <p:par>
                                <p:cTn id="76" presetID="10" presetClass="entr" presetSubtype="0" fill="hold" nodeType="withEffect">
                                  <p:stCondLst>
                                    <p:cond delay="0"/>
                                  </p:stCondLst>
                                  <p:childTnLst>
                                    <p:set>
                                      <p:cBhvr>
                                        <p:cTn id="77" dur="1" fill="hold">
                                          <p:stCondLst>
                                            <p:cond delay="0"/>
                                          </p:stCondLst>
                                        </p:cTn>
                                        <p:tgtEl>
                                          <p:spTgt spid="1552"/>
                                        </p:tgtEl>
                                        <p:attrNameLst>
                                          <p:attrName>style.visibility</p:attrName>
                                        </p:attrNameLst>
                                      </p:cBhvr>
                                      <p:to>
                                        <p:strVal val="visible"/>
                                      </p:to>
                                    </p:set>
                                    <p:animEffect transition="in" filter="fade">
                                      <p:cBhvr>
                                        <p:cTn id="78" dur="2000"/>
                                        <p:tgtEl>
                                          <p:spTgt spid="1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12"/>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IPv4 Datagram Format</a:t>
            </a:r>
            <a:endParaRPr/>
          </a:p>
        </p:txBody>
      </p:sp>
      <p:pic>
        <p:nvPicPr>
          <p:cNvPr id="1562" name="Google Shape;1562;p12"/>
          <p:cNvPicPr preferRelativeResize="0"/>
          <p:nvPr/>
        </p:nvPicPr>
        <p:blipFill rotWithShape="1">
          <a:blip r:embed="rId3">
            <a:alphaModFix/>
          </a:blip>
          <a:srcRect/>
          <a:stretch/>
        </p:blipFill>
        <p:spPr>
          <a:xfrm>
            <a:off x="11029276" y="0"/>
            <a:ext cx="1162724" cy="1066799"/>
          </a:xfrm>
          <a:prstGeom prst="rect">
            <a:avLst/>
          </a:prstGeom>
          <a:noFill/>
          <a:ln>
            <a:noFill/>
          </a:ln>
        </p:spPr>
      </p:pic>
      <p:pic>
        <p:nvPicPr>
          <p:cNvPr id="1563" name="Google Shape;1563;p12" descr="Introduction to IPv4 Datagram Header - GeeksforGeeks"/>
          <p:cNvPicPr preferRelativeResize="0"/>
          <p:nvPr/>
        </p:nvPicPr>
        <p:blipFill rotWithShape="1">
          <a:blip r:embed="rId4">
            <a:alphaModFix/>
          </a:blip>
          <a:srcRect/>
          <a:stretch/>
        </p:blipFill>
        <p:spPr>
          <a:xfrm>
            <a:off x="1353365" y="1670844"/>
            <a:ext cx="10149658" cy="3982610"/>
          </a:xfrm>
          <a:prstGeom prst="rect">
            <a:avLst/>
          </a:prstGeom>
          <a:noFill/>
          <a:ln>
            <a:noFill/>
          </a:ln>
        </p:spPr>
      </p:pic>
      <p:sp>
        <p:nvSpPr>
          <p:cNvPr id="1564" name="Google Shape;1564;p12"/>
          <p:cNvSpPr/>
          <p:nvPr/>
        </p:nvSpPr>
        <p:spPr>
          <a:xfrm>
            <a:off x="1643682" y="3006969"/>
            <a:ext cx="6770555" cy="536331"/>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5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8"/>
        <p:cNvGrpSpPr/>
        <p:nvPr/>
      </p:nvGrpSpPr>
      <p:grpSpPr>
        <a:xfrm>
          <a:off x="0" y="0"/>
          <a:ext cx="0" cy="0"/>
          <a:chOff x="0" y="0"/>
          <a:chExt cx="0" cy="0"/>
        </a:xfrm>
      </p:grpSpPr>
      <p:sp>
        <p:nvSpPr>
          <p:cNvPr id="1569" name="Google Shape;1569;p13"/>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 Fragmentation &amp; Reassembly</a:t>
            </a:r>
            <a:endParaRPr/>
          </a:p>
        </p:txBody>
      </p:sp>
      <p:sp>
        <p:nvSpPr>
          <p:cNvPr id="1570" name="Google Shape;1570;p13"/>
          <p:cNvSpPr txBox="1">
            <a:spLocks noGrp="1"/>
          </p:cNvSpPr>
          <p:nvPr>
            <p:ph type="body" idx="1"/>
          </p:nvPr>
        </p:nvSpPr>
        <p:spPr>
          <a:xfrm>
            <a:off x="730491" y="1545526"/>
            <a:ext cx="5640461" cy="2817533"/>
          </a:xfrm>
          <a:prstGeom prst="rect">
            <a:avLst/>
          </a:prstGeom>
          <a:noFill/>
          <a:ln>
            <a:noFill/>
          </a:ln>
        </p:spPr>
        <p:txBody>
          <a:bodyPr spcFirstLastPara="1" wrap="square" lIns="91425" tIns="45700" rIns="91425" bIns="45700" anchor="t" anchorCtr="0">
            <a:noAutofit/>
          </a:bodyPr>
          <a:lstStyle/>
          <a:p>
            <a:pPr marL="285750" lvl="0" indent="-285750" algn="l" rtl="0">
              <a:lnSpc>
                <a:spcPct val="100000"/>
              </a:lnSpc>
              <a:spcBef>
                <a:spcPts val="0"/>
              </a:spcBef>
              <a:spcAft>
                <a:spcPts val="0"/>
              </a:spcAft>
              <a:buSzPts val="3480"/>
              <a:buChar char="•"/>
            </a:pPr>
            <a:r>
              <a:rPr lang="en-US" sz="3200">
                <a:latin typeface="Corbel"/>
                <a:ea typeface="Corbel"/>
                <a:cs typeface="Corbel"/>
                <a:sym typeface="Corbel"/>
              </a:rPr>
              <a:t>Network links have </a:t>
            </a:r>
            <a:r>
              <a:rPr lang="en-US" sz="3200" b="1">
                <a:solidFill>
                  <a:srgbClr val="7D28CD"/>
                </a:solidFill>
                <a:latin typeface="Corbel"/>
                <a:ea typeface="Corbel"/>
                <a:cs typeface="Corbel"/>
                <a:sym typeface="Corbel"/>
              </a:rPr>
              <a:t>MTU</a:t>
            </a:r>
            <a:r>
              <a:rPr lang="en-US" sz="3200" b="1">
                <a:latin typeface="Corbel"/>
                <a:ea typeface="Corbel"/>
                <a:cs typeface="Corbel"/>
                <a:sym typeface="Corbel"/>
              </a:rPr>
              <a:t> </a:t>
            </a:r>
            <a:endParaRPr/>
          </a:p>
          <a:p>
            <a:pPr marL="742950" lvl="1" indent="-285750" algn="l" rtl="0">
              <a:lnSpc>
                <a:spcPct val="100000"/>
              </a:lnSpc>
              <a:spcBef>
                <a:spcPts val="0"/>
              </a:spcBef>
              <a:spcAft>
                <a:spcPts val="0"/>
              </a:spcAft>
              <a:buSzPts val="3480"/>
              <a:buChar char="•"/>
            </a:pPr>
            <a:r>
              <a:rPr lang="en-US" sz="2800">
                <a:latin typeface="Corbel"/>
                <a:ea typeface="Corbel"/>
                <a:cs typeface="Corbel"/>
                <a:sym typeface="Corbel"/>
              </a:rPr>
              <a:t>Maximum transmission unit or maximum transfer size</a:t>
            </a:r>
            <a:endParaRPr sz="2800">
              <a:latin typeface="Corbel"/>
              <a:ea typeface="Corbel"/>
              <a:cs typeface="Corbel"/>
              <a:sym typeface="Corbel"/>
            </a:endParaRPr>
          </a:p>
          <a:p>
            <a:pPr marL="742950" lvl="1" indent="-285750" algn="l" rtl="0">
              <a:lnSpc>
                <a:spcPct val="100000"/>
              </a:lnSpc>
              <a:spcBef>
                <a:spcPts val="1000"/>
              </a:spcBef>
              <a:spcAft>
                <a:spcPts val="0"/>
              </a:spcAft>
              <a:buSzPts val="2900"/>
              <a:buChar char="•"/>
            </a:pPr>
            <a:r>
              <a:rPr lang="en-US" sz="3200">
                <a:latin typeface="Corbel"/>
                <a:ea typeface="Corbel"/>
                <a:cs typeface="Corbel"/>
                <a:sym typeface="Corbel"/>
              </a:rPr>
              <a:t>Different link types have different MTUs </a:t>
            </a:r>
            <a:endParaRPr sz="3200">
              <a:latin typeface="Corbel"/>
              <a:ea typeface="Corbel"/>
              <a:cs typeface="Corbel"/>
              <a:sym typeface="Corbel"/>
            </a:endParaRPr>
          </a:p>
        </p:txBody>
      </p:sp>
      <p:pic>
        <p:nvPicPr>
          <p:cNvPr id="1571" name="Google Shape;1571;p13"/>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572" name="Google Shape;1572;p13"/>
          <p:cNvSpPr/>
          <p:nvPr/>
        </p:nvSpPr>
        <p:spPr>
          <a:xfrm>
            <a:off x="7522136" y="1420769"/>
            <a:ext cx="2436813" cy="2255838"/>
          </a:xfrm>
          <a:custGeom>
            <a:avLst/>
            <a:gdLst/>
            <a:ahLst/>
            <a:cxnLst/>
            <a:rect l="l" t="t" r="r" b="b"/>
            <a:pathLst>
              <a:path w="1292" h="1255" extrusionOk="0">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sp>
        <p:nvSpPr>
          <p:cNvPr id="1573" name="Google Shape;1573;p13"/>
          <p:cNvSpPr/>
          <p:nvPr/>
        </p:nvSpPr>
        <p:spPr>
          <a:xfrm>
            <a:off x="7522136" y="3822657"/>
            <a:ext cx="1976438" cy="1987550"/>
          </a:xfrm>
          <a:custGeom>
            <a:avLst/>
            <a:gdLst/>
            <a:ahLst/>
            <a:cxnLst/>
            <a:rect l="l" t="t" r="r" b="b"/>
            <a:pathLst>
              <a:path w="873" h="940" extrusionOk="0">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rbel"/>
              <a:ea typeface="Corbel"/>
              <a:cs typeface="Corbel"/>
              <a:sym typeface="Corbel"/>
            </a:endParaRPr>
          </a:p>
        </p:txBody>
      </p:sp>
      <p:grpSp>
        <p:nvGrpSpPr>
          <p:cNvPr id="1574" name="Google Shape;1574;p13"/>
          <p:cNvGrpSpPr/>
          <p:nvPr/>
        </p:nvGrpSpPr>
        <p:grpSpPr>
          <a:xfrm>
            <a:off x="7115736" y="1800182"/>
            <a:ext cx="649288" cy="1247775"/>
            <a:chOff x="3314" y="1248"/>
            <a:chExt cx="344" cy="694"/>
          </a:xfrm>
        </p:grpSpPr>
        <p:graphicFrame>
          <p:nvGraphicFramePr>
            <p:cNvPr id="1575" name="Google Shape;1575;p13"/>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r:id="rId4" imgW="299" imgH="248" progId="MS_ClipArt_Gallery.2">
                    <p:embed/>
                  </p:oleObj>
                </mc:Choice>
                <mc:Fallback>
                  <p:oleObj r:id="rId4" imgW="299" imgH="248" progId="MS_ClipArt_Gallery.2">
                    <p:embed/>
                    <p:pic>
                      <p:nvPicPr>
                        <p:cNvPr id="1575" name="Google Shape;1575;p13"/>
                        <p:cNvPicPr preferRelativeResize="0"/>
                        <p:nvPr/>
                      </p:nvPicPr>
                      <p:blipFill rotWithShape="1">
                        <a:blip r:embed="rId5">
                          <a:alphaModFix/>
                        </a:blip>
                        <a:srcRect/>
                        <a:stretch/>
                      </p:blipFill>
                      <p:spPr>
                        <a:xfrm>
                          <a:off x="3314" y="1248"/>
                          <a:ext cx="299" cy="248"/>
                        </a:xfrm>
                        <a:prstGeom prst="rect">
                          <a:avLst/>
                        </a:prstGeom>
                        <a:noFill/>
                        <a:ln>
                          <a:noFill/>
                        </a:ln>
                      </p:spPr>
                    </p:pic>
                  </p:oleObj>
                </mc:Fallback>
              </mc:AlternateContent>
            </a:graphicData>
          </a:graphic>
        </p:graphicFrame>
        <p:cxnSp>
          <p:nvCxnSpPr>
            <p:cNvPr id="1576" name="Google Shape;1576;p13"/>
            <p:cNvCxnSpPr/>
            <p:nvPr/>
          </p:nvCxnSpPr>
          <p:spPr>
            <a:xfrm rot="10800000" flipH="1">
              <a:off x="3606" y="1433"/>
              <a:ext cx="52" cy="5"/>
            </a:xfrm>
            <a:prstGeom prst="straightConnector1">
              <a:avLst/>
            </a:prstGeom>
            <a:noFill/>
            <a:ln w="19050" cap="flat" cmpd="sng">
              <a:solidFill>
                <a:schemeClr val="dk1"/>
              </a:solidFill>
              <a:prstDash val="solid"/>
              <a:round/>
              <a:headEnd type="none" w="sm" len="sm"/>
              <a:tailEnd type="none" w="sm" len="sm"/>
            </a:ln>
          </p:spPr>
        </p:cxnSp>
        <p:graphicFrame>
          <p:nvGraphicFramePr>
            <p:cNvPr id="1577" name="Google Shape;1577;p13"/>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r:id="rId6" imgW="299" imgH="248" progId="MS_ClipArt_Gallery.2">
                    <p:embed/>
                  </p:oleObj>
                </mc:Choice>
                <mc:Fallback>
                  <p:oleObj r:id="rId6" imgW="299" imgH="248" progId="MS_ClipArt_Gallery.2">
                    <p:embed/>
                    <p:pic>
                      <p:nvPicPr>
                        <p:cNvPr id="1577" name="Google Shape;1577;p13"/>
                        <p:cNvPicPr preferRelativeResize="0"/>
                        <p:nvPr/>
                      </p:nvPicPr>
                      <p:blipFill rotWithShape="1">
                        <a:blip r:embed="rId5">
                          <a:alphaModFix/>
                        </a:blip>
                        <a:srcRect/>
                        <a:stretch/>
                      </p:blipFill>
                      <p:spPr>
                        <a:xfrm>
                          <a:off x="3314" y="1694"/>
                          <a:ext cx="299" cy="248"/>
                        </a:xfrm>
                        <a:prstGeom prst="rect">
                          <a:avLst/>
                        </a:prstGeom>
                        <a:noFill/>
                        <a:ln>
                          <a:noFill/>
                        </a:ln>
                      </p:spPr>
                    </p:pic>
                  </p:oleObj>
                </mc:Fallback>
              </mc:AlternateContent>
            </a:graphicData>
          </a:graphic>
        </p:graphicFrame>
        <p:cxnSp>
          <p:nvCxnSpPr>
            <p:cNvPr id="1578" name="Google Shape;1578;p13"/>
            <p:cNvCxnSpPr/>
            <p:nvPr/>
          </p:nvCxnSpPr>
          <p:spPr>
            <a:xfrm rot="10800000" flipH="1">
              <a:off x="3606" y="1882"/>
              <a:ext cx="52" cy="2"/>
            </a:xfrm>
            <a:prstGeom prst="straightConnector1">
              <a:avLst/>
            </a:prstGeom>
            <a:noFill/>
            <a:ln w="19050" cap="flat" cmpd="sng">
              <a:solidFill>
                <a:schemeClr val="dk1"/>
              </a:solidFill>
              <a:prstDash val="solid"/>
              <a:round/>
              <a:headEnd type="none" w="sm" len="sm"/>
              <a:tailEnd type="none" w="sm" len="sm"/>
            </a:ln>
          </p:spPr>
        </p:cxnSp>
        <p:grpSp>
          <p:nvGrpSpPr>
            <p:cNvPr id="1579" name="Google Shape;1579;p13"/>
            <p:cNvGrpSpPr/>
            <p:nvPr/>
          </p:nvGrpSpPr>
          <p:grpSpPr>
            <a:xfrm>
              <a:off x="3404" y="1504"/>
              <a:ext cx="51" cy="167"/>
              <a:chOff x="3842" y="406"/>
              <a:chExt cx="51" cy="167"/>
            </a:xfrm>
          </p:grpSpPr>
          <p:sp>
            <p:nvSpPr>
              <p:cNvPr id="1580" name="Google Shape;1580;p13"/>
              <p:cNvSpPr/>
              <p:nvPr/>
            </p:nvSpPr>
            <p:spPr>
              <a:xfrm>
                <a:off x="3842" y="40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581" name="Google Shape;1581;p13"/>
              <p:cNvSpPr/>
              <p:nvPr/>
            </p:nvSpPr>
            <p:spPr>
              <a:xfrm>
                <a:off x="3844" y="46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582" name="Google Shape;1582;p13"/>
              <p:cNvSpPr/>
              <p:nvPr/>
            </p:nvSpPr>
            <p:spPr>
              <a:xfrm>
                <a:off x="3846" y="52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cxnSp>
          <p:nvCxnSpPr>
            <p:cNvPr id="1583" name="Google Shape;1583;p13"/>
            <p:cNvCxnSpPr/>
            <p:nvPr/>
          </p:nvCxnSpPr>
          <p:spPr>
            <a:xfrm>
              <a:off x="3654" y="1431"/>
              <a:ext cx="0" cy="450"/>
            </a:xfrm>
            <a:prstGeom prst="straightConnector1">
              <a:avLst/>
            </a:prstGeom>
            <a:noFill/>
            <a:ln w="12700" cap="flat" cmpd="sng">
              <a:solidFill>
                <a:schemeClr val="dk1"/>
              </a:solidFill>
              <a:prstDash val="solid"/>
              <a:round/>
              <a:headEnd type="none" w="sm" len="sm"/>
              <a:tailEnd type="none" w="sm" len="sm"/>
            </a:ln>
          </p:spPr>
        </p:cxnSp>
      </p:grpSp>
      <p:cxnSp>
        <p:nvCxnSpPr>
          <p:cNvPr id="1584" name="Google Shape;1584;p13"/>
          <p:cNvCxnSpPr/>
          <p:nvPr/>
        </p:nvCxnSpPr>
        <p:spPr>
          <a:xfrm rot="10800000" flipH="1">
            <a:off x="7595161" y="2376444"/>
            <a:ext cx="127000" cy="3175"/>
          </a:xfrm>
          <a:prstGeom prst="straightConnector1">
            <a:avLst/>
          </a:prstGeom>
          <a:noFill/>
          <a:ln w="12700" cap="flat" cmpd="sng">
            <a:solidFill>
              <a:schemeClr val="dk1"/>
            </a:solidFill>
            <a:prstDash val="solid"/>
            <a:round/>
            <a:headEnd type="none" w="sm" len="sm"/>
            <a:tailEnd type="none" w="sm" len="sm"/>
          </a:ln>
        </p:spPr>
      </p:cxnSp>
      <p:cxnSp>
        <p:nvCxnSpPr>
          <p:cNvPr id="1585" name="Google Shape;1585;p13"/>
          <p:cNvCxnSpPr/>
          <p:nvPr/>
        </p:nvCxnSpPr>
        <p:spPr>
          <a:xfrm>
            <a:off x="8171424" y="1701757"/>
            <a:ext cx="658812" cy="279400"/>
          </a:xfrm>
          <a:prstGeom prst="straightConnector1">
            <a:avLst/>
          </a:prstGeom>
          <a:noFill/>
          <a:ln w="12700" cap="flat" cmpd="sng">
            <a:solidFill>
              <a:schemeClr val="dk1"/>
            </a:solidFill>
            <a:prstDash val="solid"/>
            <a:round/>
            <a:headEnd type="none" w="sm" len="sm"/>
            <a:tailEnd type="none" w="sm" len="sm"/>
          </a:ln>
        </p:spPr>
      </p:cxnSp>
      <p:cxnSp>
        <p:nvCxnSpPr>
          <p:cNvPr id="1586" name="Google Shape;1586;p13"/>
          <p:cNvCxnSpPr/>
          <p:nvPr/>
        </p:nvCxnSpPr>
        <p:spPr>
          <a:xfrm>
            <a:off x="9017561" y="2038307"/>
            <a:ext cx="196850" cy="669925"/>
          </a:xfrm>
          <a:prstGeom prst="straightConnector1">
            <a:avLst/>
          </a:prstGeom>
          <a:noFill/>
          <a:ln w="12700" cap="flat" cmpd="sng">
            <a:solidFill>
              <a:schemeClr val="dk1"/>
            </a:solidFill>
            <a:prstDash val="solid"/>
            <a:round/>
            <a:headEnd type="none" w="sm" len="sm"/>
            <a:tailEnd type="none" w="sm" len="sm"/>
          </a:ln>
        </p:spPr>
      </p:cxnSp>
      <p:cxnSp>
        <p:nvCxnSpPr>
          <p:cNvPr id="1587" name="Google Shape;1587;p13"/>
          <p:cNvCxnSpPr/>
          <p:nvPr/>
        </p:nvCxnSpPr>
        <p:spPr>
          <a:xfrm>
            <a:off x="7920599" y="1814469"/>
            <a:ext cx="1587" cy="582613"/>
          </a:xfrm>
          <a:prstGeom prst="straightConnector1">
            <a:avLst/>
          </a:prstGeom>
          <a:noFill/>
          <a:ln w="12700" cap="flat" cmpd="sng">
            <a:solidFill>
              <a:schemeClr val="dk1"/>
            </a:solidFill>
            <a:prstDash val="solid"/>
            <a:round/>
            <a:headEnd type="none" w="sm" len="sm"/>
            <a:tailEnd type="none" w="sm" len="sm"/>
          </a:ln>
        </p:spPr>
      </p:cxnSp>
      <p:cxnSp>
        <p:nvCxnSpPr>
          <p:cNvPr id="1588" name="Google Shape;1588;p13"/>
          <p:cNvCxnSpPr/>
          <p:nvPr/>
        </p:nvCxnSpPr>
        <p:spPr>
          <a:xfrm>
            <a:off x="7945999" y="2462169"/>
            <a:ext cx="971550" cy="401638"/>
          </a:xfrm>
          <a:prstGeom prst="straightConnector1">
            <a:avLst/>
          </a:prstGeom>
          <a:noFill/>
          <a:ln w="12700" cap="flat" cmpd="sng">
            <a:solidFill>
              <a:schemeClr val="dk1"/>
            </a:solidFill>
            <a:prstDash val="solid"/>
            <a:round/>
            <a:headEnd type="none" w="sm" len="sm"/>
            <a:tailEnd type="none" w="sm" len="sm"/>
          </a:ln>
        </p:spPr>
      </p:cxnSp>
      <p:cxnSp>
        <p:nvCxnSpPr>
          <p:cNvPr id="1589" name="Google Shape;1589;p13"/>
          <p:cNvCxnSpPr/>
          <p:nvPr/>
        </p:nvCxnSpPr>
        <p:spPr>
          <a:xfrm rot="10800000">
            <a:off x="9473174" y="2954294"/>
            <a:ext cx="476250" cy="687388"/>
          </a:xfrm>
          <a:prstGeom prst="straightConnector1">
            <a:avLst/>
          </a:prstGeom>
          <a:noFill/>
          <a:ln w="12700" cap="flat" cmpd="sng">
            <a:solidFill>
              <a:schemeClr val="dk1"/>
            </a:solidFill>
            <a:prstDash val="solid"/>
            <a:round/>
            <a:headEnd type="none" w="sm" len="sm"/>
            <a:tailEnd type="none" w="sm" len="sm"/>
          </a:ln>
        </p:spPr>
      </p:cxnSp>
      <p:cxnSp>
        <p:nvCxnSpPr>
          <p:cNvPr id="1590" name="Google Shape;1590;p13"/>
          <p:cNvCxnSpPr/>
          <p:nvPr/>
        </p:nvCxnSpPr>
        <p:spPr>
          <a:xfrm flipH="1">
            <a:off x="8179361" y="2006557"/>
            <a:ext cx="758825" cy="517525"/>
          </a:xfrm>
          <a:prstGeom prst="straightConnector1">
            <a:avLst/>
          </a:prstGeom>
          <a:noFill/>
          <a:ln w="12700" cap="flat" cmpd="sng">
            <a:solidFill>
              <a:schemeClr val="dk1"/>
            </a:solidFill>
            <a:prstDash val="solid"/>
            <a:round/>
            <a:headEnd type="none" w="sm" len="sm"/>
            <a:tailEnd type="none" w="sm" len="sm"/>
          </a:ln>
        </p:spPr>
      </p:cxnSp>
      <p:cxnSp>
        <p:nvCxnSpPr>
          <p:cNvPr id="1591" name="Google Shape;1591;p13"/>
          <p:cNvCxnSpPr/>
          <p:nvPr/>
        </p:nvCxnSpPr>
        <p:spPr>
          <a:xfrm flipH="1">
            <a:off x="8188886" y="1446169"/>
            <a:ext cx="476250" cy="342900"/>
          </a:xfrm>
          <a:prstGeom prst="straightConnector1">
            <a:avLst/>
          </a:prstGeom>
          <a:noFill/>
          <a:ln w="12700" cap="flat" cmpd="sng">
            <a:solidFill>
              <a:schemeClr val="dk1"/>
            </a:solidFill>
            <a:prstDash val="solid"/>
            <a:round/>
            <a:headEnd type="none" w="sm" len="sm"/>
            <a:tailEnd type="none" w="sm" len="sm"/>
          </a:ln>
        </p:spPr>
      </p:cxnSp>
      <p:cxnSp>
        <p:nvCxnSpPr>
          <p:cNvPr id="1592" name="Google Shape;1592;p13"/>
          <p:cNvCxnSpPr/>
          <p:nvPr/>
        </p:nvCxnSpPr>
        <p:spPr>
          <a:xfrm flipH="1">
            <a:off x="8906436" y="1622382"/>
            <a:ext cx="273050" cy="236537"/>
          </a:xfrm>
          <a:prstGeom prst="straightConnector1">
            <a:avLst/>
          </a:prstGeom>
          <a:noFill/>
          <a:ln w="12700" cap="flat" cmpd="sng">
            <a:solidFill>
              <a:schemeClr val="dk1"/>
            </a:solidFill>
            <a:prstDash val="solid"/>
            <a:round/>
            <a:headEnd type="none" w="sm" len="sm"/>
            <a:tailEnd type="none" w="sm" len="sm"/>
          </a:ln>
        </p:spPr>
      </p:cxnSp>
      <p:grpSp>
        <p:nvGrpSpPr>
          <p:cNvPr id="1593" name="Google Shape;1593;p13"/>
          <p:cNvGrpSpPr/>
          <p:nvPr/>
        </p:nvGrpSpPr>
        <p:grpSpPr>
          <a:xfrm>
            <a:off x="7669774" y="1585869"/>
            <a:ext cx="679450" cy="314325"/>
            <a:chOff x="3600" y="219"/>
            <a:chExt cx="360" cy="175"/>
          </a:xfrm>
        </p:grpSpPr>
        <p:sp>
          <p:nvSpPr>
            <p:cNvPr id="1594" name="Google Shape;1594;p13"/>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cxnSp>
          <p:nvCxnSpPr>
            <p:cNvPr id="1595" name="Google Shape;1595;p13"/>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596" name="Google Shape;1596;p13"/>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597" name="Google Shape;1597;p13"/>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598" name="Google Shape;1598;p13"/>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599" name="Google Shape;1599;p13"/>
            <p:cNvGrpSpPr/>
            <p:nvPr/>
          </p:nvGrpSpPr>
          <p:grpSpPr>
            <a:xfrm>
              <a:off x="3686" y="244"/>
              <a:ext cx="177" cy="66"/>
              <a:chOff x="2848" y="848"/>
              <a:chExt cx="140" cy="98"/>
            </a:xfrm>
          </p:grpSpPr>
          <p:cxnSp>
            <p:nvCxnSpPr>
              <p:cNvPr id="1600" name="Google Shape;1600;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01" name="Google Shape;1601;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02" name="Google Shape;1602;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603" name="Google Shape;1603;p13"/>
            <p:cNvGrpSpPr/>
            <p:nvPr/>
          </p:nvGrpSpPr>
          <p:grpSpPr>
            <a:xfrm rot="10800000" flipH="1">
              <a:off x="3686" y="243"/>
              <a:ext cx="177" cy="66"/>
              <a:chOff x="2848" y="848"/>
              <a:chExt cx="140" cy="98"/>
            </a:xfrm>
          </p:grpSpPr>
          <p:cxnSp>
            <p:nvCxnSpPr>
              <p:cNvPr id="1604" name="Google Shape;1604;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05" name="Google Shape;1605;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06" name="Google Shape;1606;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607" name="Google Shape;1607;p13"/>
          <p:cNvGrpSpPr/>
          <p:nvPr/>
        </p:nvGrpSpPr>
        <p:grpSpPr>
          <a:xfrm>
            <a:off x="7687236" y="2243094"/>
            <a:ext cx="679450" cy="314325"/>
            <a:chOff x="3600" y="219"/>
            <a:chExt cx="360" cy="175"/>
          </a:xfrm>
        </p:grpSpPr>
        <p:sp>
          <p:nvSpPr>
            <p:cNvPr id="1608" name="Google Shape;1608;p13"/>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cxnSp>
          <p:nvCxnSpPr>
            <p:cNvPr id="1609" name="Google Shape;1609;p13"/>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610" name="Google Shape;1610;p13"/>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611" name="Google Shape;1611;p13"/>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612" name="Google Shape;1612;p13"/>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613" name="Google Shape;1613;p13"/>
            <p:cNvGrpSpPr/>
            <p:nvPr/>
          </p:nvGrpSpPr>
          <p:grpSpPr>
            <a:xfrm>
              <a:off x="3686" y="244"/>
              <a:ext cx="177" cy="66"/>
              <a:chOff x="2848" y="848"/>
              <a:chExt cx="140" cy="98"/>
            </a:xfrm>
          </p:grpSpPr>
          <p:cxnSp>
            <p:nvCxnSpPr>
              <p:cNvPr id="1614" name="Google Shape;1614;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15" name="Google Shape;1615;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16" name="Google Shape;1616;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617" name="Google Shape;1617;p13"/>
            <p:cNvGrpSpPr/>
            <p:nvPr/>
          </p:nvGrpSpPr>
          <p:grpSpPr>
            <a:xfrm rot="10800000" flipH="1">
              <a:off x="3686" y="243"/>
              <a:ext cx="177" cy="66"/>
              <a:chOff x="2848" y="848"/>
              <a:chExt cx="140" cy="98"/>
            </a:xfrm>
          </p:grpSpPr>
          <p:cxnSp>
            <p:nvCxnSpPr>
              <p:cNvPr id="1618" name="Google Shape;1618;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19" name="Google Shape;1619;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20" name="Google Shape;1620;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621" name="Google Shape;1621;p13"/>
          <p:cNvGrpSpPr/>
          <p:nvPr/>
        </p:nvGrpSpPr>
        <p:grpSpPr>
          <a:xfrm>
            <a:off x="8657199" y="1793832"/>
            <a:ext cx="676275" cy="314325"/>
            <a:chOff x="3600" y="219"/>
            <a:chExt cx="360" cy="175"/>
          </a:xfrm>
        </p:grpSpPr>
        <p:sp>
          <p:nvSpPr>
            <p:cNvPr id="1622" name="Google Shape;1622;p13"/>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cxnSp>
          <p:nvCxnSpPr>
            <p:cNvPr id="1623" name="Google Shape;1623;p13"/>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624" name="Google Shape;1624;p13"/>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625" name="Google Shape;1625;p13"/>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626" name="Google Shape;1626;p13"/>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627" name="Google Shape;1627;p13"/>
            <p:cNvGrpSpPr/>
            <p:nvPr/>
          </p:nvGrpSpPr>
          <p:grpSpPr>
            <a:xfrm>
              <a:off x="3686" y="244"/>
              <a:ext cx="177" cy="66"/>
              <a:chOff x="2848" y="848"/>
              <a:chExt cx="140" cy="98"/>
            </a:xfrm>
          </p:grpSpPr>
          <p:cxnSp>
            <p:nvCxnSpPr>
              <p:cNvPr id="1628" name="Google Shape;1628;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29" name="Google Shape;1629;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30" name="Google Shape;1630;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631" name="Google Shape;1631;p13"/>
            <p:cNvGrpSpPr/>
            <p:nvPr/>
          </p:nvGrpSpPr>
          <p:grpSpPr>
            <a:xfrm rot="10800000" flipH="1">
              <a:off x="3686" y="243"/>
              <a:ext cx="177" cy="66"/>
              <a:chOff x="2848" y="848"/>
              <a:chExt cx="140" cy="98"/>
            </a:xfrm>
          </p:grpSpPr>
          <p:cxnSp>
            <p:nvCxnSpPr>
              <p:cNvPr id="1632" name="Google Shape;1632;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33" name="Google Shape;1633;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34" name="Google Shape;1634;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635" name="Google Shape;1635;p13"/>
          <p:cNvGrpSpPr/>
          <p:nvPr/>
        </p:nvGrpSpPr>
        <p:grpSpPr>
          <a:xfrm>
            <a:off x="8901674" y="2700294"/>
            <a:ext cx="679450" cy="314325"/>
            <a:chOff x="3600" y="219"/>
            <a:chExt cx="360" cy="175"/>
          </a:xfrm>
        </p:grpSpPr>
        <p:sp>
          <p:nvSpPr>
            <p:cNvPr id="1636" name="Google Shape;1636;p13"/>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cxnSp>
          <p:nvCxnSpPr>
            <p:cNvPr id="1637" name="Google Shape;1637;p13"/>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638" name="Google Shape;1638;p13"/>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639" name="Google Shape;1639;p13"/>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640" name="Google Shape;1640;p13"/>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641" name="Google Shape;1641;p13"/>
            <p:cNvGrpSpPr/>
            <p:nvPr/>
          </p:nvGrpSpPr>
          <p:grpSpPr>
            <a:xfrm>
              <a:off x="3686" y="244"/>
              <a:ext cx="177" cy="66"/>
              <a:chOff x="2848" y="848"/>
              <a:chExt cx="140" cy="98"/>
            </a:xfrm>
          </p:grpSpPr>
          <p:cxnSp>
            <p:nvCxnSpPr>
              <p:cNvPr id="1642" name="Google Shape;1642;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43" name="Google Shape;1643;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44" name="Google Shape;1644;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645" name="Google Shape;1645;p13"/>
            <p:cNvGrpSpPr/>
            <p:nvPr/>
          </p:nvGrpSpPr>
          <p:grpSpPr>
            <a:xfrm rot="10800000" flipH="1">
              <a:off x="3686" y="243"/>
              <a:ext cx="177" cy="66"/>
              <a:chOff x="2848" y="848"/>
              <a:chExt cx="140" cy="98"/>
            </a:xfrm>
          </p:grpSpPr>
          <p:cxnSp>
            <p:nvCxnSpPr>
              <p:cNvPr id="1646" name="Google Shape;1646;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47" name="Google Shape;1647;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48" name="Google Shape;1648;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649" name="Google Shape;1649;p13"/>
          <p:cNvGrpSpPr/>
          <p:nvPr/>
        </p:nvGrpSpPr>
        <p:grpSpPr>
          <a:xfrm>
            <a:off x="8669899" y="4692607"/>
            <a:ext cx="715962" cy="311150"/>
            <a:chOff x="3600" y="219"/>
            <a:chExt cx="360" cy="175"/>
          </a:xfrm>
        </p:grpSpPr>
        <p:sp>
          <p:nvSpPr>
            <p:cNvPr id="1650" name="Google Shape;1650;p13"/>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cxnSp>
          <p:nvCxnSpPr>
            <p:cNvPr id="1651" name="Google Shape;1651;p13"/>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652" name="Google Shape;1652;p13"/>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653" name="Google Shape;1653;p13"/>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654" name="Google Shape;1654;p13"/>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655" name="Google Shape;1655;p13"/>
            <p:cNvGrpSpPr/>
            <p:nvPr/>
          </p:nvGrpSpPr>
          <p:grpSpPr>
            <a:xfrm>
              <a:off x="3686" y="244"/>
              <a:ext cx="177" cy="66"/>
              <a:chOff x="2848" y="848"/>
              <a:chExt cx="140" cy="98"/>
            </a:xfrm>
          </p:grpSpPr>
          <p:cxnSp>
            <p:nvCxnSpPr>
              <p:cNvPr id="1656" name="Google Shape;1656;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57" name="Google Shape;1657;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58" name="Google Shape;1658;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659" name="Google Shape;1659;p13"/>
            <p:cNvGrpSpPr/>
            <p:nvPr/>
          </p:nvGrpSpPr>
          <p:grpSpPr>
            <a:xfrm rot="10800000" flipH="1">
              <a:off x="3686" y="243"/>
              <a:ext cx="177" cy="66"/>
              <a:chOff x="2848" y="848"/>
              <a:chExt cx="140" cy="98"/>
            </a:xfrm>
          </p:grpSpPr>
          <p:cxnSp>
            <p:nvCxnSpPr>
              <p:cNvPr id="1660" name="Google Shape;1660;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61" name="Google Shape;1661;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62" name="Google Shape;1662;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pSp>
        <p:nvGrpSpPr>
          <p:cNvPr id="1663" name="Google Shape;1663;p13"/>
          <p:cNvGrpSpPr/>
          <p:nvPr/>
        </p:nvGrpSpPr>
        <p:grpSpPr>
          <a:xfrm>
            <a:off x="9663674" y="3681369"/>
            <a:ext cx="679450" cy="314325"/>
            <a:chOff x="3600" y="219"/>
            <a:chExt cx="360" cy="175"/>
          </a:xfrm>
        </p:grpSpPr>
        <p:sp>
          <p:nvSpPr>
            <p:cNvPr id="1664" name="Google Shape;1664;p13"/>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cxnSp>
          <p:nvCxnSpPr>
            <p:cNvPr id="1665" name="Google Shape;1665;p13"/>
            <p:cNvCxnSpPr/>
            <p:nvPr/>
          </p:nvCxnSpPr>
          <p:spPr>
            <a:xfrm>
              <a:off x="3603" y="289"/>
              <a:ext cx="0" cy="60"/>
            </a:xfrm>
            <a:prstGeom prst="straightConnector1">
              <a:avLst/>
            </a:prstGeom>
            <a:noFill/>
            <a:ln w="12700" cap="flat" cmpd="sng">
              <a:solidFill>
                <a:schemeClr val="dk1"/>
              </a:solidFill>
              <a:prstDash val="solid"/>
              <a:round/>
              <a:headEnd type="none" w="sm" len="sm"/>
              <a:tailEnd type="none" w="sm" len="sm"/>
            </a:ln>
          </p:spPr>
        </p:cxnSp>
        <p:cxnSp>
          <p:nvCxnSpPr>
            <p:cNvPr id="1666" name="Google Shape;1666;p13"/>
            <p:cNvCxnSpPr/>
            <p:nvPr/>
          </p:nvCxnSpPr>
          <p:spPr>
            <a:xfrm>
              <a:off x="3960" y="289"/>
              <a:ext cx="0" cy="60"/>
            </a:xfrm>
            <a:prstGeom prst="straightConnector1">
              <a:avLst/>
            </a:prstGeom>
            <a:noFill/>
            <a:ln w="12700" cap="flat" cmpd="sng">
              <a:solidFill>
                <a:schemeClr val="dk1"/>
              </a:solidFill>
              <a:prstDash val="solid"/>
              <a:round/>
              <a:headEnd type="none" w="sm" len="sm"/>
              <a:tailEnd type="none" w="sm" len="sm"/>
            </a:ln>
          </p:spPr>
        </p:cxnSp>
        <p:sp>
          <p:nvSpPr>
            <p:cNvPr id="1667" name="Google Shape;1667;p13"/>
            <p:cNvSpPr/>
            <p:nvPr/>
          </p:nvSpPr>
          <p:spPr>
            <a:xfrm>
              <a:off x="3603" y="289"/>
              <a:ext cx="354"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668" name="Google Shape;1668;p13"/>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nvGrpSpPr>
            <p:cNvPr id="1669" name="Google Shape;1669;p13"/>
            <p:cNvGrpSpPr/>
            <p:nvPr/>
          </p:nvGrpSpPr>
          <p:grpSpPr>
            <a:xfrm>
              <a:off x="3686" y="244"/>
              <a:ext cx="177" cy="66"/>
              <a:chOff x="2848" y="848"/>
              <a:chExt cx="140" cy="98"/>
            </a:xfrm>
          </p:grpSpPr>
          <p:cxnSp>
            <p:nvCxnSpPr>
              <p:cNvPr id="1670" name="Google Shape;1670;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71" name="Google Shape;1671;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72" name="Google Shape;1672;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nvGrpSpPr>
            <p:cNvPr id="1673" name="Google Shape;1673;p13"/>
            <p:cNvGrpSpPr/>
            <p:nvPr/>
          </p:nvGrpSpPr>
          <p:grpSpPr>
            <a:xfrm rot="10800000" flipH="1">
              <a:off x="3686" y="243"/>
              <a:ext cx="177" cy="66"/>
              <a:chOff x="2848" y="848"/>
              <a:chExt cx="140" cy="98"/>
            </a:xfrm>
          </p:grpSpPr>
          <p:cxnSp>
            <p:nvCxnSpPr>
              <p:cNvPr id="1674" name="Google Shape;1674;p13"/>
              <p:cNvCxnSpPr/>
              <p:nvPr/>
            </p:nvCxnSpPr>
            <p:spPr>
              <a:xfrm rot="10800000" flipH="1">
                <a:off x="2848" y="848"/>
                <a:ext cx="50" cy="2"/>
              </a:xfrm>
              <a:prstGeom prst="straightConnector1">
                <a:avLst/>
              </a:prstGeom>
              <a:noFill/>
              <a:ln w="28575" cap="flat" cmpd="sng">
                <a:solidFill>
                  <a:schemeClr val="dk1"/>
                </a:solidFill>
                <a:prstDash val="solid"/>
                <a:round/>
                <a:headEnd type="none" w="sm" len="sm"/>
                <a:tailEnd type="none" w="sm" len="sm"/>
              </a:ln>
            </p:spPr>
          </p:cxnSp>
          <p:cxnSp>
            <p:nvCxnSpPr>
              <p:cNvPr id="1675" name="Google Shape;1675;p13"/>
              <p:cNvCxnSpPr/>
              <p:nvPr/>
            </p:nvCxnSpPr>
            <p:spPr>
              <a:xfrm>
                <a:off x="2944" y="946"/>
                <a:ext cx="44" cy="0"/>
              </a:xfrm>
              <a:prstGeom prst="straightConnector1">
                <a:avLst/>
              </a:prstGeom>
              <a:noFill/>
              <a:ln w="28575" cap="flat" cmpd="sng">
                <a:solidFill>
                  <a:schemeClr val="dk1"/>
                </a:solidFill>
                <a:prstDash val="solid"/>
                <a:round/>
                <a:headEnd type="none" w="sm" len="sm"/>
                <a:tailEnd type="none" w="sm" len="sm"/>
              </a:ln>
            </p:spPr>
          </p:cxnSp>
          <p:cxnSp>
            <p:nvCxnSpPr>
              <p:cNvPr id="1676" name="Google Shape;1676;p13"/>
              <p:cNvCxnSpPr/>
              <p:nvPr/>
            </p:nvCxnSpPr>
            <p:spPr>
              <a:xfrm>
                <a:off x="2894" y="850"/>
                <a:ext cx="52" cy="96"/>
              </a:xfrm>
              <a:prstGeom prst="straightConnector1">
                <a:avLst/>
              </a:prstGeom>
              <a:noFill/>
              <a:ln w="28575" cap="flat" cmpd="sng">
                <a:solidFill>
                  <a:schemeClr val="dk1"/>
                </a:solidFill>
                <a:prstDash val="solid"/>
                <a:round/>
                <a:headEnd type="none" w="sm" len="sm"/>
                <a:tailEnd type="none" w="sm" len="sm"/>
              </a:ln>
            </p:spPr>
          </p:cxnSp>
        </p:grpSp>
      </p:grpSp>
      <p:graphicFrame>
        <p:nvGraphicFramePr>
          <p:cNvPr id="1677" name="Google Shape;1677;p13"/>
          <p:cNvGraphicFramePr/>
          <p:nvPr/>
        </p:nvGraphicFramePr>
        <p:xfrm>
          <a:off x="7630086" y="4184607"/>
          <a:ext cx="563563" cy="446087"/>
        </p:xfrm>
        <a:graphic>
          <a:graphicData uri="http://schemas.openxmlformats.org/presentationml/2006/ole">
            <mc:AlternateContent xmlns:mc="http://schemas.openxmlformats.org/markup-compatibility/2006">
              <mc:Choice xmlns:v="urn:schemas-microsoft-com:vml" Requires="v">
                <p:oleObj r:id="rId7" imgW="563563" imgH="446087" progId="MS_ClipArt_Gallery.2">
                  <p:embed/>
                </p:oleObj>
              </mc:Choice>
              <mc:Fallback>
                <p:oleObj r:id="rId7" imgW="563563" imgH="446087" progId="MS_ClipArt_Gallery.2">
                  <p:embed/>
                  <p:pic>
                    <p:nvPicPr>
                      <p:cNvPr id="1677" name="Google Shape;1677;p13"/>
                      <p:cNvPicPr preferRelativeResize="0"/>
                      <p:nvPr/>
                    </p:nvPicPr>
                    <p:blipFill rotWithShape="1">
                      <a:blip r:embed="rId8">
                        <a:alphaModFix/>
                      </a:blip>
                      <a:srcRect/>
                      <a:stretch/>
                    </p:blipFill>
                    <p:spPr>
                      <a:xfrm>
                        <a:off x="7630086" y="4184607"/>
                        <a:ext cx="563563" cy="446087"/>
                      </a:xfrm>
                      <a:prstGeom prst="rect">
                        <a:avLst/>
                      </a:prstGeom>
                      <a:noFill/>
                      <a:ln>
                        <a:noFill/>
                      </a:ln>
                    </p:spPr>
                  </p:pic>
                </p:oleObj>
              </mc:Fallback>
            </mc:AlternateContent>
          </a:graphicData>
        </a:graphic>
      </p:graphicFrame>
      <p:cxnSp>
        <p:nvCxnSpPr>
          <p:cNvPr id="1678" name="Google Shape;1678;p13"/>
          <p:cNvCxnSpPr/>
          <p:nvPr/>
        </p:nvCxnSpPr>
        <p:spPr>
          <a:xfrm>
            <a:off x="8174599" y="4513219"/>
            <a:ext cx="314325" cy="1588"/>
          </a:xfrm>
          <a:prstGeom prst="straightConnector1">
            <a:avLst/>
          </a:prstGeom>
          <a:noFill/>
          <a:ln w="19050" cap="flat" cmpd="sng">
            <a:solidFill>
              <a:schemeClr val="dk1"/>
            </a:solidFill>
            <a:prstDash val="solid"/>
            <a:round/>
            <a:headEnd type="none" w="sm" len="sm"/>
            <a:tailEnd type="none" w="sm" len="sm"/>
          </a:ln>
        </p:spPr>
      </p:cxnSp>
      <p:graphicFrame>
        <p:nvGraphicFramePr>
          <p:cNvPr id="1679" name="Google Shape;1679;p13"/>
          <p:cNvGraphicFramePr/>
          <p:nvPr/>
        </p:nvGraphicFramePr>
        <p:xfrm>
          <a:off x="7839636" y="4983119"/>
          <a:ext cx="563563" cy="446088"/>
        </p:xfrm>
        <a:graphic>
          <a:graphicData uri="http://schemas.openxmlformats.org/presentationml/2006/ole">
            <mc:AlternateContent xmlns:mc="http://schemas.openxmlformats.org/markup-compatibility/2006">
              <mc:Choice xmlns:v="urn:schemas-microsoft-com:vml" Requires="v">
                <p:oleObj r:id="rId9" imgW="563563" imgH="446088" progId="MS_ClipArt_Gallery.2">
                  <p:embed/>
                </p:oleObj>
              </mc:Choice>
              <mc:Fallback>
                <p:oleObj r:id="rId9" imgW="563563" imgH="446088" progId="MS_ClipArt_Gallery.2">
                  <p:embed/>
                  <p:pic>
                    <p:nvPicPr>
                      <p:cNvPr id="1679" name="Google Shape;1679;p13"/>
                      <p:cNvPicPr preferRelativeResize="0"/>
                      <p:nvPr/>
                    </p:nvPicPr>
                    <p:blipFill rotWithShape="1">
                      <a:blip r:embed="rId8">
                        <a:alphaModFix/>
                      </a:blip>
                      <a:srcRect/>
                      <a:stretch/>
                    </p:blipFill>
                    <p:spPr>
                      <a:xfrm>
                        <a:off x="7839636" y="4983119"/>
                        <a:ext cx="563563" cy="446088"/>
                      </a:xfrm>
                      <a:prstGeom prst="rect">
                        <a:avLst/>
                      </a:prstGeom>
                      <a:noFill/>
                      <a:ln>
                        <a:noFill/>
                      </a:ln>
                    </p:spPr>
                  </p:pic>
                </p:oleObj>
              </mc:Fallback>
            </mc:AlternateContent>
          </a:graphicData>
        </a:graphic>
      </p:graphicFrame>
      <p:cxnSp>
        <p:nvCxnSpPr>
          <p:cNvPr id="1680" name="Google Shape;1680;p13"/>
          <p:cNvCxnSpPr/>
          <p:nvPr/>
        </p:nvCxnSpPr>
        <p:spPr>
          <a:xfrm rot="10800000" flipH="1">
            <a:off x="8390499" y="5321257"/>
            <a:ext cx="98425" cy="3175"/>
          </a:xfrm>
          <a:prstGeom prst="straightConnector1">
            <a:avLst/>
          </a:prstGeom>
          <a:noFill/>
          <a:ln w="19050" cap="flat" cmpd="sng">
            <a:solidFill>
              <a:schemeClr val="dk1"/>
            </a:solidFill>
            <a:prstDash val="solid"/>
            <a:round/>
            <a:headEnd type="none" w="sm" len="sm"/>
            <a:tailEnd type="none" w="sm" len="sm"/>
          </a:ln>
        </p:spPr>
      </p:cxnSp>
      <p:grpSp>
        <p:nvGrpSpPr>
          <p:cNvPr id="1681" name="Google Shape;1681;p13"/>
          <p:cNvGrpSpPr/>
          <p:nvPr/>
        </p:nvGrpSpPr>
        <p:grpSpPr>
          <a:xfrm>
            <a:off x="8009499" y="4641807"/>
            <a:ext cx="96837" cy="300037"/>
            <a:chOff x="3842" y="406"/>
            <a:chExt cx="51" cy="167"/>
          </a:xfrm>
        </p:grpSpPr>
        <p:sp>
          <p:nvSpPr>
            <p:cNvPr id="1682" name="Google Shape;1682;p13"/>
            <p:cNvSpPr/>
            <p:nvPr/>
          </p:nvSpPr>
          <p:spPr>
            <a:xfrm>
              <a:off x="3842" y="40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683" name="Google Shape;1683;p13"/>
            <p:cNvSpPr/>
            <p:nvPr/>
          </p:nvSpPr>
          <p:spPr>
            <a:xfrm>
              <a:off x="3844" y="46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684" name="Google Shape;1684;p13"/>
            <p:cNvSpPr/>
            <p:nvPr/>
          </p:nvSpPr>
          <p:spPr>
            <a:xfrm>
              <a:off x="3846" y="52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cxnSp>
        <p:nvCxnSpPr>
          <p:cNvPr id="1685" name="Google Shape;1685;p13"/>
          <p:cNvCxnSpPr/>
          <p:nvPr/>
        </p:nvCxnSpPr>
        <p:spPr>
          <a:xfrm>
            <a:off x="8480986" y="4510044"/>
            <a:ext cx="0" cy="809625"/>
          </a:xfrm>
          <a:prstGeom prst="straightConnector1">
            <a:avLst/>
          </a:prstGeom>
          <a:noFill/>
          <a:ln w="12700" cap="flat" cmpd="sng">
            <a:solidFill>
              <a:schemeClr val="dk1"/>
            </a:solidFill>
            <a:prstDash val="solid"/>
            <a:round/>
            <a:headEnd type="none" w="sm" len="sm"/>
            <a:tailEnd type="none" w="sm" len="sm"/>
          </a:ln>
        </p:spPr>
      </p:cxnSp>
      <p:cxnSp>
        <p:nvCxnSpPr>
          <p:cNvPr id="1686" name="Google Shape;1686;p13"/>
          <p:cNvCxnSpPr/>
          <p:nvPr/>
        </p:nvCxnSpPr>
        <p:spPr>
          <a:xfrm>
            <a:off x="8480986" y="4859294"/>
            <a:ext cx="187325" cy="3175"/>
          </a:xfrm>
          <a:prstGeom prst="straightConnector1">
            <a:avLst/>
          </a:prstGeom>
          <a:noFill/>
          <a:ln w="12700" cap="flat" cmpd="sng">
            <a:solidFill>
              <a:schemeClr val="dk1"/>
            </a:solidFill>
            <a:prstDash val="solid"/>
            <a:round/>
            <a:headEnd type="none" w="sm" len="sm"/>
            <a:tailEnd type="none" w="sm" len="sm"/>
          </a:ln>
        </p:spPr>
      </p:cxnSp>
      <p:cxnSp>
        <p:nvCxnSpPr>
          <p:cNvPr id="1687" name="Google Shape;1687;p13"/>
          <p:cNvCxnSpPr/>
          <p:nvPr/>
        </p:nvCxnSpPr>
        <p:spPr>
          <a:xfrm flipH="1">
            <a:off x="9385861" y="3998869"/>
            <a:ext cx="636588" cy="877888"/>
          </a:xfrm>
          <a:prstGeom prst="straightConnector1">
            <a:avLst/>
          </a:prstGeom>
          <a:noFill/>
          <a:ln w="12700" cap="flat" cmpd="sng">
            <a:solidFill>
              <a:schemeClr val="dk1"/>
            </a:solidFill>
            <a:prstDash val="solid"/>
            <a:round/>
            <a:headEnd type="none" w="sm" len="sm"/>
            <a:tailEnd type="none" w="sm" len="sm"/>
          </a:ln>
        </p:spPr>
      </p:cxnSp>
      <p:grpSp>
        <p:nvGrpSpPr>
          <p:cNvPr id="1688" name="Google Shape;1688;p13"/>
          <p:cNvGrpSpPr/>
          <p:nvPr/>
        </p:nvGrpSpPr>
        <p:grpSpPr>
          <a:xfrm rot="1433392">
            <a:off x="7503916" y="2297906"/>
            <a:ext cx="1028700" cy="171450"/>
            <a:chOff x="4712" y="1742"/>
            <a:chExt cx="648" cy="108"/>
          </a:xfrm>
        </p:grpSpPr>
        <p:sp>
          <p:nvSpPr>
            <p:cNvPr id="1689" name="Google Shape;1689;p13"/>
            <p:cNvSpPr/>
            <p:nvPr/>
          </p:nvSpPr>
          <p:spPr>
            <a:xfrm>
              <a:off x="4712" y="1742"/>
              <a:ext cx="648"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690" name="Google Shape;1690;p13"/>
            <p:cNvSpPr/>
            <p:nvPr/>
          </p:nvSpPr>
          <p:spPr>
            <a:xfrm>
              <a:off x="4712" y="1742"/>
              <a:ext cx="534"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grpSp>
        <p:nvGrpSpPr>
          <p:cNvPr id="1691" name="Google Shape;1691;p13"/>
          <p:cNvGrpSpPr/>
          <p:nvPr/>
        </p:nvGrpSpPr>
        <p:grpSpPr>
          <a:xfrm rot="3346875">
            <a:off x="9208061" y="3033670"/>
            <a:ext cx="447675" cy="171450"/>
            <a:chOff x="5078" y="1860"/>
            <a:chExt cx="282" cy="108"/>
          </a:xfrm>
        </p:grpSpPr>
        <p:sp>
          <p:nvSpPr>
            <p:cNvPr id="1692" name="Google Shape;1692;p13"/>
            <p:cNvSpPr/>
            <p:nvPr/>
          </p:nvSpPr>
          <p:spPr>
            <a:xfrm>
              <a:off x="5216" y="1860"/>
              <a:ext cx="144"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693" name="Google Shape;1693;p13"/>
            <p:cNvSpPr/>
            <p:nvPr/>
          </p:nvSpPr>
          <p:spPr>
            <a:xfrm>
              <a:off x="5078" y="1860"/>
              <a:ext cx="166"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grpSp>
        <p:nvGrpSpPr>
          <p:cNvPr id="1694" name="Google Shape;1694;p13"/>
          <p:cNvGrpSpPr/>
          <p:nvPr/>
        </p:nvGrpSpPr>
        <p:grpSpPr>
          <a:xfrm rot="3215306">
            <a:off x="9525561" y="3138445"/>
            <a:ext cx="447675" cy="171450"/>
            <a:chOff x="5078" y="1860"/>
            <a:chExt cx="282" cy="108"/>
          </a:xfrm>
        </p:grpSpPr>
        <p:sp>
          <p:nvSpPr>
            <p:cNvPr id="1695" name="Google Shape;1695;p13"/>
            <p:cNvSpPr/>
            <p:nvPr/>
          </p:nvSpPr>
          <p:spPr>
            <a:xfrm>
              <a:off x="5216" y="1860"/>
              <a:ext cx="144"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696" name="Google Shape;1696;p13"/>
            <p:cNvSpPr/>
            <p:nvPr/>
          </p:nvSpPr>
          <p:spPr>
            <a:xfrm>
              <a:off x="5078" y="1860"/>
              <a:ext cx="166"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grpSp>
        <p:nvGrpSpPr>
          <p:cNvPr id="1697" name="Google Shape;1697;p13"/>
          <p:cNvGrpSpPr/>
          <p:nvPr/>
        </p:nvGrpSpPr>
        <p:grpSpPr>
          <a:xfrm rot="3051000">
            <a:off x="9877986" y="3259095"/>
            <a:ext cx="447675" cy="171450"/>
            <a:chOff x="5078" y="1860"/>
            <a:chExt cx="282" cy="108"/>
          </a:xfrm>
        </p:grpSpPr>
        <p:sp>
          <p:nvSpPr>
            <p:cNvPr id="1698" name="Google Shape;1698;p13"/>
            <p:cNvSpPr/>
            <p:nvPr/>
          </p:nvSpPr>
          <p:spPr>
            <a:xfrm>
              <a:off x="5216" y="1860"/>
              <a:ext cx="144"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699" name="Google Shape;1699;p13"/>
            <p:cNvSpPr/>
            <p:nvPr/>
          </p:nvSpPr>
          <p:spPr>
            <a:xfrm>
              <a:off x="5078" y="1860"/>
              <a:ext cx="166"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cxnSp>
        <p:nvCxnSpPr>
          <p:cNvPr id="1700" name="Google Shape;1700;p13"/>
          <p:cNvCxnSpPr/>
          <p:nvPr/>
        </p:nvCxnSpPr>
        <p:spPr>
          <a:xfrm>
            <a:off x="8507216" y="2618581"/>
            <a:ext cx="219075" cy="69850"/>
          </a:xfrm>
          <a:prstGeom prst="straightConnector1">
            <a:avLst/>
          </a:prstGeom>
          <a:noFill/>
          <a:ln w="9525" cap="flat" cmpd="sng">
            <a:solidFill>
              <a:schemeClr val="dk1"/>
            </a:solidFill>
            <a:prstDash val="solid"/>
            <a:round/>
            <a:headEnd type="none" w="sm" len="sm"/>
            <a:tailEnd type="triangle" w="med" len="med"/>
          </a:ln>
        </p:spPr>
      </p:cxnSp>
      <p:cxnSp>
        <p:nvCxnSpPr>
          <p:cNvPr id="1701" name="Google Shape;1701;p13"/>
          <p:cNvCxnSpPr/>
          <p:nvPr/>
        </p:nvCxnSpPr>
        <p:spPr>
          <a:xfrm>
            <a:off x="9566836" y="3309894"/>
            <a:ext cx="133350" cy="177800"/>
          </a:xfrm>
          <a:prstGeom prst="straightConnector1">
            <a:avLst/>
          </a:prstGeom>
          <a:noFill/>
          <a:ln w="9525" cap="flat" cmpd="sng">
            <a:solidFill>
              <a:schemeClr val="dk1"/>
            </a:solidFill>
            <a:prstDash val="solid"/>
            <a:round/>
            <a:headEnd type="none" w="sm" len="sm"/>
            <a:tailEnd type="triangle" w="med" len="med"/>
          </a:ln>
        </p:spPr>
      </p:cxnSp>
      <p:cxnSp>
        <p:nvCxnSpPr>
          <p:cNvPr id="1702" name="Google Shape;1702;p13"/>
          <p:cNvCxnSpPr/>
          <p:nvPr/>
        </p:nvCxnSpPr>
        <p:spPr>
          <a:xfrm>
            <a:off x="9890686" y="3408319"/>
            <a:ext cx="117475" cy="177800"/>
          </a:xfrm>
          <a:prstGeom prst="straightConnector1">
            <a:avLst/>
          </a:prstGeom>
          <a:noFill/>
          <a:ln w="9525" cap="flat" cmpd="sng">
            <a:solidFill>
              <a:schemeClr val="dk1"/>
            </a:solidFill>
            <a:prstDash val="solid"/>
            <a:round/>
            <a:headEnd type="none" w="sm" len="sm"/>
            <a:tailEnd type="triangle" w="med" len="med"/>
          </a:ln>
        </p:spPr>
      </p:cxnSp>
      <p:cxnSp>
        <p:nvCxnSpPr>
          <p:cNvPr id="1703" name="Google Shape;1703;p13"/>
          <p:cNvCxnSpPr/>
          <p:nvPr/>
        </p:nvCxnSpPr>
        <p:spPr>
          <a:xfrm>
            <a:off x="10258986" y="3522619"/>
            <a:ext cx="101600" cy="187325"/>
          </a:xfrm>
          <a:prstGeom prst="straightConnector1">
            <a:avLst/>
          </a:prstGeom>
          <a:noFill/>
          <a:ln w="9525" cap="flat" cmpd="sng">
            <a:solidFill>
              <a:schemeClr val="dk1"/>
            </a:solidFill>
            <a:prstDash val="solid"/>
            <a:round/>
            <a:headEnd type="none" w="sm" len="sm"/>
            <a:tailEnd type="triangle" w="med" len="med"/>
          </a:ln>
        </p:spPr>
      </p:cxnSp>
      <p:sp>
        <p:nvSpPr>
          <p:cNvPr id="1704" name="Google Shape;1704;p13"/>
          <p:cNvSpPr txBox="1"/>
          <p:nvPr/>
        </p:nvSpPr>
        <p:spPr>
          <a:xfrm>
            <a:off x="9412849" y="1245694"/>
            <a:ext cx="2743200" cy="10779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Comic Sans MS"/>
                <a:ea typeface="Comic Sans MS"/>
                <a:cs typeface="Comic Sans MS"/>
                <a:sym typeface="Comic Sans MS"/>
              </a:rPr>
              <a:t>fragmentation: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2"/>
              </a:buClr>
              <a:buSzPts val="1600"/>
              <a:buFont typeface="Arial"/>
              <a:buNone/>
            </a:pPr>
            <a:r>
              <a:rPr lang="en-US" sz="1600" b="0" i="0" u="none" strike="noStrike" cap="none">
                <a:solidFill>
                  <a:schemeClr val="accent2"/>
                </a:solidFill>
                <a:latin typeface="Comic Sans MS"/>
                <a:ea typeface="Comic Sans MS"/>
                <a:cs typeface="Comic Sans MS"/>
                <a:sym typeface="Comic Sans MS"/>
              </a:rPr>
              <a:t>in:</a:t>
            </a:r>
            <a:r>
              <a:rPr lang="en-US" sz="1600" b="0" i="0" u="none" strike="noStrike" cap="none">
                <a:solidFill>
                  <a:schemeClr val="dk1"/>
                </a:solidFill>
                <a:latin typeface="Comic Sans MS"/>
                <a:ea typeface="Comic Sans MS"/>
                <a:cs typeface="Comic Sans MS"/>
                <a:sym typeface="Comic Sans MS"/>
              </a:rPr>
              <a:t> one large datagram (4000 bytes)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2"/>
              </a:buClr>
              <a:buSzPts val="1600"/>
              <a:buFont typeface="Arial"/>
              <a:buNone/>
            </a:pPr>
            <a:r>
              <a:rPr lang="en-US" sz="1600" b="0" i="0" u="none" strike="noStrike" cap="none">
                <a:solidFill>
                  <a:schemeClr val="accent2"/>
                </a:solidFill>
                <a:latin typeface="Comic Sans MS"/>
                <a:ea typeface="Comic Sans MS"/>
                <a:cs typeface="Comic Sans MS"/>
                <a:sym typeface="Comic Sans MS"/>
              </a:rPr>
              <a:t>out:</a:t>
            </a:r>
            <a:r>
              <a:rPr lang="en-US" sz="1600" b="0" i="0" u="none" strike="noStrike" cap="none">
                <a:solidFill>
                  <a:schemeClr val="dk1"/>
                </a:solidFill>
                <a:latin typeface="Comic Sans MS"/>
                <a:ea typeface="Comic Sans MS"/>
                <a:cs typeface="Comic Sans MS"/>
                <a:sym typeface="Comic Sans MS"/>
              </a:rPr>
              <a:t> 3 smaller datagrams</a:t>
            </a:r>
            <a:endParaRPr sz="1800" b="0" i="0" u="none" strike="noStrike" cap="none">
              <a:solidFill>
                <a:schemeClr val="dk1"/>
              </a:solidFill>
              <a:latin typeface="Comic Sans MS"/>
              <a:ea typeface="Comic Sans MS"/>
              <a:cs typeface="Comic Sans MS"/>
              <a:sym typeface="Comic Sans MS"/>
            </a:endParaRPr>
          </a:p>
        </p:txBody>
      </p:sp>
      <p:grpSp>
        <p:nvGrpSpPr>
          <p:cNvPr id="1705" name="Google Shape;1705;p13"/>
          <p:cNvGrpSpPr/>
          <p:nvPr/>
        </p:nvGrpSpPr>
        <p:grpSpPr>
          <a:xfrm rot="-10773343">
            <a:off x="8534961" y="4144919"/>
            <a:ext cx="447675" cy="171450"/>
            <a:chOff x="5078" y="1860"/>
            <a:chExt cx="282" cy="108"/>
          </a:xfrm>
        </p:grpSpPr>
        <p:sp>
          <p:nvSpPr>
            <p:cNvPr id="1706" name="Google Shape;1706;p13"/>
            <p:cNvSpPr/>
            <p:nvPr/>
          </p:nvSpPr>
          <p:spPr>
            <a:xfrm>
              <a:off x="5216" y="1860"/>
              <a:ext cx="144"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707" name="Google Shape;1707;p13"/>
            <p:cNvSpPr/>
            <p:nvPr/>
          </p:nvSpPr>
          <p:spPr>
            <a:xfrm>
              <a:off x="5078" y="1860"/>
              <a:ext cx="166"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grpSp>
        <p:nvGrpSpPr>
          <p:cNvPr id="1708" name="Google Shape;1708;p13"/>
          <p:cNvGrpSpPr/>
          <p:nvPr/>
        </p:nvGrpSpPr>
        <p:grpSpPr>
          <a:xfrm rot="-10773343">
            <a:off x="8538136" y="4338594"/>
            <a:ext cx="447675" cy="171450"/>
            <a:chOff x="5078" y="1860"/>
            <a:chExt cx="282" cy="108"/>
          </a:xfrm>
        </p:grpSpPr>
        <p:sp>
          <p:nvSpPr>
            <p:cNvPr id="1709" name="Google Shape;1709;p13"/>
            <p:cNvSpPr/>
            <p:nvPr/>
          </p:nvSpPr>
          <p:spPr>
            <a:xfrm>
              <a:off x="5216" y="1860"/>
              <a:ext cx="144"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710" name="Google Shape;1710;p13"/>
            <p:cNvSpPr/>
            <p:nvPr/>
          </p:nvSpPr>
          <p:spPr>
            <a:xfrm>
              <a:off x="5078" y="1860"/>
              <a:ext cx="166"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grpSp>
        <p:nvGrpSpPr>
          <p:cNvPr id="1711" name="Google Shape;1711;p13"/>
          <p:cNvGrpSpPr/>
          <p:nvPr/>
        </p:nvGrpSpPr>
        <p:grpSpPr>
          <a:xfrm rot="-10773343">
            <a:off x="8541311" y="4532269"/>
            <a:ext cx="447675" cy="171450"/>
            <a:chOff x="5078" y="1860"/>
            <a:chExt cx="282" cy="108"/>
          </a:xfrm>
        </p:grpSpPr>
        <p:sp>
          <p:nvSpPr>
            <p:cNvPr id="1712" name="Google Shape;1712;p13"/>
            <p:cNvSpPr/>
            <p:nvPr/>
          </p:nvSpPr>
          <p:spPr>
            <a:xfrm>
              <a:off x="5216" y="1860"/>
              <a:ext cx="144"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713" name="Google Shape;1713;p13"/>
            <p:cNvSpPr/>
            <p:nvPr/>
          </p:nvSpPr>
          <p:spPr>
            <a:xfrm>
              <a:off x="5078" y="1860"/>
              <a:ext cx="166"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cxnSp>
        <p:nvCxnSpPr>
          <p:cNvPr id="1714" name="Google Shape;1714;p13"/>
          <p:cNvCxnSpPr/>
          <p:nvPr/>
        </p:nvCxnSpPr>
        <p:spPr>
          <a:xfrm rot="9691848">
            <a:off x="8290486" y="4202069"/>
            <a:ext cx="219075" cy="69850"/>
          </a:xfrm>
          <a:prstGeom prst="straightConnector1">
            <a:avLst/>
          </a:prstGeom>
          <a:noFill/>
          <a:ln w="9525" cap="flat" cmpd="sng">
            <a:solidFill>
              <a:schemeClr val="dk1"/>
            </a:solidFill>
            <a:prstDash val="solid"/>
            <a:round/>
            <a:headEnd type="none" w="sm" len="sm"/>
            <a:tailEnd type="triangle" w="med" len="med"/>
          </a:ln>
        </p:spPr>
      </p:cxnSp>
      <p:cxnSp>
        <p:nvCxnSpPr>
          <p:cNvPr id="1715" name="Google Shape;1715;p13"/>
          <p:cNvCxnSpPr/>
          <p:nvPr/>
        </p:nvCxnSpPr>
        <p:spPr>
          <a:xfrm rot="9691848">
            <a:off x="8280961" y="4376694"/>
            <a:ext cx="219075" cy="69850"/>
          </a:xfrm>
          <a:prstGeom prst="straightConnector1">
            <a:avLst/>
          </a:prstGeom>
          <a:noFill/>
          <a:ln w="9525" cap="flat" cmpd="sng">
            <a:solidFill>
              <a:schemeClr val="dk1"/>
            </a:solidFill>
            <a:prstDash val="solid"/>
            <a:round/>
            <a:headEnd type="none" w="sm" len="sm"/>
            <a:tailEnd type="triangle" w="med" len="med"/>
          </a:ln>
        </p:spPr>
      </p:cxnSp>
      <p:cxnSp>
        <p:nvCxnSpPr>
          <p:cNvPr id="1716" name="Google Shape;1716;p13"/>
          <p:cNvCxnSpPr/>
          <p:nvPr/>
        </p:nvCxnSpPr>
        <p:spPr>
          <a:xfrm rot="9691848">
            <a:off x="8284136" y="4583069"/>
            <a:ext cx="219075" cy="69850"/>
          </a:xfrm>
          <a:prstGeom prst="straightConnector1">
            <a:avLst/>
          </a:prstGeom>
          <a:noFill/>
          <a:ln w="9525" cap="flat" cmpd="sng">
            <a:solidFill>
              <a:schemeClr val="dk1"/>
            </a:solidFill>
            <a:prstDash val="solid"/>
            <a:round/>
            <a:headEnd type="none" w="sm" len="sm"/>
            <a:tailEnd type="triangle" w="med" len="med"/>
          </a:ln>
        </p:spPr>
      </p:cxnSp>
      <p:grpSp>
        <p:nvGrpSpPr>
          <p:cNvPr id="1717" name="Google Shape;1717;p13"/>
          <p:cNvGrpSpPr/>
          <p:nvPr/>
        </p:nvGrpSpPr>
        <p:grpSpPr>
          <a:xfrm rot="10793026">
            <a:off x="7206224" y="3981407"/>
            <a:ext cx="1030287" cy="173037"/>
            <a:chOff x="4712" y="1742"/>
            <a:chExt cx="648" cy="108"/>
          </a:xfrm>
        </p:grpSpPr>
        <p:sp>
          <p:nvSpPr>
            <p:cNvPr id="1718" name="Google Shape;1718;p13"/>
            <p:cNvSpPr/>
            <p:nvPr/>
          </p:nvSpPr>
          <p:spPr>
            <a:xfrm>
              <a:off x="4712" y="1742"/>
              <a:ext cx="648" cy="1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sp>
          <p:nvSpPr>
            <p:cNvPr id="1719" name="Google Shape;1719;p13"/>
            <p:cNvSpPr/>
            <p:nvPr/>
          </p:nvSpPr>
          <p:spPr>
            <a:xfrm>
              <a:off x="4712" y="1742"/>
              <a:ext cx="534" cy="108"/>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omic Sans MS"/>
                <a:ea typeface="Comic Sans MS"/>
                <a:cs typeface="Comic Sans MS"/>
                <a:sym typeface="Comic Sans MS"/>
              </a:endParaRPr>
            </a:p>
          </p:txBody>
        </p:sp>
      </p:grpSp>
      <p:sp>
        <p:nvSpPr>
          <p:cNvPr id="1720" name="Google Shape;1720;p13"/>
          <p:cNvSpPr txBox="1"/>
          <p:nvPr/>
        </p:nvSpPr>
        <p:spPr>
          <a:xfrm>
            <a:off x="7596749" y="3635332"/>
            <a:ext cx="1246187" cy="33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Comic Sans MS"/>
                <a:ea typeface="Comic Sans MS"/>
                <a:cs typeface="Comic Sans MS"/>
                <a:sym typeface="Comic Sans MS"/>
              </a:rPr>
              <a:t>reassembly</a:t>
            </a:r>
            <a:endParaRPr sz="1800" b="0" i="0" u="none" strike="noStrike" cap="none">
              <a:solidFill>
                <a:schemeClr val="dk1"/>
              </a:solidFill>
              <a:latin typeface="Comic Sans MS"/>
              <a:ea typeface="Comic Sans MS"/>
              <a:cs typeface="Comic Sans MS"/>
              <a:sym typeface="Comic Sans MS"/>
            </a:endParaRPr>
          </a:p>
        </p:txBody>
      </p:sp>
      <p:sp>
        <p:nvSpPr>
          <p:cNvPr id="1721" name="Google Shape;1721;p13"/>
          <p:cNvSpPr txBox="1"/>
          <p:nvPr/>
        </p:nvSpPr>
        <p:spPr>
          <a:xfrm>
            <a:off x="9835124" y="2839994"/>
            <a:ext cx="2233612" cy="3381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2"/>
              </a:buClr>
              <a:buSzPts val="1600"/>
              <a:buFont typeface="Arial"/>
              <a:buNone/>
            </a:pPr>
            <a:r>
              <a:rPr lang="en-US" sz="1600" b="0" i="0" u="none" strike="noStrike" cap="none">
                <a:solidFill>
                  <a:schemeClr val="accent2"/>
                </a:solidFill>
                <a:latin typeface="Comic Sans MS"/>
                <a:ea typeface="Comic Sans MS"/>
                <a:cs typeface="Comic Sans MS"/>
                <a:sym typeface="Comic Sans MS"/>
              </a:rPr>
              <a:t>Link MTU:</a:t>
            </a:r>
            <a:r>
              <a:rPr lang="en-US" sz="1600" b="0" i="0" u="none" strike="noStrike" cap="none">
                <a:solidFill>
                  <a:schemeClr val="dk1"/>
                </a:solidFill>
                <a:latin typeface="Comic Sans MS"/>
                <a:ea typeface="Comic Sans MS"/>
                <a:cs typeface="Comic Sans MS"/>
                <a:sym typeface="Comic Sans MS"/>
              </a:rPr>
              <a:t> 1500bytes</a:t>
            </a:r>
            <a:endParaRPr sz="1400" b="0" i="0" u="none" strike="noStrike" cap="none">
              <a:solidFill>
                <a:srgbClr val="000000"/>
              </a:solidFill>
              <a:latin typeface="Arial"/>
              <a:ea typeface="Arial"/>
              <a:cs typeface="Arial"/>
              <a:sym typeface="Arial"/>
            </a:endParaRPr>
          </a:p>
        </p:txBody>
      </p:sp>
      <p:pic>
        <p:nvPicPr>
          <p:cNvPr id="1722" name="Google Shape;1722;p13"/>
          <p:cNvPicPr preferRelativeResize="0"/>
          <p:nvPr/>
        </p:nvPicPr>
        <p:blipFill rotWithShape="1">
          <a:blip r:embed="rId5">
            <a:alphaModFix/>
          </a:blip>
          <a:srcRect/>
          <a:stretch/>
        </p:blipFill>
        <p:spPr>
          <a:xfrm>
            <a:off x="0" y="0"/>
            <a:ext cx="0" cy="0"/>
          </a:xfrm>
          <a:prstGeom prst="rect">
            <a:avLst/>
          </a:prstGeom>
          <a:noFill/>
          <a:ln>
            <a:noFill/>
          </a:ln>
        </p:spPr>
      </p:pic>
      <p:pic>
        <p:nvPicPr>
          <p:cNvPr id="1723" name="Google Shape;1723;p13"/>
          <p:cNvPicPr preferRelativeResize="0"/>
          <p:nvPr/>
        </p:nvPicPr>
        <p:blipFill rotWithShape="1">
          <a:blip r:embed="rId5">
            <a:alphaModFix/>
          </a:blip>
          <a:srcRect/>
          <a:stretch/>
        </p:blipFill>
        <p:spPr>
          <a:xfrm>
            <a:off x="0" y="0"/>
            <a:ext cx="0" cy="0"/>
          </a:xfrm>
          <a:prstGeom prst="rect">
            <a:avLst/>
          </a:prstGeom>
          <a:noFill/>
          <a:ln>
            <a:noFill/>
          </a:ln>
        </p:spPr>
      </p:pic>
      <p:pic>
        <p:nvPicPr>
          <p:cNvPr id="1724" name="Google Shape;1724;p13" descr="rId1"/>
          <p:cNvPicPr preferRelativeResize="0"/>
          <p:nvPr/>
        </p:nvPicPr>
        <p:blipFill rotWithShape="1">
          <a:blip r:embed="rId5">
            <a:alphaModFix/>
          </a:blip>
          <a:srcRect/>
          <a:stretch/>
        </p:blipFill>
        <p:spPr>
          <a:xfrm>
            <a:off x="0" y="0"/>
            <a:ext cx="0" cy="0"/>
          </a:xfrm>
          <a:prstGeom prst="rect">
            <a:avLst/>
          </a:prstGeom>
          <a:noFill/>
          <a:ln>
            <a:noFill/>
          </a:ln>
        </p:spPr>
      </p:pic>
      <p:cxnSp>
        <p:nvCxnSpPr>
          <p:cNvPr id="1725" name="Google Shape;1725;p13"/>
          <p:cNvCxnSpPr/>
          <p:nvPr/>
        </p:nvCxnSpPr>
        <p:spPr>
          <a:xfrm>
            <a:off x="9586610" y="2925555"/>
            <a:ext cx="458064" cy="414696"/>
          </a:xfrm>
          <a:prstGeom prst="straightConnector1">
            <a:avLst/>
          </a:prstGeom>
          <a:noFill/>
          <a:ln w="38100" cap="flat" cmpd="sng">
            <a:solidFill>
              <a:srgbClr val="FF0000"/>
            </a:solidFill>
            <a:prstDash val="solid"/>
            <a:round/>
            <a:headEnd type="none" w="sm" len="sm"/>
            <a:tailEnd type="triangle" w="med" len="med"/>
          </a:ln>
        </p:spPr>
      </p:cxnSp>
      <p:pic>
        <p:nvPicPr>
          <p:cNvPr id="1726" name="Google Shape;1726;p13"/>
          <p:cNvPicPr preferRelativeResize="0"/>
          <p:nvPr/>
        </p:nvPicPr>
        <p:blipFill rotWithShape="1">
          <a:blip r:embed="rId5">
            <a:alphaModFix/>
          </a:blip>
          <a:srcRect/>
          <a:stretch/>
        </p:blipFill>
        <p:spPr>
          <a:xfrm>
            <a:off x="0" y="0"/>
            <a:ext cx="0" cy="0"/>
          </a:xfrm>
          <a:prstGeom prst="rect">
            <a:avLst/>
          </a:prstGeom>
          <a:noFill/>
          <a:ln>
            <a:noFill/>
          </a:ln>
        </p:spPr>
      </p:pic>
      <p:pic>
        <p:nvPicPr>
          <p:cNvPr id="1727" name="Google Shape;1727;p13" descr="rId1"/>
          <p:cNvPicPr preferRelativeResize="0"/>
          <p:nvPr/>
        </p:nvPicPr>
        <p:blipFill rotWithShape="1">
          <a:blip r:embed="rId5">
            <a:alphaModFix/>
          </a:blip>
          <a:srcRect/>
          <a:stretch/>
        </p:blipFill>
        <p:spPr>
          <a:xfrm>
            <a:off x="0" y="0"/>
            <a:ext cx="0" cy="0"/>
          </a:xfrm>
          <a:prstGeom prst="rect">
            <a:avLst/>
          </a:prstGeom>
          <a:noFill/>
          <a:ln>
            <a:noFill/>
          </a:ln>
        </p:spPr>
      </p:pic>
      <p:pic>
        <p:nvPicPr>
          <p:cNvPr id="3076" name="Picture 4">
            <a:extLst>
              <a:ext uri="{FF2B5EF4-FFF2-40B4-BE49-F238E27FC236}">
                <a16:creationId xmlns:a16="http://schemas.microsoft.com/office/drawing/2014/main" id="{CAFFD274-51E6-4140-8ECD-CE32CBCB84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688"/>
                                        </p:tgtEl>
                                        <p:attrNameLst>
                                          <p:attrName>style.visibility</p:attrName>
                                        </p:attrNameLst>
                                      </p:cBhvr>
                                      <p:to>
                                        <p:strVal val="visible"/>
                                      </p:to>
                                    </p:set>
                                    <p:animEffect transition="in" filter="fade">
                                      <p:cBhvr>
                                        <p:cTn id="19" dur="500"/>
                                        <p:tgtEl>
                                          <p:spTgt spid="1688"/>
                                        </p:tgtEl>
                                      </p:cBhvr>
                                    </p:animEffect>
                                  </p:childTnLst>
                                </p:cTn>
                              </p:par>
                              <p:par>
                                <p:cTn id="20" presetID="10" presetClass="entr" presetSubtype="0" fill="hold" nodeType="withEffect">
                                  <p:stCondLst>
                                    <p:cond delay="0"/>
                                  </p:stCondLst>
                                  <p:childTnLst>
                                    <p:set>
                                      <p:cBhvr>
                                        <p:cTn id="21" dur="1" fill="hold">
                                          <p:stCondLst>
                                            <p:cond delay="0"/>
                                          </p:stCondLst>
                                        </p:cTn>
                                        <p:tgtEl>
                                          <p:spTgt spid="1700"/>
                                        </p:tgtEl>
                                        <p:attrNameLst>
                                          <p:attrName>style.visibility</p:attrName>
                                        </p:attrNameLst>
                                      </p:cBhvr>
                                      <p:to>
                                        <p:strVal val="visible"/>
                                      </p:to>
                                    </p:set>
                                    <p:animEffect transition="in" filter="fade">
                                      <p:cBhvr>
                                        <p:cTn id="22" dur="500"/>
                                        <p:tgtEl>
                                          <p:spTgt spid="170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1570"/>
                                        </p:tgtEl>
                                      </p:cBhvr>
                                    </p:animEffect>
                                    <p:set>
                                      <p:cBhvr>
                                        <p:cTn id="31" dur="1" fill="hold">
                                          <p:stCondLst>
                                            <p:cond delay="500"/>
                                          </p:stCondLst>
                                        </p:cTn>
                                        <p:tgtEl>
                                          <p:spTgt spid="157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2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70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691"/>
                                        </p:tgtEl>
                                        <p:attrNameLst>
                                          <p:attrName>style.visibility</p:attrName>
                                        </p:attrNameLst>
                                      </p:cBhvr>
                                      <p:to>
                                        <p:strVal val="visible"/>
                                      </p:to>
                                    </p:set>
                                    <p:animEffect transition="in" filter="fade">
                                      <p:cBhvr>
                                        <p:cTn id="44" dur="500"/>
                                        <p:tgtEl>
                                          <p:spTgt spid="1691"/>
                                        </p:tgtEl>
                                      </p:cBhvr>
                                    </p:animEffect>
                                  </p:childTnLst>
                                </p:cTn>
                              </p:par>
                              <p:par>
                                <p:cTn id="45" presetID="10" presetClass="entr" presetSubtype="0" fill="hold" nodeType="withEffect">
                                  <p:stCondLst>
                                    <p:cond delay="0"/>
                                  </p:stCondLst>
                                  <p:childTnLst>
                                    <p:set>
                                      <p:cBhvr>
                                        <p:cTn id="46" dur="1" fill="hold">
                                          <p:stCondLst>
                                            <p:cond delay="0"/>
                                          </p:stCondLst>
                                        </p:cTn>
                                        <p:tgtEl>
                                          <p:spTgt spid="1701"/>
                                        </p:tgtEl>
                                        <p:attrNameLst>
                                          <p:attrName>style.visibility</p:attrName>
                                        </p:attrNameLst>
                                      </p:cBhvr>
                                      <p:to>
                                        <p:strVal val="visible"/>
                                      </p:to>
                                    </p:set>
                                    <p:animEffect transition="in" filter="fade">
                                      <p:cBhvr>
                                        <p:cTn id="47" dur="500"/>
                                        <p:tgtEl>
                                          <p:spTgt spid="1701"/>
                                        </p:tgtEl>
                                      </p:cBhvr>
                                    </p:animEffect>
                                  </p:childTnLst>
                                </p:cTn>
                              </p:par>
                              <p:par>
                                <p:cTn id="48" presetID="10" presetClass="entr" presetSubtype="0" fill="hold" nodeType="withEffect">
                                  <p:stCondLst>
                                    <p:cond delay="0"/>
                                  </p:stCondLst>
                                  <p:childTnLst>
                                    <p:set>
                                      <p:cBhvr>
                                        <p:cTn id="49" dur="1" fill="hold">
                                          <p:stCondLst>
                                            <p:cond delay="0"/>
                                          </p:stCondLst>
                                        </p:cTn>
                                        <p:tgtEl>
                                          <p:spTgt spid="1694"/>
                                        </p:tgtEl>
                                        <p:attrNameLst>
                                          <p:attrName>style.visibility</p:attrName>
                                        </p:attrNameLst>
                                      </p:cBhvr>
                                      <p:to>
                                        <p:strVal val="visible"/>
                                      </p:to>
                                    </p:set>
                                    <p:animEffect transition="in" filter="fade">
                                      <p:cBhvr>
                                        <p:cTn id="50" dur="500"/>
                                        <p:tgtEl>
                                          <p:spTgt spid="1694"/>
                                        </p:tgtEl>
                                      </p:cBhvr>
                                    </p:animEffect>
                                  </p:childTnLst>
                                </p:cTn>
                              </p:par>
                              <p:par>
                                <p:cTn id="51" presetID="10" presetClass="entr" presetSubtype="0" fill="hold" nodeType="withEffect">
                                  <p:stCondLst>
                                    <p:cond delay="0"/>
                                  </p:stCondLst>
                                  <p:childTnLst>
                                    <p:set>
                                      <p:cBhvr>
                                        <p:cTn id="52" dur="1" fill="hold">
                                          <p:stCondLst>
                                            <p:cond delay="0"/>
                                          </p:stCondLst>
                                        </p:cTn>
                                        <p:tgtEl>
                                          <p:spTgt spid="1702"/>
                                        </p:tgtEl>
                                        <p:attrNameLst>
                                          <p:attrName>style.visibility</p:attrName>
                                        </p:attrNameLst>
                                      </p:cBhvr>
                                      <p:to>
                                        <p:strVal val="visible"/>
                                      </p:to>
                                    </p:set>
                                    <p:animEffect transition="in" filter="fade">
                                      <p:cBhvr>
                                        <p:cTn id="53" dur="500"/>
                                        <p:tgtEl>
                                          <p:spTgt spid="1702"/>
                                        </p:tgtEl>
                                      </p:cBhvr>
                                    </p:animEffect>
                                  </p:childTnLst>
                                </p:cTn>
                              </p:par>
                              <p:par>
                                <p:cTn id="54" presetID="10" presetClass="entr" presetSubtype="0" fill="hold" nodeType="withEffect">
                                  <p:stCondLst>
                                    <p:cond delay="0"/>
                                  </p:stCondLst>
                                  <p:childTnLst>
                                    <p:set>
                                      <p:cBhvr>
                                        <p:cTn id="55" dur="1" fill="hold">
                                          <p:stCondLst>
                                            <p:cond delay="0"/>
                                          </p:stCondLst>
                                        </p:cTn>
                                        <p:tgtEl>
                                          <p:spTgt spid="1697"/>
                                        </p:tgtEl>
                                        <p:attrNameLst>
                                          <p:attrName>style.visibility</p:attrName>
                                        </p:attrNameLst>
                                      </p:cBhvr>
                                      <p:to>
                                        <p:strVal val="visible"/>
                                      </p:to>
                                    </p:set>
                                    <p:animEffect transition="in" filter="fade">
                                      <p:cBhvr>
                                        <p:cTn id="56" dur="500"/>
                                        <p:tgtEl>
                                          <p:spTgt spid="1697"/>
                                        </p:tgtEl>
                                      </p:cBhvr>
                                    </p:animEffect>
                                  </p:childTnLst>
                                </p:cTn>
                              </p:par>
                              <p:par>
                                <p:cTn id="57" presetID="10" presetClass="entr" presetSubtype="0" fill="hold" nodeType="withEffect">
                                  <p:stCondLst>
                                    <p:cond delay="0"/>
                                  </p:stCondLst>
                                  <p:childTnLst>
                                    <p:set>
                                      <p:cBhvr>
                                        <p:cTn id="58" dur="1" fill="hold">
                                          <p:stCondLst>
                                            <p:cond delay="0"/>
                                          </p:stCondLst>
                                        </p:cTn>
                                        <p:tgtEl>
                                          <p:spTgt spid="1703"/>
                                        </p:tgtEl>
                                        <p:attrNameLst>
                                          <p:attrName>style.visibility</p:attrName>
                                        </p:attrNameLst>
                                      </p:cBhvr>
                                      <p:to>
                                        <p:strVal val="visible"/>
                                      </p:to>
                                    </p:set>
                                    <p:animEffect transition="in" filter="fade">
                                      <p:cBhvr>
                                        <p:cTn id="59" dur="500"/>
                                        <p:tgtEl>
                                          <p:spTgt spid="170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714"/>
                                        </p:tgtEl>
                                        <p:attrNameLst>
                                          <p:attrName>style.visibility</p:attrName>
                                        </p:attrNameLst>
                                      </p:cBhvr>
                                      <p:to>
                                        <p:strVal val="visible"/>
                                      </p:to>
                                    </p:set>
                                    <p:animEffect transition="in" filter="fade">
                                      <p:cBhvr>
                                        <p:cTn id="64" dur="500"/>
                                        <p:tgtEl>
                                          <p:spTgt spid="1714"/>
                                        </p:tgtEl>
                                      </p:cBhvr>
                                    </p:animEffect>
                                  </p:childTnLst>
                                </p:cTn>
                              </p:par>
                              <p:par>
                                <p:cTn id="65" presetID="10" presetClass="entr" presetSubtype="0" fill="hold" nodeType="withEffect">
                                  <p:stCondLst>
                                    <p:cond delay="0"/>
                                  </p:stCondLst>
                                  <p:childTnLst>
                                    <p:set>
                                      <p:cBhvr>
                                        <p:cTn id="66" dur="1" fill="hold">
                                          <p:stCondLst>
                                            <p:cond delay="0"/>
                                          </p:stCondLst>
                                        </p:cTn>
                                        <p:tgtEl>
                                          <p:spTgt spid="1715"/>
                                        </p:tgtEl>
                                        <p:attrNameLst>
                                          <p:attrName>style.visibility</p:attrName>
                                        </p:attrNameLst>
                                      </p:cBhvr>
                                      <p:to>
                                        <p:strVal val="visible"/>
                                      </p:to>
                                    </p:set>
                                    <p:animEffect transition="in" filter="fade">
                                      <p:cBhvr>
                                        <p:cTn id="67" dur="500"/>
                                        <p:tgtEl>
                                          <p:spTgt spid="1715"/>
                                        </p:tgtEl>
                                      </p:cBhvr>
                                    </p:animEffect>
                                  </p:childTnLst>
                                </p:cTn>
                              </p:par>
                              <p:par>
                                <p:cTn id="68" presetID="10" presetClass="entr" presetSubtype="0" fill="hold" nodeType="withEffect">
                                  <p:stCondLst>
                                    <p:cond delay="0"/>
                                  </p:stCondLst>
                                  <p:childTnLst>
                                    <p:set>
                                      <p:cBhvr>
                                        <p:cTn id="69" dur="1" fill="hold">
                                          <p:stCondLst>
                                            <p:cond delay="0"/>
                                          </p:stCondLst>
                                        </p:cTn>
                                        <p:tgtEl>
                                          <p:spTgt spid="1716"/>
                                        </p:tgtEl>
                                        <p:attrNameLst>
                                          <p:attrName>style.visibility</p:attrName>
                                        </p:attrNameLst>
                                      </p:cBhvr>
                                      <p:to>
                                        <p:strVal val="visible"/>
                                      </p:to>
                                    </p:set>
                                    <p:animEffect transition="in" filter="fade">
                                      <p:cBhvr>
                                        <p:cTn id="70" dur="500"/>
                                        <p:tgtEl>
                                          <p:spTgt spid="1716"/>
                                        </p:tgtEl>
                                      </p:cBhvr>
                                    </p:animEffect>
                                  </p:childTnLst>
                                </p:cTn>
                              </p:par>
                              <p:par>
                                <p:cTn id="71" presetID="10" presetClass="entr" presetSubtype="0" fill="hold" nodeType="withEffect">
                                  <p:stCondLst>
                                    <p:cond delay="0"/>
                                  </p:stCondLst>
                                  <p:childTnLst>
                                    <p:set>
                                      <p:cBhvr>
                                        <p:cTn id="72" dur="1" fill="hold">
                                          <p:stCondLst>
                                            <p:cond delay="0"/>
                                          </p:stCondLst>
                                        </p:cTn>
                                        <p:tgtEl>
                                          <p:spTgt spid="1705"/>
                                        </p:tgtEl>
                                        <p:attrNameLst>
                                          <p:attrName>style.visibility</p:attrName>
                                        </p:attrNameLst>
                                      </p:cBhvr>
                                      <p:to>
                                        <p:strVal val="visible"/>
                                      </p:to>
                                    </p:set>
                                    <p:animEffect transition="in" filter="fade">
                                      <p:cBhvr>
                                        <p:cTn id="73" dur="500"/>
                                        <p:tgtEl>
                                          <p:spTgt spid="1705"/>
                                        </p:tgtEl>
                                      </p:cBhvr>
                                    </p:animEffect>
                                  </p:childTnLst>
                                </p:cTn>
                              </p:par>
                              <p:par>
                                <p:cTn id="74" presetID="10" presetClass="entr" presetSubtype="0" fill="hold" nodeType="withEffect">
                                  <p:stCondLst>
                                    <p:cond delay="0"/>
                                  </p:stCondLst>
                                  <p:childTnLst>
                                    <p:set>
                                      <p:cBhvr>
                                        <p:cTn id="75" dur="1" fill="hold">
                                          <p:stCondLst>
                                            <p:cond delay="0"/>
                                          </p:stCondLst>
                                        </p:cTn>
                                        <p:tgtEl>
                                          <p:spTgt spid="1708"/>
                                        </p:tgtEl>
                                        <p:attrNameLst>
                                          <p:attrName>style.visibility</p:attrName>
                                        </p:attrNameLst>
                                      </p:cBhvr>
                                      <p:to>
                                        <p:strVal val="visible"/>
                                      </p:to>
                                    </p:set>
                                    <p:animEffect transition="in" filter="fade">
                                      <p:cBhvr>
                                        <p:cTn id="76" dur="500"/>
                                        <p:tgtEl>
                                          <p:spTgt spid="1708"/>
                                        </p:tgtEl>
                                      </p:cBhvr>
                                    </p:animEffect>
                                  </p:childTnLst>
                                </p:cTn>
                              </p:par>
                              <p:par>
                                <p:cTn id="77" presetID="10" presetClass="entr" presetSubtype="0" fill="hold" nodeType="withEffect">
                                  <p:stCondLst>
                                    <p:cond delay="0"/>
                                  </p:stCondLst>
                                  <p:childTnLst>
                                    <p:set>
                                      <p:cBhvr>
                                        <p:cTn id="78" dur="1" fill="hold">
                                          <p:stCondLst>
                                            <p:cond delay="0"/>
                                          </p:stCondLst>
                                        </p:cTn>
                                        <p:tgtEl>
                                          <p:spTgt spid="1711"/>
                                        </p:tgtEl>
                                        <p:attrNameLst>
                                          <p:attrName>style.visibility</p:attrName>
                                        </p:attrNameLst>
                                      </p:cBhvr>
                                      <p:to>
                                        <p:strVal val="visible"/>
                                      </p:to>
                                    </p:set>
                                    <p:animEffect transition="in" filter="fade">
                                      <p:cBhvr>
                                        <p:cTn id="79" dur="500"/>
                                        <p:tgtEl>
                                          <p:spTgt spid="171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717"/>
                                        </p:tgtEl>
                                        <p:attrNameLst>
                                          <p:attrName>style.visibility</p:attrName>
                                        </p:attrNameLst>
                                      </p:cBhvr>
                                      <p:to>
                                        <p:strVal val="visible"/>
                                      </p:to>
                                    </p:set>
                                    <p:animEffect transition="in" filter="fade">
                                      <p:cBhvr>
                                        <p:cTn id="84" dur="500"/>
                                        <p:tgtEl>
                                          <p:spTgt spid="1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2" name="Google Shape;1732;p15"/>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 Fragmentation &amp; Reassembly</a:t>
            </a:r>
            <a:endParaRPr/>
          </a:p>
        </p:txBody>
      </p:sp>
      <p:pic>
        <p:nvPicPr>
          <p:cNvPr id="1733" name="Google Shape;1733;p15"/>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734" name="Google Shape;1734;p15"/>
          <p:cNvSpPr txBox="1"/>
          <p:nvPr/>
        </p:nvSpPr>
        <p:spPr>
          <a:xfrm>
            <a:off x="7341671" y="1832437"/>
            <a:ext cx="4850329" cy="6155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800" b="1" i="0" u="none" strike="noStrike" cap="none">
                <a:solidFill>
                  <a:srgbClr val="0070C0"/>
                </a:solidFill>
                <a:latin typeface="Corbel"/>
                <a:ea typeface="Corbel"/>
                <a:cs typeface="Corbel"/>
                <a:sym typeface="Corbel"/>
              </a:rPr>
              <a:t>MTU=1500 =&gt; 20(H)+1480(D)</a:t>
            </a:r>
            <a:endParaRPr sz="2800" b="1" i="0" u="none" strike="noStrike" cap="none">
              <a:solidFill>
                <a:srgbClr val="0070C0"/>
              </a:solidFill>
              <a:latin typeface="Corbel"/>
              <a:ea typeface="Corbel"/>
              <a:cs typeface="Corbel"/>
              <a:sym typeface="Corbel"/>
            </a:endParaRPr>
          </a:p>
        </p:txBody>
      </p:sp>
      <p:sp>
        <p:nvSpPr>
          <p:cNvPr id="1735" name="Google Shape;1735;p15"/>
          <p:cNvSpPr/>
          <p:nvPr/>
        </p:nvSpPr>
        <p:spPr>
          <a:xfrm>
            <a:off x="7328581" y="2391627"/>
            <a:ext cx="487650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chemeClr val="dk1"/>
                </a:solidFill>
                <a:latin typeface="Corbel"/>
                <a:ea typeface="Corbel"/>
                <a:cs typeface="Corbel"/>
                <a:sym typeface="Corbel"/>
              </a:rPr>
              <a:t>1</a:t>
            </a:r>
            <a:r>
              <a:rPr lang="en-US" sz="2400" b="0" i="0" u="none" strike="noStrike" cap="none" baseline="30000">
                <a:solidFill>
                  <a:schemeClr val="dk1"/>
                </a:solidFill>
                <a:latin typeface="Corbel"/>
                <a:ea typeface="Corbel"/>
                <a:cs typeface="Corbel"/>
                <a:sym typeface="Corbel"/>
              </a:rPr>
              <a:t>st</a:t>
            </a:r>
            <a:r>
              <a:rPr lang="en-US" sz="2400" b="0" i="0" u="none" strike="noStrike" cap="none">
                <a:solidFill>
                  <a:schemeClr val="dk1"/>
                </a:solidFill>
                <a:latin typeface="Corbel"/>
                <a:ea typeface="Corbel"/>
                <a:cs typeface="Corbel"/>
                <a:sym typeface="Corbel"/>
              </a:rPr>
              <a:t> fragment : 5120-1480=3640</a:t>
            </a:r>
            <a:endParaRPr sz="2400" b="0" i="0" u="none" strike="noStrike" cap="none">
              <a:solidFill>
                <a:schemeClr val="dk1"/>
              </a:solidFill>
              <a:latin typeface="Corbel"/>
              <a:ea typeface="Corbel"/>
              <a:cs typeface="Corbel"/>
              <a:sym typeface="Corbel"/>
            </a:endParaRPr>
          </a:p>
        </p:txBody>
      </p:sp>
      <p:sp>
        <p:nvSpPr>
          <p:cNvPr id="1736" name="Google Shape;1736;p15"/>
          <p:cNvSpPr/>
          <p:nvPr/>
        </p:nvSpPr>
        <p:spPr>
          <a:xfrm>
            <a:off x="7341671" y="1287626"/>
            <a:ext cx="439415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3F6622"/>
                </a:solidFill>
                <a:latin typeface="Corbel"/>
                <a:ea typeface="Corbel"/>
                <a:cs typeface="Corbel"/>
                <a:sym typeface="Corbel"/>
              </a:rPr>
              <a:t>Data 5140=&gt; 20(H)+5120(D)</a:t>
            </a:r>
            <a:endParaRPr/>
          </a:p>
        </p:txBody>
      </p:sp>
      <p:pic>
        <p:nvPicPr>
          <p:cNvPr id="1737" name="Google Shape;1737;p15"/>
          <p:cNvPicPr preferRelativeResize="0"/>
          <p:nvPr/>
        </p:nvPicPr>
        <p:blipFill rotWithShape="1">
          <a:blip r:embed="rId4">
            <a:alphaModFix/>
          </a:blip>
          <a:srcRect/>
          <a:stretch/>
        </p:blipFill>
        <p:spPr>
          <a:xfrm>
            <a:off x="932574" y="1246554"/>
            <a:ext cx="6086791" cy="1375906"/>
          </a:xfrm>
          <a:prstGeom prst="rect">
            <a:avLst/>
          </a:prstGeom>
          <a:noFill/>
          <a:ln>
            <a:noFill/>
          </a:ln>
        </p:spPr>
      </p:pic>
      <p:pic>
        <p:nvPicPr>
          <p:cNvPr id="1738" name="Google Shape;1738;p15"/>
          <p:cNvPicPr preferRelativeResize="0"/>
          <p:nvPr/>
        </p:nvPicPr>
        <p:blipFill rotWithShape="1">
          <a:blip r:embed="rId5">
            <a:alphaModFix/>
          </a:blip>
          <a:srcRect/>
          <a:stretch/>
        </p:blipFill>
        <p:spPr>
          <a:xfrm>
            <a:off x="886507" y="3859862"/>
            <a:ext cx="6343650" cy="1400175"/>
          </a:xfrm>
          <a:prstGeom prst="rect">
            <a:avLst/>
          </a:prstGeom>
          <a:noFill/>
          <a:ln>
            <a:noFill/>
          </a:ln>
        </p:spPr>
      </p:pic>
      <p:pic>
        <p:nvPicPr>
          <p:cNvPr id="1739" name="Google Shape;1739;p15"/>
          <p:cNvPicPr preferRelativeResize="0"/>
          <p:nvPr/>
        </p:nvPicPr>
        <p:blipFill rotWithShape="1">
          <a:blip r:embed="rId6">
            <a:alphaModFix/>
          </a:blip>
          <a:srcRect/>
          <a:stretch/>
        </p:blipFill>
        <p:spPr>
          <a:xfrm>
            <a:off x="848407" y="5279087"/>
            <a:ext cx="6343650" cy="400050"/>
          </a:xfrm>
          <a:prstGeom prst="rect">
            <a:avLst/>
          </a:prstGeom>
          <a:noFill/>
          <a:ln>
            <a:noFill/>
          </a:ln>
        </p:spPr>
      </p:pic>
      <p:pic>
        <p:nvPicPr>
          <p:cNvPr id="1740" name="Google Shape;1740;p15"/>
          <p:cNvPicPr preferRelativeResize="0"/>
          <p:nvPr/>
        </p:nvPicPr>
        <p:blipFill rotWithShape="1">
          <a:blip r:embed="rId7">
            <a:alphaModFix/>
          </a:blip>
          <a:srcRect/>
          <a:stretch/>
        </p:blipFill>
        <p:spPr>
          <a:xfrm>
            <a:off x="886507" y="5679137"/>
            <a:ext cx="6267450" cy="457200"/>
          </a:xfrm>
          <a:prstGeom prst="rect">
            <a:avLst/>
          </a:prstGeom>
          <a:noFill/>
          <a:ln>
            <a:noFill/>
          </a:ln>
        </p:spPr>
      </p:pic>
      <p:pic>
        <p:nvPicPr>
          <p:cNvPr id="1741" name="Google Shape;1741;p15"/>
          <p:cNvPicPr preferRelativeResize="0"/>
          <p:nvPr/>
        </p:nvPicPr>
        <p:blipFill rotWithShape="1">
          <a:blip r:embed="rId8">
            <a:alphaModFix/>
          </a:blip>
          <a:srcRect/>
          <a:stretch/>
        </p:blipFill>
        <p:spPr>
          <a:xfrm>
            <a:off x="886507" y="6136337"/>
            <a:ext cx="6286500" cy="419100"/>
          </a:xfrm>
          <a:prstGeom prst="rect">
            <a:avLst/>
          </a:prstGeom>
          <a:noFill/>
          <a:ln>
            <a:noFill/>
          </a:ln>
        </p:spPr>
      </p:pic>
      <p:sp>
        <p:nvSpPr>
          <p:cNvPr id="1742" name="Google Shape;1742;p15"/>
          <p:cNvSpPr/>
          <p:nvPr/>
        </p:nvSpPr>
        <p:spPr>
          <a:xfrm>
            <a:off x="2623603" y="3074907"/>
            <a:ext cx="34469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FF0000"/>
                </a:solidFill>
                <a:latin typeface="Corbel"/>
                <a:ea typeface="Corbel"/>
                <a:cs typeface="Corbel"/>
                <a:sym typeface="Corbel"/>
              </a:rPr>
              <a:t>Last/4</a:t>
            </a:r>
            <a:r>
              <a:rPr lang="en-US" sz="1800" b="1" i="0" u="none" strike="noStrike" cap="none" baseline="30000">
                <a:solidFill>
                  <a:srgbClr val="FF0000"/>
                </a:solidFill>
                <a:latin typeface="Corbel"/>
                <a:ea typeface="Corbel"/>
                <a:cs typeface="Corbel"/>
                <a:sym typeface="Corbel"/>
              </a:rPr>
              <a:t>th</a:t>
            </a:r>
            <a:r>
              <a:rPr lang="en-US" sz="1800" b="1" i="0" u="none" strike="noStrike" cap="none">
                <a:solidFill>
                  <a:srgbClr val="FF0000"/>
                </a:solidFill>
                <a:latin typeface="Corbel"/>
                <a:ea typeface="Corbel"/>
                <a:cs typeface="Corbel"/>
                <a:sym typeface="Corbel"/>
              </a:rPr>
              <a:t> Segment : 680+20=700</a:t>
            </a:r>
            <a:endParaRPr sz="1800" b="1" i="0" u="none" strike="noStrike" cap="none">
              <a:solidFill>
                <a:srgbClr val="FF0000"/>
              </a:solidFill>
              <a:latin typeface="Corbel"/>
              <a:ea typeface="Corbel"/>
              <a:cs typeface="Corbel"/>
              <a:sym typeface="Corbel"/>
            </a:endParaRPr>
          </a:p>
        </p:txBody>
      </p:sp>
      <p:pic>
        <p:nvPicPr>
          <p:cNvPr id="1743" name="Google Shape;1743;p15"/>
          <p:cNvPicPr preferRelativeResize="0"/>
          <p:nvPr/>
        </p:nvPicPr>
        <p:blipFill rotWithShape="1">
          <a:blip r:embed="rId9">
            <a:alphaModFix/>
          </a:blip>
          <a:srcRect/>
          <a:stretch/>
        </p:blipFill>
        <p:spPr>
          <a:xfrm>
            <a:off x="7236773" y="4326587"/>
            <a:ext cx="3095625" cy="933450"/>
          </a:xfrm>
          <a:prstGeom prst="rect">
            <a:avLst/>
          </a:prstGeom>
          <a:noFill/>
          <a:ln>
            <a:noFill/>
          </a:ln>
        </p:spPr>
      </p:pic>
      <p:cxnSp>
        <p:nvCxnSpPr>
          <p:cNvPr id="1744" name="Google Shape;1744;p15"/>
          <p:cNvCxnSpPr/>
          <p:nvPr/>
        </p:nvCxnSpPr>
        <p:spPr>
          <a:xfrm flipH="1">
            <a:off x="7315494" y="3997234"/>
            <a:ext cx="848792" cy="985603"/>
          </a:xfrm>
          <a:prstGeom prst="straightConnector1">
            <a:avLst/>
          </a:prstGeom>
          <a:noFill/>
          <a:ln w="38100" cap="flat" cmpd="sng">
            <a:solidFill>
              <a:srgbClr val="FF0000"/>
            </a:solidFill>
            <a:prstDash val="solid"/>
            <a:round/>
            <a:headEnd type="none" w="sm" len="sm"/>
            <a:tailEnd type="triangle" w="med" len="med"/>
          </a:ln>
        </p:spPr>
      </p:cxnSp>
      <p:cxnSp>
        <p:nvCxnSpPr>
          <p:cNvPr id="1745" name="Google Shape;1745;p15"/>
          <p:cNvCxnSpPr/>
          <p:nvPr/>
        </p:nvCxnSpPr>
        <p:spPr>
          <a:xfrm>
            <a:off x="8170902" y="3997234"/>
            <a:ext cx="463647" cy="985603"/>
          </a:xfrm>
          <a:prstGeom prst="straightConnector1">
            <a:avLst/>
          </a:prstGeom>
          <a:noFill/>
          <a:ln w="38100" cap="flat" cmpd="sng">
            <a:solidFill>
              <a:srgbClr val="FF0000"/>
            </a:solidFill>
            <a:prstDash val="solid"/>
            <a:round/>
            <a:headEnd type="none" w="sm" len="sm"/>
            <a:tailEnd type="triangle" w="med" len="med"/>
          </a:ln>
        </p:spPr>
      </p:cxnSp>
      <p:sp>
        <p:nvSpPr>
          <p:cNvPr id="1746" name="Google Shape;1746;p15"/>
          <p:cNvSpPr/>
          <p:nvPr/>
        </p:nvSpPr>
        <p:spPr>
          <a:xfrm>
            <a:off x="7411877" y="3720034"/>
            <a:ext cx="238558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FF0000"/>
                </a:solidFill>
                <a:latin typeface="Corbel"/>
                <a:ea typeface="Corbel"/>
                <a:cs typeface="Corbel"/>
                <a:sym typeface="Corbel"/>
              </a:rPr>
              <a:t>1</a:t>
            </a:r>
            <a:r>
              <a:rPr lang="en-US" sz="1800" b="1" i="0" u="none" strike="noStrike" cap="none" baseline="30000">
                <a:solidFill>
                  <a:srgbClr val="FF0000"/>
                </a:solidFill>
                <a:latin typeface="Corbel"/>
                <a:ea typeface="Corbel"/>
                <a:cs typeface="Corbel"/>
                <a:sym typeface="Corbel"/>
              </a:rPr>
              <a:t>st</a:t>
            </a:r>
            <a:r>
              <a:rPr lang="en-US" sz="1800" b="1" i="0" u="none" strike="noStrike" cap="none">
                <a:solidFill>
                  <a:srgbClr val="FF0000"/>
                </a:solidFill>
                <a:latin typeface="Corbel"/>
                <a:ea typeface="Corbel"/>
                <a:cs typeface="Corbel"/>
                <a:sym typeface="Corbel"/>
              </a:rPr>
              <a:t> / start byte number</a:t>
            </a:r>
            <a:endParaRPr sz="1800" b="1" i="0" u="none" strike="noStrike" cap="none">
              <a:solidFill>
                <a:srgbClr val="FF0000"/>
              </a:solidFill>
              <a:latin typeface="Corbel"/>
              <a:ea typeface="Corbel"/>
              <a:cs typeface="Corbel"/>
              <a:sym typeface="Corbel"/>
            </a:endParaRPr>
          </a:p>
        </p:txBody>
      </p:sp>
      <p:sp>
        <p:nvSpPr>
          <p:cNvPr id="1747" name="Google Shape;1747;p15"/>
          <p:cNvSpPr/>
          <p:nvPr/>
        </p:nvSpPr>
        <p:spPr>
          <a:xfrm>
            <a:off x="7261980" y="2797908"/>
            <a:ext cx="487650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chemeClr val="dk1"/>
                </a:solidFill>
                <a:latin typeface="Corbel"/>
                <a:ea typeface="Corbel"/>
                <a:cs typeface="Corbel"/>
                <a:sym typeface="Corbel"/>
              </a:rPr>
              <a:t>2</a:t>
            </a:r>
            <a:r>
              <a:rPr lang="en-US" sz="2400" b="0" i="0" u="none" strike="noStrike" cap="none" baseline="30000">
                <a:solidFill>
                  <a:schemeClr val="dk1"/>
                </a:solidFill>
                <a:latin typeface="Corbel"/>
                <a:ea typeface="Corbel"/>
                <a:cs typeface="Corbel"/>
                <a:sym typeface="Corbel"/>
              </a:rPr>
              <a:t>nd</a:t>
            </a:r>
            <a:r>
              <a:rPr lang="en-US" sz="2400" b="0" i="0" u="none" strike="noStrike" cap="none">
                <a:solidFill>
                  <a:schemeClr val="dk1"/>
                </a:solidFill>
                <a:latin typeface="Corbel"/>
                <a:ea typeface="Corbel"/>
                <a:cs typeface="Corbel"/>
                <a:sym typeface="Corbel"/>
              </a:rPr>
              <a:t> fragment : 3640-1480=2160</a:t>
            </a:r>
            <a:endParaRPr sz="2400" b="0" i="0" u="none" strike="noStrike" cap="none">
              <a:solidFill>
                <a:schemeClr val="dk1"/>
              </a:solidFill>
              <a:latin typeface="Corbel"/>
              <a:ea typeface="Corbel"/>
              <a:cs typeface="Corbel"/>
              <a:sym typeface="Corbel"/>
            </a:endParaRPr>
          </a:p>
        </p:txBody>
      </p:sp>
      <p:pic>
        <p:nvPicPr>
          <p:cNvPr id="1748" name="Google Shape;1748;p15"/>
          <p:cNvPicPr preferRelativeResize="0"/>
          <p:nvPr/>
        </p:nvPicPr>
        <p:blipFill rotWithShape="1">
          <a:blip r:embed="rId10">
            <a:alphaModFix/>
          </a:blip>
          <a:srcRect/>
          <a:stretch/>
        </p:blipFill>
        <p:spPr>
          <a:xfrm>
            <a:off x="7212085" y="5284379"/>
            <a:ext cx="3105150" cy="485775"/>
          </a:xfrm>
          <a:prstGeom prst="rect">
            <a:avLst/>
          </a:prstGeom>
          <a:noFill/>
          <a:ln>
            <a:noFill/>
          </a:ln>
        </p:spPr>
      </p:pic>
      <p:sp>
        <p:nvSpPr>
          <p:cNvPr id="1749" name="Google Shape;1749;p15"/>
          <p:cNvSpPr/>
          <p:nvPr/>
        </p:nvSpPr>
        <p:spPr>
          <a:xfrm>
            <a:off x="7228710" y="3204189"/>
            <a:ext cx="487650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chemeClr val="dk1"/>
                </a:solidFill>
                <a:latin typeface="Corbel"/>
                <a:ea typeface="Corbel"/>
                <a:cs typeface="Corbel"/>
                <a:sym typeface="Corbel"/>
              </a:rPr>
              <a:t>3</a:t>
            </a:r>
            <a:r>
              <a:rPr lang="en-US" sz="2400" b="0" i="0" u="none" strike="noStrike" cap="none" baseline="30000">
                <a:solidFill>
                  <a:schemeClr val="dk1"/>
                </a:solidFill>
                <a:latin typeface="Corbel"/>
                <a:ea typeface="Corbel"/>
                <a:cs typeface="Corbel"/>
                <a:sym typeface="Corbel"/>
              </a:rPr>
              <a:t>rd</a:t>
            </a:r>
            <a:r>
              <a:rPr lang="en-US" sz="2400" b="0" i="0" u="none" strike="noStrike" cap="none">
                <a:solidFill>
                  <a:schemeClr val="dk1"/>
                </a:solidFill>
                <a:latin typeface="Corbel"/>
                <a:ea typeface="Corbel"/>
                <a:cs typeface="Corbel"/>
                <a:sym typeface="Corbel"/>
              </a:rPr>
              <a:t> fragment : 2160-1480=680</a:t>
            </a:r>
            <a:endParaRPr sz="2400" b="0" i="0" u="none" strike="noStrike" cap="none">
              <a:solidFill>
                <a:schemeClr val="dk1"/>
              </a:solidFill>
              <a:latin typeface="Corbel"/>
              <a:ea typeface="Corbel"/>
              <a:cs typeface="Corbel"/>
              <a:sym typeface="Corbel"/>
            </a:endParaRPr>
          </a:p>
        </p:txBody>
      </p:sp>
      <p:pic>
        <p:nvPicPr>
          <p:cNvPr id="1750" name="Google Shape;1750;p15"/>
          <p:cNvPicPr preferRelativeResize="0"/>
          <p:nvPr/>
        </p:nvPicPr>
        <p:blipFill rotWithShape="1">
          <a:blip r:embed="rId11">
            <a:alphaModFix/>
          </a:blip>
          <a:srcRect/>
          <a:stretch/>
        </p:blipFill>
        <p:spPr>
          <a:xfrm>
            <a:off x="7212085" y="5713571"/>
            <a:ext cx="3076575" cy="428625"/>
          </a:xfrm>
          <a:prstGeom prst="rect">
            <a:avLst/>
          </a:prstGeom>
          <a:noFill/>
          <a:ln>
            <a:noFill/>
          </a:ln>
        </p:spPr>
      </p:pic>
      <p:pic>
        <p:nvPicPr>
          <p:cNvPr id="1751" name="Google Shape;1751;p15"/>
          <p:cNvPicPr preferRelativeResize="0"/>
          <p:nvPr/>
        </p:nvPicPr>
        <p:blipFill rotWithShape="1">
          <a:blip r:embed="rId12">
            <a:alphaModFix/>
          </a:blip>
          <a:srcRect/>
          <a:stretch/>
        </p:blipFill>
        <p:spPr>
          <a:xfrm>
            <a:off x="7173007" y="6136337"/>
            <a:ext cx="3095625" cy="438150"/>
          </a:xfrm>
          <a:prstGeom prst="rect">
            <a:avLst/>
          </a:prstGeom>
          <a:noFill/>
          <a:ln>
            <a:noFill/>
          </a:ln>
        </p:spPr>
      </p:pic>
      <p:cxnSp>
        <p:nvCxnSpPr>
          <p:cNvPr id="1752" name="Google Shape;1752;p15"/>
          <p:cNvCxnSpPr/>
          <p:nvPr/>
        </p:nvCxnSpPr>
        <p:spPr>
          <a:xfrm flipH="1">
            <a:off x="2623603" y="3435021"/>
            <a:ext cx="981758" cy="2829669"/>
          </a:xfrm>
          <a:prstGeom prst="straightConnector1">
            <a:avLst/>
          </a:prstGeom>
          <a:noFill/>
          <a:ln w="38100" cap="flat" cmpd="sng">
            <a:solidFill>
              <a:srgbClr val="FF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38"/>
                                        </p:tgtEl>
                                        <p:attrNameLst>
                                          <p:attrName>style.visibility</p:attrName>
                                        </p:attrNameLst>
                                      </p:cBhvr>
                                      <p:to>
                                        <p:strVal val="visible"/>
                                      </p:to>
                                    </p:set>
                                    <p:animEffect transition="in" filter="fade">
                                      <p:cBhvr>
                                        <p:cTn id="23" dur="1000"/>
                                        <p:tgtEl>
                                          <p:spTgt spid="173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74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74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74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74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1746"/>
                                        </p:tgtEl>
                                      </p:cBhvr>
                                    </p:animEffect>
                                    <p:set>
                                      <p:cBhvr>
                                        <p:cTn id="40" dur="1" fill="hold">
                                          <p:stCondLst>
                                            <p:cond delay="500"/>
                                          </p:stCondLst>
                                        </p:cTn>
                                        <p:tgtEl>
                                          <p:spTgt spid="1746"/>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1744"/>
                                        </p:tgtEl>
                                      </p:cBhvr>
                                    </p:animEffect>
                                    <p:set>
                                      <p:cBhvr>
                                        <p:cTn id="43" dur="1" fill="hold">
                                          <p:stCondLst>
                                            <p:cond delay="500"/>
                                          </p:stCondLst>
                                        </p:cTn>
                                        <p:tgtEl>
                                          <p:spTgt spid="1744"/>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1745"/>
                                        </p:tgtEl>
                                      </p:cBhvr>
                                    </p:animEffect>
                                    <p:set>
                                      <p:cBhvr>
                                        <p:cTn id="46" dur="1" fill="hold">
                                          <p:stCondLst>
                                            <p:cond delay="500"/>
                                          </p:stCondLst>
                                        </p:cTn>
                                        <p:tgtEl>
                                          <p:spTgt spid="174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4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748"/>
                                        </p:tgtEl>
                                        <p:attrNameLst>
                                          <p:attrName>style.visibility</p:attrName>
                                        </p:attrNameLst>
                                      </p:cBhvr>
                                      <p:to>
                                        <p:strVal val="visible"/>
                                      </p:to>
                                    </p:set>
                                    <p:anim calcmode="lin" valueType="num">
                                      <p:cBhvr additive="base">
                                        <p:cTn id="57" dur="500"/>
                                        <p:tgtEl>
                                          <p:spTgt spid="1748"/>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74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740"/>
                                        </p:tgtEl>
                                        <p:attrNameLst>
                                          <p:attrName>style.visibility</p:attrName>
                                        </p:attrNameLst>
                                      </p:cBhvr>
                                      <p:to>
                                        <p:strVal val="visible"/>
                                      </p:to>
                                    </p:set>
                                    <p:animEffect transition="in" filter="fade">
                                      <p:cBhvr>
                                        <p:cTn id="66" dur="500"/>
                                        <p:tgtEl>
                                          <p:spTgt spid="1740"/>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750"/>
                                        </p:tgtEl>
                                        <p:attrNameLst>
                                          <p:attrName>style.visibility</p:attrName>
                                        </p:attrNameLst>
                                      </p:cBhvr>
                                      <p:to>
                                        <p:strVal val="visible"/>
                                      </p:to>
                                    </p:set>
                                    <p:anim calcmode="lin" valueType="num">
                                      <p:cBhvr additive="base">
                                        <p:cTn id="71" dur="500"/>
                                        <p:tgtEl>
                                          <p:spTgt spid="1750"/>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741"/>
                                        </p:tgtEl>
                                        <p:attrNameLst>
                                          <p:attrName>style.visibility</p:attrName>
                                        </p:attrNameLst>
                                      </p:cBhvr>
                                      <p:to>
                                        <p:strVal val="visible"/>
                                      </p:to>
                                    </p:set>
                                    <p:animEffect transition="in" filter="fade">
                                      <p:cBhvr>
                                        <p:cTn id="76" dur="500"/>
                                        <p:tgtEl>
                                          <p:spTgt spid="1741"/>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751"/>
                                        </p:tgtEl>
                                        <p:attrNameLst>
                                          <p:attrName>style.visibility</p:attrName>
                                        </p:attrNameLst>
                                      </p:cBhvr>
                                      <p:to>
                                        <p:strVal val="visible"/>
                                      </p:to>
                                    </p:set>
                                    <p:anim calcmode="lin" valueType="num">
                                      <p:cBhvr additive="base">
                                        <p:cTn id="81" dur="500"/>
                                        <p:tgtEl>
                                          <p:spTgt spid="1751"/>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74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grpSp>
        <p:nvGrpSpPr>
          <p:cNvPr id="1757" name="Google Shape;1757;p14"/>
          <p:cNvGrpSpPr/>
          <p:nvPr/>
        </p:nvGrpSpPr>
        <p:grpSpPr>
          <a:xfrm>
            <a:off x="7530221" y="3889046"/>
            <a:ext cx="4225698" cy="615383"/>
            <a:chOff x="7530221" y="3889046"/>
            <a:chExt cx="4225698" cy="615383"/>
          </a:xfrm>
        </p:grpSpPr>
        <p:grpSp>
          <p:nvGrpSpPr>
            <p:cNvPr id="1758" name="Google Shape;1758;p14"/>
            <p:cNvGrpSpPr/>
            <p:nvPr/>
          </p:nvGrpSpPr>
          <p:grpSpPr>
            <a:xfrm>
              <a:off x="7530221" y="3889046"/>
              <a:ext cx="4225698" cy="609600"/>
              <a:chOff x="7538644" y="3916410"/>
              <a:chExt cx="4225698" cy="609600"/>
            </a:xfrm>
          </p:grpSpPr>
          <p:grpSp>
            <p:nvGrpSpPr>
              <p:cNvPr id="1759" name="Google Shape;1759;p14"/>
              <p:cNvGrpSpPr/>
              <p:nvPr/>
            </p:nvGrpSpPr>
            <p:grpSpPr>
              <a:xfrm>
                <a:off x="7538644" y="3916410"/>
                <a:ext cx="4225698" cy="609600"/>
                <a:chOff x="7548055" y="3898582"/>
                <a:chExt cx="4225698" cy="609600"/>
              </a:xfrm>
            </p:grpSpPr>
            <p:grpSp>
              <p:nvGrpSpPr>
                <p:cNvPr id="1760" name="Google Shape;1760;p14"/>
                <p:cNvGrpSpPr/>
                <p:nvPr/>
              </p:nvGrpSpPr>
              <p:grpSpPr>
                <a:xfrm>
                  <a:off x="7548055" y="3899769"/>
                  <a:ext cx="4225698" cy="608413"/>
                  <a:chOff x="7564595" y="3898547"/>
                  <a:chExt cx="4225698" cy="608413"/>
                </a:xfrm>
              </p:grpSpPr>
              <p:sp>
                <p:nvSpPr>
                  <p:cNvPr id="1761" name="Google Shape;1761;p14"/>
                  <p:cNvSpPr/>
                  <p:nvPr/>
                </p:nvSpPr>
                <p:spPr>
                  <a:xfrm>
                    <a:off x="7608818" y="3898547"/>
                    <a:ext cx="4181475" cy="54292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sp>
                <p:nvSpPr>
                  <p:cNvPr id="1762" name="Google Shape;1762;p14"/>
                  <p:cNvSpPr/>
                  <p:nvPr/>
                </p:nvSpPr>
                <p:spPr>
                  <a:xfrm>
                    <a:off x="7564595" y="3964035"/>
                    <a:ext cx="4181475" cy="542925"/>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763" name="Google Shape;1763;p14"/>
                <p:cNvCxnSpPr/>
                <p:nvPr/>
              </p:nvCxnSpPr>
              <p:spPr>
                <a:xfrm>
                  <a:off x="101553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764" name="Google Shape;1764;p14"/>
                <p:cNvCxnSpPr/>
                <p:nvPr/>
              </p:nvCxnSpPr>
              <p:spPr>
                <a:xfrm>
                  <a:off x="10907870" y="3946207"/>
                  <a:ext cx="0" cy="542925"/>
                </a:xfrm>
                <a:prstGeom prst="straightConnector1">
                  <a:avLst/>
                </a:prstGeom>
                <a:noFill/>
                <a:ln w="19050" cap="flat" cmpd="sng">
                  <a:solidFill>
                    <a:schemeClr val="dk1"/>
                  </a:solidFill>
                  <a:prstDash val="solid"/>
                  <a:round/>
                  <a:headEnd type="none" w="sm" len="sm"/>
                  <a:tailEnd type="none" w="sm" len="sm"/>
                </a:ln>
              </p:spPr>
            </p:cxnSp>
            <p:sp>
              <p:nvSpPr>
                <p:cNvPr id="1765" name="Google Shape;1765;p14"/>
                <p:cNvSpPr/>
                <p:nvPr/>
              </p:nvSpPr>
              <p:spPr>
                <a:xfrm>
                  <a:off x="11098370" y="3898582"/>
                  <a:ext cx="219075" cy="600075"/>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766" name="Google Shape;1766;p14"/>
              <p:cNvCxnSpPr/>
              <p:nvPr/>
            </p:nvCxnSpPr>
            <p:spPr>
              <a:xfrm>
                <a:off x="79455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767" name="Google Shape;1767;p14"/>
              <p:cNvCxnSpPr/>
              <p:nvPr/>
            </p:nvCxnSpPr>
            <p:spPr>
              <a:xfrm>
                <a:off x="87456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768" name="Google Shape;1768;p14"/>
              <p:cNvCxnSpPr/>
              <p:nvPr/>
            </p:nvCxnSpPr>
            <p:spPr>
              <a:xfrm>
                <a:off x="9359048" y="3964035"/>
                <a:ext cx="0" cy="542925"/>
              </a:xfrm>
              <a:prstGeom prst="straightConnector1">
                <a:avLst/>
              </a:prstGeom>
              <a:noFill/>
              <a:ln w="19050" cap="flat" cmpd="sng">
                <a:solidFill>
                  <a:schemeClr val="dk1"/>
                </a:solidFill>
                <a:prstDash val="solid"/>
                <a:round/>
                <a:headEnd type="none" w="sm" len="sm"/>
                <a:tailEnd type="none" w="sm" len="sm"/>
              </a:ln>
            </p:spPr>
          </p:cxnSp>
        </p:grpSp>
        <p:cxnSp>
          <p:nvCxnSpPr>
            <p:cNvPr id="1769" name="Google Shape;1769;p14"/>
            <p:cNvCxnSpPr/>
            <p:nvPr/>
          </p:nvCxnSpPr>
          <p:spPr>
            <a:xfrm>
              <a:off x="9740279" y="3961504"/>
              <a:ext cx="0" cy="542925"/>
            </a:xfrm>
            <a:prstGeom prst="straightConnector1">
              <a:avLst/>
            </a:prstGeom>
            <a:noFill/>
            <a:ln w="19050" cap="flat" cmpd="sng">
              <a:solidFill>
                <a:schemeClr val="dk1"/>
              </a:solidFill>
              <a:prstDash val="solid"/>
              <a:round/>
              <a:headEnd type="none" w="sm" len="sm"/>
              <a:tailEnd type="none" w="sm" len="sm"/>
            </a:ln>
          </p:spPr>
        </p:cxnSp>
      </p:grpSp>
      <p:sp>
        <p:nvSpPr>
          <p:cNvPr id="1770" name="Google Shape;1770;p14"/>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IP Fragmentation &amp; Reassembly</a:t>
            </a:r>
            <a:endParaRPr/>
          </a:p>
        </p:txBody>
      </p:sp>
      <p:pic>
        <p:nvPicPr>
          <p:cNvPr id="1771" name="Google Shape;1771;p14"/>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772" name="Google Shape;1772;p14"/>
          <p:cNvSpPr txBox="1"/>
          <p:nvPr/>
        </p:nvSpPr>
        <p:spPr>
          <a:xfrm>
            <a:off x="10085563" y="3974771"/>
            <a:ext cx="88106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offset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grpSp>
        <p:nvGrpSpPr>
          <p:cNvPr id="1773" name="Google Shape;1773;p14"/>
          <p:cNvGrpSpPr/>
          <p:nvPr/>
        </p:nvGrpSpPr>
        <p:grpSpPr>
          <a:xfrm>
            <a:off x="7121786" y="2880417"/>
            <a:ext cx="3267075" cy="2933700"/>
            <a:chOff x="7121786" y="2880417"/>
            <a:chExt cx="3267075" cy="2933700"/>
          </a:xfrm>
        </p:grpSpPr>
        <p:sp>
          <p:nvSpPr>
            <p:cNvPr id="1774" name="Google Shape;1774;p14"/>
            <p:cNvSpPr/>
            <p:nvPr/>
          </p:nvSpPr>
          <p:spPr>
            <a:xfrm>
              <a:off x="7147186" y="2880417"/>
              <a:ext cx="333375" cy="2162175"/>
            </a:xfrm>
            <a:custGeom>
              <a:avLst/>
              <a:gdLst/>
              <a:ahLst/>
              <a:cxnLst/>
              <a:rect l="l" t="t" r="r" b="b"/>
              <a:pathLst>
                <a:path w="210" h="1362" extrusionOk="0">
                  <a:moveTo>
                    <a:pt x="0" y="0"/>
                  </a:moveTo>
                  <a:lnTo>
                    <a:pt x="0" y="1362"/>
                  </a:lnTo>
                  <a:lnTo>
                    <a:pt x="210" y="858"/>
                  </a:lnTo>
                </a:path>
              </a:pathLst>
            </a:custGeom>
            <a:noFill/>
            <a:ln w="19050" cap="flat" cmpd="sng">
              <a:solidFill>
                <a:srgbClr val="FF000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orbel"/>
                <a:ea typeface="Corbel"/>
                <a:cs typeface="Corbel"/>
                <a:sym typeface="Corbel"/>
              </a:endParaRPr>
            </a:p>
          </p:txBody>
        </p:sp>
        <p:cxnSp>
          <p:nvCxnSpPr>
            <p:cNvPr id="1775" name="Google Shape;1775;p14"/>
            <p:cNvCxnSpPr/>
            <p:nvPr/>
          </p:nvCxnSpPr>
          <p:spPr>
            <a:xfrm>
              <a:off x="7154242" y="5032057"/>
              <a:ext cx="361950" cy="0"/>
            </a:xfrm>
            <a:prstGeom prst="straightConnector1">
              <a:avLst/>
            </a:prstGeom>
            <a:noFill/>
            <a:ln w="19050" cap="flat" cmpd="sng">
              <a:solidFill>
                <a:srgbClr val="FF0000"/>
              </a:solidFill>
              <a:prstDash val="solid"/>
              <a:round/>
              <a:headEnd type="none" w="sm" len="sm"/>
              <a:tailEnd type="triangle" w="med" len="med"/>
            </a:ln>
          </p:spPr>
        </p:cxnSp>
        <p:cxnSp>
          <p:nvCxnSpPr>
            <p:cNvPr id="1776" name="Google Shape;1776;p14"/>
            <p:cNvCxnSpPr/>
            <p:nvPr/>
          </p:nvCxnSpPr>
          <p:spPr>
            <a:xfrm>
              <a:off x="7156711" y="5023542"/>
              <a:ext cx="333375" cy="790575"/>
            </a:xfrm>
            <a:prstGeom prst="straightConnector1">
              <a:avLst/>
            </a:prstGeom>
            <a:noFill/>
            <a:ln w="19050" cap="flat" cmpd="sng">
              <a:solidFill>
                <a:srgbClr val="FF0000"/>
              </a:solidFill>
              <a:prstDash val="solid"/>
              <a:round/>
              <a:headEnd type="none" w="sm" len="sm"/>
              <a:tailEnd type="triangle" w="med" len="med"/>
            </a:ln>
          </p:spPr>
        </p:cxnSp>
        <p:sp>
          <p:nvSpPr>
            <p:cNvPr id="1777" name="Google Shape;1777;p14"/>
            <p:cNvSpPr txBox="1"/>
            <p:nvPr/>
          </p:nvSpPr>
          <p:spPr>
            <a:xfrm>
              <a:off x="7121786" y="2959792"/>
              <a:ext cx="3267075"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Arial"/>
                <a:buNone/>
              </a:pPr>
              <a:r>
                <a:rPr lang="en-US" sz="1400" b="0" i="0" u="none" strike="noStrike" cap="none">
                  <a:solidFill>
                    <a:srgbClr val="FF0000"/>
                  </a:solidFill>
                  <a:latin typeface="Comic Sans MS"/>
                  <a:ea typeface="Comic Sans MS"/>
                  <a:cs typeface="Comic Sans MS"/>
                  <a:sym typeface="Comic Sans MS"/>
                </a:rPr>
                <a:t>One large datagram becomes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0000"/>
                </a:buClr>
                <a:buSzPts val="1800"/>
                <a:buFont typeface="Arial"/>
                <a:buNone/>
              </a:pPr>
              <a:r>
                <a:rPr lang="en-US" sz="1400" b="0" i="0" u="none" strike="noStrike" cap="none">
                  <a:solidFill>
                    <a:srgbClr val="FF0000"/>
                  </a:solidFill>
                  <a:latin typeface="Comic Sans MS"/>
                  <a:ea typeface="Comic Sans MS"/>
                  <a:cs typeface="Comic Sans MS"/>
                  <a:sym typeface="Comic Sans MS"/>
                </a:rPr>
                <a:t>several smaller datagrams</a:t>
              </a:r>
              <a:endParaRPr sz="1400" b="0" i="0" u="none" strike="noStrike" cap="none">
                <a:solidFill>
                  <a:schemeClr val="dk1"/>
                </a:solidFill>
                <a:latin typeface="Comic Sans MS"/>
                <a:ea typeface="Comic Sans MS"/>
                <a:cs typeface="Comic Sans MS"/>
                <a:sym typeface="Comic Sans MS"/>
              </a:endParaRPr>
            </a:p>
          </p:txBody>
        </p:sp>
      </p:grpSp>
      <p:grpSp>
        <p:nvGrpSpPr>
          <p:cNvPr id="1778" name="Google Shape;1778;p14"/>
          <p:cNvGrpSpPr/>
          <p:nvPr/>
        </p:nvGrpSpPr>
        <p:grpSpPr>
          <a:xfrm>
            <a:off x="7956679" y="3435411"/>
            <a:ext cx="2464622" cy="626942"/>
            <a:chOff x="7956679" y="3435411"/>
            <a:chExt cx="2464622" cy="626942"/>
          </a:xfrm>
        </p:grpSpPr>
        <p:sp>
          <p:nvSpPr>
            <p:cNvPr id="1779" name="Google Shape;1779;p14"/>
            <p:cNvSpPr txBox="1"/>
            <p:nvPr/>
          </p:nvSpPr>
          <p:spPr>
            <a:xfrm>
              <a:off x="7956679" y="3435411"/>
              <a:ext cx="246462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1480 bytes in data field</a:t>
              </a:r>
              <a:endParaRPr sz="1400" b="0" i="0" u="none" strike="noStrike" cap="none">
                <a:solidFill>
                  <a:srgbClr val="000000"/>
                </a:solidFill>
                <a:latin typeface="Arial"/>
                <a:ea typeface="Arial"/>
                <a:cs typeface="Arial"/>
                <a:sym typeface="Arial"/>
              </a:endParaRPr>
            </a:p>
          </p:txBody>
        </p:sp>
        <p:cxnSp>
          <p:nvCxnSpPr>
            <p:cNvPr id="1780" name="Google Shape;1780;p14"/>
            <p:cNvCxnSpPr/>
            <p:nvPr/>
          </p:nvCxnSpPr>
          <p:spPr>
            <a:xfrm flipH="1">
              <a:off x="8244299" y="3657541"/>
              <a:ext cx="221454" cy="404812"/>
            </a:xfrm>
            <a:prstGeom prst="straightConnector1">
              <a:avLst/>
            </a:prstGeom>
            <a:noFill/>
            <a:ln w="19050" cap="flat" cmpd="sng">
              <a:solidFill>
                <a:srgbClr val="008000"/>
              </a:solidFill>
              <a:prstDash val="dot"/>
              <a:round/>
              <a:headEnd type="none" w="sm" len="sm"/>
              <a:tailEnd type="triangle" w="med" len="med"/>
            </a:ln>
          </p:spPr>
        </p:cxnSp>
      </p:grpSp>
      <p:pic>
        <p:nvPicPr>
          <p:cNvPr id="1781" name="Google Shape;1781;p14"/>
          <p:cNvPicPr preferRelativeResize="0"/>
          <p:nvPr/>
        </p:nvPicPr>
        <p:blipFill rotWithShape="1">
          <a:blip r:embed="rId4">
            <a:alphaModFix/>
          </a:blip>
          <a:srcRect/>
          <a:stretch/>
        </p:blipFill>
        <p:spPr>
          <a:xfrm>
            <a:off x="2221498" y="1282786"/>
            <a:ext cx="6800850" cy="504825"/>
          </a:xfrm>
          <a:prstGeom prst="rect">
            <a:avLst/>
          </a:prstGeom>
          <a:noFill/>
          <a:ln>
            <a:noFill/>
          </a:ln>
        </p:spPr>
      </p:pic>
      <p:sp>
        <p:nvSpPr>
          <p:cNvPr id="1782" name="Google Shape;1782;p14"/>
          <p:cNvSpPr txBox="1"/>
          <p:nvPr/>
        </p:nvSpPr>
        <p:spPr>
          <a:xfrm>
            <a:off x="914076" y="2074035"/>
            <a:ext cx="4881300" cy="1118573"/>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1186C3"/>
              </a:buClr>
              <a:buSzPts val="3480"/>
              <a:buFont typeface="Arial"/>
              <a:buChar char="•"/>
            </a:pPr>
            <a:r>
              <a:rPr lang="en-US" sz="2400" b="0" i="0" u="none" strike="noStrike" cap="none">
                <a:solidFill>
                  <a:schemeClr val="dk1"/>
                </a:solidFill>
                <a:latin typeface="Corbel"/>
                <a:ea typeface="Corbel"/>
                <a:cs typeface="Corbel"/>
                <a:sym typeface="Corbel"/>
              </a:rPr>
              <a:t>Example: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rgbClr val="1186C3"/>
              </a:buClr>
              <a:buSzPts val="2900"/>
              <a:buFont typeface="Arial"/>
              <a:buChar char="•"/>
            </a:pPr>
            <a:r>
              <a:rPr lang="en-US" sz="2400" b="0" i="0" u="none" strike="noStrike" cap="none">
                <a:solidFill>
                  <a:schemeClr val="dk1"/>
                </a:solidFill>
                <a:latin typeface="Corbel"/>
                <a:ea typeface="Corbel"/>
                <a:cs typeface="Corbel"/>
                <a:sym typeface="Corbel"/>
              </a:rPr>
              <a:t>4000 Bytes of datagram</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rgbClr val="1186C3"/>
              </a:buClr>
              <a:buSzPts val="2900"/>
              <a:buFont typeface="Arial"/>
              <a:buChar char="•"/>
            </a:pPr>
            <a:r>
              <a:rPr lang="en-US" sz="2400" b="0" i="0" u="none" strike="noStrike" cap="none">
                <a:solidFill>
                  <a:schemeClr val="dk1"/>
                </a:solidFill>
                <a:latin typeface="Corbel"/>
                <a:ea typeface="Corbel"/>
                <a:cs typeface="Corbel"/>
                <a:sym typeface="Corbel"/>
              </a:rPr>
              <a:t>MTU = 1500 Bytes</a:t>
            </a:r>
            <a:endParaRPr sz="1400" b="0" i="0" u="none" strike="noStrike" cap="none">
              <a:solidFill>
                <a:srgbClr val="000000"/>
              </a:solidFill>
              <a:latin typeface="Arial"/>
              <a:ea typeface="Arial"/>
              <a:cs typeface="Arial"/>
              <a:sym typeface="Arial"/>
            </a:endParaRPr>
          </a:p>
        </p:txBody>
      </p:sp>
      <p:sp>
        <p:nvSpPr>
          <p:cNvPr id="1783" name="Google Shape;1783;p14"/>
          <p:cNvSpPr txBox="1"/>
          <p:nvPr/>
        </p:nvSpPr>
        <p:spPr>
          <a:xfrm>
            <a:off x="1101040" y="3627878"/>
            <a:ext cx="3725630" cy="876551"/>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1186C3"/>
              </a:buClr>
              <a:buSzPts val="3480"/>
              <a:buFont typeface="Arial"/>
              <a:buChar char="•"/>
            </a:pPr>
            <a:r>
              <a:rPr lang="en-US" sz="2400" b="1" i="0" u="none" strike="noStrike" cap="none">
                <a:solidFill>
                  <a:schemeClr val="dk1"/>
                </a:solidFill>
                <a:latin typeface="Corbel"/>
                <a:ea typeface="Corbel"/>
                <a:cs typeface="Corbel"/>
                <a:sym typeface="Corbel"/>
              </a:rPr>
              <a:t>DF – Don’t Fragment Bit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rgbClr val="1186C3"/>
              </a:buClr>
              <a:buSzPts val="2900"/>
              <a:buFont typeface="Arial"/>
              <a:buChar char="•"/>
            </a:pPr>
            <a:r>
              <a:rPr lang="en-US" sz="2400" b="0" i="0" u="none" strike="noStrike" cap="none">
                <a:solidFill>
                  <a:schemeClr val="dk1"/>
                </a:solidFill>
                <a:latin typeface="Corbel"/>
                <a:ea typeface="Corbel"/>
                <a:cs typeface="Corbel"/>
                <a:sym typeface="Corbel"/>
              </a:rPr>
              <a:t>Value 0 or 1</a:t>
            </a:r>
            <a:endParaRPr sz="1400" b="0" i="0" u="none" strike="noStrike" cap="none">
              <a:solidFill>
                <a:srgbClr val="000000"/>
              </a:solidFill>
              <a:latin typeface="Arial"/>
              <a:ea typeface="Arial"/>
              <a:cs typeface="Arial"/>
              <a:sym typeface="Arial"/>
            </a:endParaRPr>
          </a:p>
        </p:txBody>
      </p:sp>
      <p:sp>
        <p:nvSpPr>
          <p:cNvPr id="1784" name="Google Shape;1784;p14"/>
          <p:cNvSpPr txBox="1"/>
          <p:nvPr/>
        </p:nvSpPr>
        <p:spPr>
          <a:xfrm>
            <a:off x="7938467" y="3971628"/>
            <a:ext cx="8509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length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=1500</a:t>
            </a:r>
            <a:endParaRPr sz="1400" b="0" i="0" u="none" strike="noStrike" cap="none">
              <a:solidFill>
                <a:srgbClr val="000000"/>
              </a:solidFill>
              <a:latin typeface="Arial"/>
              <a:ea typeface="Arial"/>
              <a:cs typeface="Arial"/>
              <a:sym typeface="Arial"/>
            </a:endParaRPr>
          </a:p>
        </p:txBody>
      </p:sp>
      <p:sp>
        <p:nvSpPr>
          <p:cNvPr id="1785" name="Google Shape;1785;p14"/>
          <p:cNvSpPr txBox="1"/>
          <p:nvPr/>
        </p:nvSpPr>
        <p:spPr>
          <a:xfrm>
            <a:off x="8746088" y="3975015"/>
            <a:ext cx="56982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=122</a:t>
            </a:r>
            <a:endParaRPr sz="1400" b="0" i="0" u="none" strike="noStrike" cap="none">
              <a:solidFill>
                <a:srgbClr val="000000"/>
              </a:solidFill>
              <a:latin typeface="Arial"/>
              <a:ea typeface="Arial"/>
              <a:cs typeface="Arial"/>
              <a:sym typeface="Arial"/>
            </a:endParaRPr>
          </a:p>
        </p:txBody>
      </p:sp>
      <p:sp>
        <p:nvSpPr>
          <p:cNvPr id="1786" name="Google Shape;1786;p14"/>
          <p:cNvSpPr txBox="1"/>
          <p:nvPr/>
        </p:nvSpPr>
        <p:spPr>
          <a:xfrm>
            <a:off x="9667699" y="3971028"/>
            <a:ext cx="54132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MF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a:t>
            </a:r>
            <a:endParaRPr sz="1400" b="0" i="0" u="none" strike="noStrike" cap="none">
              <a:solidFill>
                <a:srgbClr val="000000"/>
              </a:solidFill>
              <a:latin typeface="Arial"/>
              <a:ea typeface="Arial"/>
              <a:cs typeface="Arial"/>
              <a:sym typeface="Arial"/>
            </a:endParaRPr>
          </a:p>
        </p:txBody>
      </p:sp>
      <p:sp>
        <p:nvSpPr>
          <p:cNvPr id="1787" name="Google Shape;1787;p14"/>
          <p:cNvSpPr txBox="1"/>
          <p:nvPr/>
        </p:nvSpPr>
        <p:spPr>
          <a:xfrm>
            <a:off x="9274232" y="3983845"/>
            <a:ext cx="54132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DF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grpSp>
        <p:nvGrpSpPr>
          <p:cNvPr id="1788" name="Google Shape;1788;p14"/>
          <p:cNvGrpSpPr/>
          <p:nvPr/>
        </p:nvGrpSpPr>
        <p:grpSpPr>
          <a:xfrm>
            <a:off x="5422724" y="2288835"/>
            <a:ext cx="4244975" cy="625475"/>
            <a:chOff x="5422724" y="2288835"/>
            <a:chExt cx="4244975" cy="625475"/>
          </a:xfrm>
        </p:grpSpPr>
        <p:grpSp>
          <p:nvGrpSpPr>
            <p:cNvPr id="1789" name="Google Shape;1789;p14"/>
            <p:cNvGrpSpPr/>
            <p:nvPr/>
          </p:nvGrpSpPr>
          <p:grpSpPr>
            <a:xfrm>
              <a:off x="5422724" y="2288835"/>
              <a:ext cx="4244975" cy="625475"/>
              <a:chOff x="5403907" y="2305731"/>
              <a:chExt cx="4244975" cy="625475"/>
            </a:xfrm>
          </p:grpSpPr>
          <p:grpSp>
            <p:nvGrpSpPr>
              <p:cNvPr id="1790" name="Google Shape;1790;p14"/>
              <p:cNvGrpSpPr/>
              <p:nvPr/>
            </p:nvGrpSpPr>
            <p:grpSpPr>
              <a:xfrm>
                <a:off x="5403907" y="2305731"/>
                <a:ext cx="4244975" cy="625475"/>
                <a:chOff x="7128842" y="2168196"/>
                <a:chExt cx="4244975" cy="625475"/>
              </a:xfrm>
            </p:grpSpPr>
            <p:grpSp>
              <p:nvGrpSpPr>
                <p:cNvPr id="1791" name="Google Shape;1791;p14"/>
                <p:cNvGrpSpPr/>
                <p:nvPr/>
              </p:nvGrpSpPr>
              <p:grpSpPr>
                <a:xfrm>
                  <a:off x="7128842" y="2168196"/>
                  <a:ext cx="4244975" cy="625475"/>
                  <a:chOff x="7047879" y="2120582"/>
                  <a:chExt cx="4244975" cy="625475"/>
                </a:xfrm>
              </p:grpSpPr>
              <p:grpSp>
                <p:nvGrpSpPr>
                  <p:cNvPr id="1792" name="Google Shape;1792;p14"/>
                  <p:cNvGrpSpPr/>
                  <p:nvPr/>
                </p:nvGrpSpPr>
                <p:grpSpPr>
                  <a:xfrm>
                    <a:off x="7047879" y="2120582"/>
                    <a:ext cx="4244975" cy="596900"/>
                    <a:chOff x="7047879" y="2120582"/>
                    <a:chExt cx="4244975" cy="596900"/>
                  </a:xfrm>
                </p:grpSpPr>
                <p:sp>
                  <p:nvSpPr>
                    <p:cNvPr id="1793" name="Google Shape;1793;p14"/>
                    <p:cNvSpPr/>
                    <p:nvPr/>
                  </p:nvSpPr>
                  <p:spPr>
                    <a:xfrm>
                      <a:off x="7111379" y="2155671"/>
                      <a:ext cx="4181475" cy="54292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nvGrpSpPr>
                    <p:cNvPr id="1794" name="Google Shape;1794;p14"/>
                    <p:cNvGrpSpPr/>
                    <p:nvPr/>
                  </p:nvGrpSpPr>
                  <p:grpSpPr>
                    <a:xfrm>
                      <a:off x="7047879" y="2120582"/>
                      <a:ext cx="4181475" cy="596900"/>
                      <a:chOff x="7039942" y="2139632"/>
                      <a:chExt cx="4181475" cy="596900"/>
                    </a:xfrm>
                  </p:grpSpPr>
                  <p:sp>
                    <p:nvSpPr>
                      <p:cNvPr id="1795" name="Google Shape;1795;p14"/>
                      <p:cNvSpPr/>
                      <p:nvPr/>
                    </p:nvSpPr>
                    <p:spPr>
                      <a:xfrm>
                        <a:off x="7039942" y="2193607"/>
                        <a:ext cx="4181475" cy="542925"/>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sp>
                    <p:nvSpPr>
                      <p:cNvPr id="1796" name="Google Shape;1796;p14"/>
                      <p:cNvSpPr txBox="1"/>
                      <p:nvPr/>
                    </p:nvSpPr>
                    <p:spPr>
                      <a:xfrm>
                        <a:off x="8195642" y="2139632"/>
                        <a:ext cx="56038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a:t>
                        </a:r>
                        <a:r>
                          <a:rPr lang="en-US" sz="1050" b="0" i="0" u="none" strike="noStrike" cap="none">
                            <a:solidFill>
                              <a:schemeClr val="dk1"/>
                            </a:solidFill>
                            <a:latin typeface="Comic Sans MS"/>
                            <a:ea typeface="Comic Sans MS"/>
                            <a:cs typeface="Comic Sans MS"/>
                            <a:sym typeface="Comic Sans MS"/>
                          </a:rPr>
                          <a:t>122</a:t>
                        </a:r>
                        <a:endParaRPr sz="1050" b="0" i="0" u="none" strike="noStrike" cap="none">
                          <a:solidFill>
                            <a:srgbClr val="000000"/>
                          </a:solidFill>
                          <a:latin typeface="Arial"/>
                          <a:ea typeface="Arial"/>
                          <a:cs typeface="Arial"/>
                          <a:sym typeface="Arial"/>
                        </a:endParaRPr>
                      </a:p>
                    </p:txBody>
                  </p:sp>
                  <p:sp>
                    <p:nvSpPr>
                      <p:cNvPr id="1797" name="Google Shape;1797;p14"/>
                      <p:cNvSpPr txBox="1"/>
                      <p:nvPr/>
                    </p:nvSpPr>
                    <p:spPr>
                      <a:xfrm>
                        <a:off x="9578355" y="2158682"/>
                        <a:ext cx="88106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offset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sp>
                    <p:nvSpPr>
                      <p:cNvPr id="1798" name="Google Shape;1798;p14"/>
                      <p:cNvSpPr txBox="1"/>
                      <p:nvPr/>
                    </p:nvSpPr>
                    <p:spPr>
                      <a:xfrm>
                        <a:off x="9102838" y="2186610"/>
                        <a:ext cx="51911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MF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sp>
                    <p:nvSpPr>
                      <p:cNvPr id="1799" name="Google Shape;1799;p14"/>
                      <p:cNvSpPr txBox="1"/>
                      <p:nvPr/>
                    </p:nvSpPr>
                    <p:spPr>
                      <a:xfrm>
                        <a:off x="7395542" y="2139632"/>
                        <a:ext cx="858838"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length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=4000</a:t>
                        </a:r>
                        <a:endParaRPr sz="1400" b="0" i="0" u="none" strike="noStrike" cap="none">
                          <a:solidFill>
                            <a:srgbClr val="000000"/>
                          </a:solidFill>
                          <a:latin typeface="Arial"/>
                          <a:ea typeface="Arial"/>
                          <a:cs typeface="Arial"/>
                          <a:sym typeface="Arial"/>
                        </a:endParaRPr>
                      </a:p>
                    </p:txBody>
                  </p:sp>
                  <p:cxnSp>
                    <p:nvCxnSpPr>
                      <p:cNvPr id="1800" name="Google Shape;1800;p14"/>
                      <p:cNvCxnSpPr/>
                      <p:nvPr/>
                    </p:nvCxnSpPr>
                    <p:spPr>
                      <a:xfrm>
                        <a:off x="8719907" y="2193607"/>
                        <a:ext cx="0" cy="542925"/>
                      </a:xfrm>
                      <a:prstGeom prst="straightConnector1">
                        <a:avLst/>
                      </a:prstGeom>
                      <a:noFill/>
                      <a:ln w="19050" cap="flat" cmpd="sng">
                        <a:solidFill>
                          <a:schemeClr val="dk1"/>
                        </a:solidFill>
                        <a:prstDash val="solid"/>
                        <a:round/>
                        <a:headEnd type="none" w="sm" len="sm"/>
                        <a:tailEnd type="none" w="sm" len="sm"/>
                      </a:ln>
                    </p:spPr>
                  </p:cxnSp>
                </p:grpSp>
              </p:grpSp>
              <p:cxnSp>
                <p:nvCxnSpPr>
                  <p:cNvPr id="1801" name="Google Shape;1801;p14"/>
                  <p:cNvCxnSpPr/>
                  <p:nvPr/>
                </p:nvCxnSpPr>
                <p:spPr>
                  <a:xfrm>
                    <a:off x="10383217" y="2193607"/>
                    <a:ext cx="0" cy="542925"/>
                  </a:xfrm>
                  <a:prstGeom prst="straightConnector1">
                    <a:avLst/>
                  </a:prstGeom>
                  <a:noFill/>
                  <a:ln w="19050" cap="flat" cmpd="sng">
                    <a:solidFill>
                      <a:schemeClr val="dk1"/>
                    </a:solidFill>
                    <a:prstDash val="solid"/>
                    <a:round/>
                    <a:headEnd type="none" w="sm" len="sm"/>
                    <a:tailEnd type="none" w="sm" len="sm"/>
                  </a:ln>
                </p:spPr>
              </p:cxnSp>
              <p:sp>
                <p:nvSpPr>
                  <p:cNvPr id="1802" name="Google Shape;1802;p14"/>
                  <p:cNvSpPr/>
                  <p:nvPr/>
                </p:nvSpPr>
                <p:spPr>
                  <a:xfrm>
                    <a:off x="10573717" y="2145982"/>
                    <a:ext cx="219075" cy="600075"/>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803" name="Google Shape;1803;p14"/>
                <p:cNvCxnSpPr/>
                <p:nvPr/>
              </p:nvCxnSpPr>
              <p:spPr>
                <a:xfrm>
                  <a:off x="7484442" y="2217997"/>
                  <a:ext cx="0" cy="542925"/>
                </a:xfrm>
                <a:prstGeom prst="straightConnector1">
                  <a:avLst/>
                </a:prstGeom>
                <a:noFill/>
                <a:ln w="19050" cap="flat" cmpd="sng">
                  <a:solidFill>
                    <a:schemeClr val="dk1"/>
                  </a:solidFill>
                  <a:prstDash val="solid"/>
                  <a:round/>
                  <a:headEnd type="none" w="sm" len="sm"/>
                  <a:tailEnd type="none" w="sm" len="sm"/>
                </a:ln>
              </p:spPr>
            </p:cxnSp>
            <p:cxnSp>
              <p:nvCxnSpPr>
                <p:cNvPr id="1804" name="Google Shape;1804;p14"/>
                <p:cNvCxnSpPr/>
                <p:nvPr/>
              </p:nvCxnSpPr>
              <p:spPr>
                <a:xfrm>
                  <a:off x="8211806" y="2203284"/>
                  <a:ext cx="0" cy="542925"/>
                </a:xfrm>
                <a:prstGeom prst="straightConnector1">
                  <a:avLst/>
                </a:prstGeom>
                <a:noFill/>
                <a:ln w="19050" cap="flat" cmpd="sng">
                  <a:solidFill>
                    <a:schemeClr val="dk1"/>
                  </a:solidFill>
                  <a:prstDash val="solid"/>
                  <a:round/>
                  <a:headEnd type="none" w="sm" len="sm"/>
                  <a:tailEnd type="none" w="sm" len="sm"/>
                </a:ln>
              </p:spPr>
            </p:cxnSp>
            <p:cxnSp>
              <p:nvCxnSpPr>
                <p:cNvPr id="1805" name="Google Shape;1805;p14"/>
                <p:cNvCxnSpPr/>
                <p:nvPr/>
              </p:nvCxnSpPr>
              <p:spPr>
                <a:xfrm>
                  <a:off x="9688802" y="2222171"/>
                  <a:ext cx="0" cy="542925"/>
                </a:xfrm>
                <a:prstGeom prst="straightConnector1">
                  <a:avLst/>
                </a:prstGeom>
                <a:noFill/>
                <a:ln w="19050" cap="flat" cmpd="sng">
                  <a:solidFill>
                    <a:schemeClr val="dk1"/>
                  </a:solidFill>
                  <a:prstDash val="solid"/>
                  <a:round/>
                  <a:headEnd type="none" w="sm" len="sm"/>
                  <a:tailEnd type="none" w="sm" len="sm"/>
                </a:ln>
              </p:spPr>
            </p:cxnSp>
          </p:grpSp>
          <p:sp>
            <p:nvSpPr>
              <p:cNvPr id="1806" name="Google Shape;1806;p14"/>
              <p:cNvSpPr txBox="1"/>
              <p:nvPr/>
            </p:nvSpPr>
            <p:spPr>
              <a:xfrm>
                <a:off x="7075442" y="2357608"/>
                <a:ext cx="51911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DF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grpSp>
        <p:cxnSp>
          <p:nvCxnSpPr>
            <p:cNvPr id="1807" name="Google Shape;1807;p14"/>
            <p:cNvCxnSpPr/>
            <p:nvPr/>
          </p:nvCxnSpPr>
          <p:spPr>
            <a:xfrm>
              <a:off x="7537249" y="2340819"/>
              <a:ext cx="0" cy="542925"/>
            </a:xfrm>
            <a:prstGeom prst="straightConnector1">
              <a:avLst/>
            </a:prstGeom>
            <a:noFill/>
            <a:ln w="19050" cap="flat" cmpd="sng">
              <a:solidFill>
                <a:schemeClr val="dk1"/>
              </a:solidFill>
              <a:prstDash val="solid"/>
              <a:round/>
              <a:headEnd type="none" w="sm" len="sm"/>
              <a:tailEnd type="none" w="sm" len="sm"/>
            </a:ln>
          </p:spPr>
        </p:cxnSp>
      </p:grpSp>
      <p:sp>
        <p:nvSpPr>
          <p:cNvPr id="1808" name="Google Shape;1808;p14"/>
          <p:cNvSpPr/>
          <p:nvPr/>
        </p:nvSpPr>
        <p:spPr>
          <a:xfrm>
            <a:off x="7125303" y="2374890"/>
            <a:ext cx="410135" cy="431470"/>
          </a:xfrm>
          <a:prstGeom prst="ellipse">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rbel"/>
              <a:ea typeface="Corbel"/>
              <a:cs typeface="Corbel"/>
              <a:sym typeface="Corbel"/>
            </a:endParaRPr>
          </a:p>
        </p:txBody>
      </p:sp>
      <p:grpSp>
        <p:nvGrpSpPr>
          <p:cNvPr id="1809" name="Google Shape;1809;p14"/>
          <p:cNvGrpSpPr/>
          <p:nvPr/>
        </p:nvGrpSpPr>
        <p:grpSpPr>
          <a:xfrm>
            <a:off x="7536097" y="4724365"/>
            <a:ext cx="4225698" cy="615383"/>
            <a:chOff x="7530221" y="3889046"/>
            <a:chExt cx="4225698" cy="615383"/>
          </a:xfrm>
        </p:grpSpPr>
        <p:grpSp>
          <p:nvGrpSpPr>
            <p:cNvPr id="1810" name="Google Shape;1810;p14"/>
            <p:cNvGrpSpPr/>
            <p:nvPr/>
          </p:nvGrpSpPr>
          <p:grpSpPr>
            <a:xfrm>
              <a:off x="7530221" y="3889046"/>
              <a:ext cx="4225698" cy="609600"/>
              <a:chOff x="7538644" y="3916410"/>
              <a:chExt cx="4225698" cy="609600"/>
            </a:xfrm>
          </p:grpSpPr>
          <p:grpSp>
            <p:nvGrpSpPr>
              <p:cNvPr id="1811" name="Google Shape;1811;p14"/>
              <p:cNvGrpSpPr/>
              <p:nvPr/>
            </p:nvGrpSpPr>
            <p:grpSpPr>
              <a:xfrm>
                <a:off x="7538644" y="3916410"/>
                <a:ext cx="4225698" cy="609600"/>
                <a:chOff x="7548055" y="3898582"/>
                <a:chExt cx="4225698" cy="609600"/>
              </a:xfrm>
            </p:grpSpPr>
            <p:grpSp>
              <p:nvGrpSpPr>
                <p:cNvPr id="1812" name="Google Shape;1812;p14"/>
                <p:cNvGrpSpPr/>
                <p:nvPr/>
              </p:nvGrpSpPr>
              <p:grpSpPr>
                <a:xfrm>
                  <a:off x="7548055" y="3899769"/>
                  <a:ext cx="4225698" cy="608413"/>
                  <a:chOff x="7564595" y="3898547"/>
                  <a:chExt cx="4225698" cy="608413"/>
                </a:xfrm>
              </p:grpSpPr>
              <p:sp>
                <p:nvSpPr>
                  <p:cNvPr id="1813" name="Google Shape;1813;p14"/>
                  <p:cNvSpPr/>
                  <p:nvPr/>
                </p:nvSpPr>
                <p:spPr>
                  <a:xfrm>
                    <a:off x="7608818" y="3898547"/>
                    <a:ext cx="4181475" cy="54292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sp>
                <p:nvSpPr>
                  <p:cNvPr id="1814" name="Google Shape;1814;p14"/>
                  <p:cNvSpPr/>
                  <p:nvPr/>
                </p:nvSpPr>
                <p:spPr>
                  <a:xfrm>
                    <a:off x="7564595" y="3964035"/>
                    <a:ext cx="4181475" cy="542925"/>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815" name="Google Shape;1815;p14"/>
                <p:cNvCxnSpPr/>
                <p:nvPr/>
              </p:nvCxnSpPr>
              <p:spPr>
                <a:xfrm>
                  <a:off x="101553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816" name="Google Shape;1816;p14"/>
                <p:cNvCxnSpPr/>
                <p:nvPr/>
              </p:nvCxnSpPr>
              <p:spPr>
                <a:xfrm>
                  <a:off x="10907870" y="3946207"/>
                  <a:ext cx="0" cy="542925"/>
                </a:xfrm>
                <a:prstGeom prst="straightConnector1">
                  <a:avLst/>
                </a:prstGeom>
                <a:noFill/>
                <a:ln w="19050" cap="flat" cmpd="sng">
                  <a:solidFill>
                    <a:schemeClr val="dk1"/>
                  </a:solidFill>
                  <a:prstDash val="solid"/>
                  <a:round/>
                  <a:headEnd type="none" w="sm" len="sm"/>
                  <a:tailEnd type="none" w="sm" len="sm"/>
                </a:ln>
              </p:spPr>
            </p:cxnSp>
            <p:sp>
              <p:nvSpPr>
                <p:cNvPr id="1817" name="Google Shape;1817;p14"/>
                <p:cNvSpPr/>
                <p:nvPr/>
              </p:nvSpPr>
              <p:spPr>
                <a:xfrm>
                  <a:off x="11098370" y="3898582"/>
                  <a:ext cx="219075" cy="600075"/>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818" name="Google Shape;1818;p14"/>
              <p:cNvCxnSpPr/>
              <p:nvPr/>
            </p:nvCxnSpPr>
            <p:spPr>
              <a:xfrm>
                <a:off x="79455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819" name="Google Shape;1819;p14"/>
              <p:cNvCxnSpPr/>
              <p:nvPr/>
            </p:nvCxnSpPr>
            <p:spPr>
              <a:xfrm>
                <a:off x="87456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820" name="Google Shape;1820;p14"/>
              <p:cNvCxnSpPr/>
              <p:nvPr/>
            </p:nvCxnSpPr>
            <p:spPr>
              <a:xfrm>
                <a:off x="9359048" y="3964035"/>
                <a:ext cx="0" cy="542925"/>
              </a:xfrm>
              <a:prstGeom prst="straightConnector1">
                <a:avLst/>
              </a:prstGeom>
              <a:noFill/>
              <a:ln w="19050" cap="flat" cmpd="sng">
                <a:solidFill>
                  <a:schemeClr val="dk1"/>
                </a:solidFill>
                <a:prstDash val="solid"/>
                <a:round/>
                <a:headEnd type="none" w="sm" len="sm"/>
                <a:tailEnd type="none" w="sm" len="sm"/>
              </a:ln>
            </p:spPr>
          </p:cxnSp>
        </p:grpSp>
        <p:cxnSp>
          <p:nvCxnSpPr>
            <p:cNvPr id="1821" name="Google Shape;1821;p14"/>
            <p:cNvCxnSpPr/>
            <p:nvPr/>
          </p:nvCxnSpPr>
          <p:spPr>
            <a:xfrm>
              <a:off x="9740279" y="3961504"/>
              <a:ext cx="0" cy="542925"/>
            </a:xfrm>
            <a:prstGeom prst="straightConnector1">
              <a:avLst/>
            </a:prstGeom>
            <a:noFill/>
            <a:ln w="19050" cap="flat" cmpd="sng">
              <a:solidFill>
                <a:schemeClr val="dk1"/>
              </a:solidFill>
              <a:prstDash val="solid"/>
              <a:round/>
              <a:headEnd type="none" w="sm" len="sm"/>
              <a:tailEnd type="none" w="sm" len="sm"/>
            </a:ln>
          </p:spPr>
        </p:cxnSp>
      </p:grpSp>
      <p:sp>
        <p:nvSpPr>
          <p:cNvPr id="1822" name="Google Shape;1822;p14"/>
          <p:cNvSpPr txBox="1"/>
          <p:nvPr/>
        </p:nvSpPr>
        <p:spPr>
          <a:xfrm>
            <a:off x="8030845" y="4797390"/>
            <a:ext cx="8509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length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=1500</a:t>
            </a:r>
            <a:endParaRPr sz="1400" b="0" i="0" u="none" strike="noStrike" cap="none">
              <a:solidFill>
                <a:srgbClr val="000000"/>
              </a:solidFill>
              <a:latin typeface="Arial"/>
              <a:ea typeface="Arial"/>
              <a:cs typeface="Arial"/>
              <a:sym typeface="Arial"/>
            </a:endParaRPr>
          </a:p>
        </p:txBody>
      </p:sp>
      <p:sp>
        <p:nvSpPr>
          <p:cNvPr id="1823" name="Google Shape;1823;p14"/>
          <p:cNvSpPr txBox="1"/>
          <p:nvPr/>
        </p:nvSpPr>
        <p:spPr>
          <a:xfrm>
            <a:off x="8753565" y="4802862"/>
            <a:ext cx="56982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=122</a:t>
            </a:r>
            <a:endParaRPr sz="1400" b="0" i="0" u="none" strike="noStrike" cap="none">
              <a:solidFill>
                <a:srgbClr val="000000"/>
              </a:solidFill>
              <a:latin typeface="Arial"/>
              <a:ea typeface="Arial"/>
              <a:cs typeface="Arial"/>
              <a:sym typeface="Arial"/>
            </a:endParaRPr>
          </a:p>
        </p:txBody>
      </p:sp>
      <p:sp>
        <p:nvSpPr>
          <p:cNvPr id="1824" name="Google Shape;1824;p14"/>
          <p:cNvSpPr txBox="1"/>
          <p:nvPr/>
        </p:nvSpPr>
        <p:spPr>
          <a:xfrm>
            <a:off x="9308379" y="4820635"/>
            <a:ext cx="54132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DF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sp>
        <p:nvSpPr>
          <p:cNvPr id="1825" name="Google Shape;1825;p14"/>
          <p:cNvSpPr txBox="1"/>
          <p:nvPr/>
        </p:nvSpPr>
        <p:spPr>
          <a:xfrm>
            <a:off x="9725908" y="4827685"/>
            <a:ext cx="54132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MF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a:t>
            </a:r>
            <a:endParaRPr sz="1400" b="0" i="0" u="none" strike="noStrike" cap="none">
              <a:solidFill>
                <a:srgbClr val="000000"/>
              </a:solidFill>
              <a:latin typeface="Arial"/>
              <a:ea typeface="Arial"/>
              <a:cs typeface="Arial"/>
              <a:sym typeface="Arial"/>
            </a:endParaRPr>
          </a:p>
        </p:txBody>
      </p:sp>
      <p:sp>
        <p:nvSpPr>
          <p:cNvPr id="1826" name="Google Shape;1826;p14"/>
          <p:cNvSpPr txBox="1"/>
          <p:nvPr/>
        </p:nvSpPr>
        <p:spPr>
          <a:xfrm>
            <a:off x="10099213" y="4810090"/>
            <a:ext cx="88106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offset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=185</a:t>
            </a:r>
            <a:endParaRPr sz="1400" b="0" i="0" u="none" strike="noStrike" cap="none">
              <a:solidFill>
                <a:srgbClr val="000000"/>
              </a:solidFill>
              <a:latin typeface="Arial"/>
              <a:ea typeface="Arial"/>
              <a:cs typeface="Arial"/>
              <a:sym typeface="Arial"/>
            </a:endParaRPr>
          </a:p>
        </p:txBody>
      </p:sp>
      <p:grpSp>
        <p:nvGrpSpPr>
          <p:cNvPr id="1827" name="Google Shape;1827;p14"/>
          <p:cNvGrpSpPr/>
          <p:nvPr/>
        </p:nvGrpSpPr>
        <p:grpSpPr>
          <a:xfrm>
            <a:off x="10274054" y="2228056"/>
            <a:ext cx="1752732" cy="2736528"/>
            <a:chOff x="10246496" y="3273957"/>
            <a:chExt cx="1752732" cy="2736528"/>
          </a:xfrm>
        </p:grpSpPr>
        <p:sp>
          <p:nvSpPr>
            <p:cNvPr id="1828" name="Google Shape;1828;p14"/>
            <p:cNvSpPr txBox="1"/>
            <p:nvPr/>
          </p:nvSpPr>
          <p:spPr>
            <a:xfrm>
              <a:off x="10246496" y="3273957"/>
              <a:ext cx="1752732" cy="307736"/>
            </a:xfrm>
            <a:prstGeom prst="rect">
              <a:avLst/>
            </a:prstGeom>
            <a:solidFill>
              <a:srgbClr val="5E9934"/>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offset =</a:t>
              </a:r>
              <a:r>
                <a:rPr lang="en-US" sz="1400" b="0" i="0" u="none" strike="noStrike" cap="none">
                  <a:solidFill>
                    <a:srgbClr val="000000"/>
                  </a:solidFill>
                  <a:latin typeface="Arial"/>
                  <a:ea typeface="Arial"/>
                  <a:cs typeface="Arial"/>
                  <a:sym typeface="Arial"/>
                </a:rPr>
                <a:t> </a:t>
              </a:r>
              <a:r>
                <a:rPr lang="en-US" sz="1400" b="0" i="0" u="none" strike="noStrike" cap="none">
                  <a:solidFill>
                    <a:schemeClr val="dk1"/>
                  </a:solidFill>
                  <a:latin typeface="Comic Sans MS"/>
                  <a:ea typeface="Comic Sans MS"/>
                  <a:cs typeface="Comic Sans MS"/>
                  <a:sym typeface="Comic Sans MS"/>
                </a:rPr>
                <a:t>1480/8 </a:t>
              </a:r>
              <a:endParaRPr sz="1400" b="0" i="0" u="none" strike="noStrike" cap="none">
                <a:solidFill>
                  <a:srgbClr val="000000"/>
                </a:solidFill>
                <a:latin typeface="Arial"/>
                <a:ea typeface="Arial"/>
                <a:cs typeface="Arial"/>
                <a:sym typeface="Arial"/>
              </a:endParaRPr>
            </a:p>
          </p:txBody>
        </p:sp>
        <p:cxnSp>
          <p:nvCxnSpPr>
            <p:cNvPr id="1829" name="Google Shape;1829;p14"/>
            <p:cNvCxnSpPr/>
            <p:nvPr/>
          </p:nvCxnSpPr>
          <p:spPr>
            <a:xfrm flipH="1">
              <a:off x="10403879" y="3572207"/>
              <a:ext cx="309358" cy="2438278"/>
            </a:xfrm>
            <a:prstGeom prst="straightConnector1">
              <a:avLst/>
            </a:prstGeom>
            <a:noFill/>
            <a:ln w="19050" cap="flat" cmpd="sng">
              <a:solidFill>
                <a:srgbClr val="008000"/>
              </a:solidFill>
              <a:prstDash val="dot"/>
              <a:round/>
              <a:headEnd type="none" w="sm" len="sm"/>
              <a:tailEnd type="triangle" w="med" len="med"/>
            </a:ln>
          </p:spPr>
        </p:cxnSp>
      </p:grpSp>
      <p:grpSp>
        <p:nvGrpSpPr>
          <p:cNvPr id="1830" name="Google Shape;1830;p14"/>
          <p:cNvGrpSpPr/>
          <p:nvPr/>
        </p:nvGrpSpPr>
        <p:grpSpPr>
          <a:xfrm>
            <a:off x="7477017" y="5589763"/>
            <a:ext cx="4225698" cy="615383"/>
            <a:chOff x="7530221" y="3889046"/>
            <a:chExt cx="4225698" cy="615383"/>
          </a:xfrm>
        </p:grpSpPr>
        <p:grpSp>
          <p:nvGrpSpPr>
            <p:cNvPr id="1831" name="Google Shape;1831;p14"/>
            <p:cNvGrpSpPr/>
            <p:nvPr/>
          </p:nvGrpSpPr>
          <p:grpSpPr>
            <a:xfrm>
              <a:off x="7530221" y="3889046"/>
              <a:ext cx="4225698" cy="609600"/>
              <a:chOff x="7538644" y="3916410"/>
              <a:chExt cx="4225698" cy="609600"/>
            </a:xfrm>
          </p:grpSpPr>
          <p:grpSp>
            <p:nvGrpSpPr>
              <p:cNvPr id="1832" name="Google Shape;1832;p14"/>
              <p:cNvGrpSpPr/>
              <p:nvPr/>
            </p:nvGrpSpPr>
            <p:grpSpPr>
              <a:xfrm>
                <a:off x="7538644" y="3916410"/>
                <a:ext cx="4225698" cy="609600"/>
                <a:chOff x="7548055" y="3898582"/>
                <a:chExt cx="4225698" cy="609600"/>
              </a:xfrm>
            </p:grpSpPr>
            <p:grpSp>
              <p:nvGrpSpPr>
                <p:cNvPr id="1833" name="Google Shape;1833;p14"/>
                <p:cNvGrpSpPr/>
                <p:nvPr/>
              </p:nvGrpSpPr>
              <p:grpSpPr>
                <a:xfrm>
                  <a:off x="7548055" y="3899769"/>
                  <a:ext cx="4225698" cy="608413"/>
                  <a:chOff x="7564595" y="3898547"/>
                  <a:chExt cx="4225698" cy="608413"/>
                </a:xfrm>
              </p:grpSpPr>
              <p:sp>
                <p:nvSpPr>
                  <p:cNvPr id="1834" name="Google Shape;1834;p14"/>
                  <p:cNvSpPr/>
                  <p:nvPr/>
                </p:nvSpPr>
                <p:spPr>
                  <a:xfrm>
                    <a:off x="7608818" y="3898547"/>
                    <a:ext cx="4181475" cy="54292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sp>
                <p:nvSpPr>
                  <p:cNvPr id="1835" name="Google Shape;1835;p14"/>
                  <p:cNvSpPr/>
                  <p:nvPr/>
                </p:nvSpPr>
                <p:spPr>
                  <a:xfrm>
                    <a:off x="7564595" y="3964035"/>
                    <a:ext cx="4181475" cy="542925"/>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836" name="Google Shape;1836;p14"/>
                <p:cNvCxnSpPr/>
                <p:nvPr/>
              </p:nvCxnSpPr>
              <p:spPr>
                <a:xfrm>
                  <a:off x="101553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837" name="Google Shape;1837;p14"/>
                <p:cNvCxnSpPr/>
                <p:nvPr/>
              </p:nvCxnSpPr>
              <p:spPr>
                <a:xfrm>
                  <a:off x="10907870" y="3946207"/>
                  <a:ext cx="0" cy="542925"/>
                </a:xfrm>
                <a:prstGeom prst="straightConnector1">
                  <a:avLst/>
                </a:prstGeom>
                <a:noFill/>
                <a:ln w="19050" cap="flat" cmpd="sng">
                  <a:solidFill>
                    <a:schemeClr val="dk1"/>
                  </a:solidFill>
                  <a:prstDash val="solid"/>
                  <a:round/>
                  <a:headEnd type="none" w="sm" len="sm"/>
                  <a:tailEnd type="none" w="sm" len="sm"/>
                </a:ln>
              </p:spPr>
            </p:cxnSp>
            <p:sp>
              <p:nvSpPr>
                <p:cNvPr id="1838" name="Google Shape;1838;p14"/>
                <p:cNvSpPr/>
                <p:nvPr/>
              </p:nvSpPr>
              <p:spPr>
                <a:xfrm>
                  <a:off x="11098370" y="3898582"/>
                  <a:ext cx="219075" cy="600075"/>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400" b="0" i="0" u="none" strike="noStrike" cap="none">
                    <a:solidFill>
                      <a:schemeClr val="dk1"/>
                    </a:solidFill>
                    <a:latin typeface="Comic Sans MS"/>
                    <a:ea typeface="Comic Sans MS"/>
                    <a:cs typeface="Comic Sans MS"/>
                    <a:sym typeface="Comic Sans MS"/>
                  </a:endParaRPr>
                </a:p>
              </p:txBody>
            </p:sp>
          </p:grpSp>
          <p:cxnSp>
            <p:nvCxnSpPr>
              <p:cNvPr id="1839" name="Google Shape;1839;p14"/>
              <p:cNvCxnSpPr/>
              <p:nvPr/>
            </p:nvCxnSpPr>
            <p:spPr>
              <a:xfrm>
                <a:off x="79455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840" name="Google Shape;1840;p14"/>
              <p:cNvCxnSpPr/>
              <p:nvPr/>
            </p:nvCxnSpPr>
            <p:spPr>
              <a:xfrm>
                <a:off x="8745695" y="3964035"/>
                <a:ext cx="0" cy="542925"/>
              </a:xfrm>
              <a:prstGeom prst="straightConnector1">
                <a:avLst/>
              </a:prstGeom>
              <a:noFill/>
              <a:ln w="19050" cap="flat" cmpd="sng">
                <a:solidFill>
                  <a:schemeClr val="dk1"/>
                </a:solidFill>
                <a:prstDash val="solid"/>
                <a:round/>
                <a:headEnd type="none" w="sm" len="sm"/>
                <a:tailEnd type="none" w="sm" len="sm"/>
              </a:ln>
            </p:spPr>
          </p:cxnSp>
          <p:cxnSp>
            <p:nvCxnSpPr>
              <p:cNvPr id="1841" name="Google Shape;1841;p14"/>
              <p:cNvCxnSpPr/>
              <p:nvPr/>
            </p:nvCxnSpPr>
            <p:spPr>
              <a:xfrm>
                <a:off x="9359048" y="3964035"/>
                <a:ext cx="0" cy="542925"/>
              </a:xfrm>
              <a:prstGeom prst="straightConnector1">
                <a:avLst/>
              </a:prstGeom>
              <a:noFill/>
              <a:ln w="19050" cap="flat" cmpd="sng">
                <a:solidFill>
                  <a:schemeClr val="dk1"/>
                </a:solidFill>
                <a:prstDash val="solid"/>
                <a:round/>
                <a:headEnd type="none" w="sm" len="sm"/>
                <a:tailEnd type="none" w="sm" len="sm"/>
              </a:ln>
            </p:spPr>
          </p:cxnSp>
        </p:grpSp>
        <p:cxnSp>
          <p:nvCxnSpPr>
            <p:cNvPr id="1842" name="Google Shape;1842;p14"/>
            <p:cNvCxnSpPr/>
            <p:nvPr/>
          </p:nvCxnSpPr>
          <p:spPr>
            <a:xfrm>
              <a:off x="9740279" y="3961504"/>
              <a:ext cx="0" cy="542925"/>
            </a:xfrm>
            <a:prstGeom prst="straightConnector1">
              <a:avLst/>
            </a:prstGeom>
            <a:noFill/>
            <a:ln w="19050" cap="flat" cmpd="sng">
              <a:solidFill>
                <a:schemeClr val="dk1"/>
              </a:solidFill>
              <a:prstDash val="solid"/>
              <a:round/>
              <a:headEnd type="none" w="sm" len="sm"/>
              <a:tailEnd type="none" w="sm" len="sm"/>
            </a:ln>
          </p:spPr>
        </p:cxnSp>
      </p:grpSp>
      <p:sp>
        <p:nvSpPr>
          <p:cNvPr id="1843" name="Google Shape;1843;p14"/>
          <p:cNvSpPr txBox="1"/>
          <p:nvPr/>
        </p:nvSpPr>
        <p:spPr>
          <a:xfrm>
            <a:off x="7945018" y="5650655"/>
            <a:ext cx="850900" cy="523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length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=1040</a:t>
            </a:r>
            <a:endParaRPr sz="1400" b="0" i="0" u="none" strike="noStrike" cap="none">
              <a:solidFill>
                <a:srgbClr val="000000"/>
              </a:solidFill>
              <a:latin typeface="Arial"/>
              <a:ea typeface="Arial"/>
              <a:cs typeface="Arial"/>
              <a:sym typeface="Arial"/>
            </a:endParaRPr>
          </a:p>
        </p:txBody>
      </p:sp>
      <p:sp>
        <p:nvSpPr>
          <p:cNvPr id="1844" name="Google Shape;1844;p14"/>
          <p:cNvSpPr txBox="1"/>
          <p:nvPr/>
        </p:nvSpPr>
        <p:spPr>
          <a:xfrm>
            <a:off x="8749847" y="5703571"/>
            <a:ext cx="56982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=122</a:t>
            </a:r>
            <a:endParaRPr sz="1400" b="0" i="0" u="none" strike="noStrike" cap="none">
              <a:solidFill>
                <a:srgbClr val="000000"/>
              </a:solidFill>
              <a:latin typeface="Arial"/>
              <a:ea typeface="Arial"/>
              <a:cs typeface="Arial"/>
              <a:sym typeface="Arial"/>
            </a:endParaRPr>
          </a:p>
        </p:txBody>
      </p:sp>
      <p:sp>
        <p:nvSpPr>
          <p:cNvPr id="1845" name="Google Shape;1845;p14"/>
          <p:cNvSpPr txBox="1"/>
          <p:nvPr/>
        </p:nvSpPr>
        <p:spPr>
          <a:xfrm>
            <a:off x="9229634" y="5702876"/>
            <a:ext cx="54132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DF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sp>
        <p:nvSpPr>
          <p:cNvPr id="1846" name="Google Shape;1846;p14"/>
          <p:cNvSpPr txBox="1"/>
          <p:nvPr/>
        </p:nvSpPr>
        <p:spPr>
          <a:xfrm>
            <a:off x="9647916" y="5681271"/>
            <a:ext cx="54132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MF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=0</a:t>
            </a:r>
            <a:endParaRPr sz="1400" b="0" i="0" u="none" strike="noStrike" cap="none">
              <a:solidFill>
                <a:srgbClr val="000000"/>
              </a:solidFill>
              <a:latin typeface="Arial"/>
              <a:ea typeface="Arial"/>
              <a:cs typeface="Arial"/>
              <a:sym typeface="Arial"/>
            </a:endParaRPr>
          </a:p>
        </p:txBody>
      </p:sp>
      <p:sp>
        <p:nvSpPr>
          <p:cNvPr id="1847" name="Google Shape;1847;p14"/>
          <p:cNvSpPr txBox="1"/>
          <p:nvPr/>
        </p:nvSpPr>
        <p:spPr>
          <a:xfrm>
            <a:off x="10051019" y="5656438"/>
            <a:ext cx="881063" cy="5238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offset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=370</a:t>
            </a:r>
            <a:endParaRPr sz="1400" b="0" i="0" u="none" strike="noStrike" cap="none">
              <a:solidFill>
                <a:srgbClr val="000000"/>
              </a:solidFill>
              <a:latin typeface="Arial"/>
              <a:ea typeface="Arial"/>
              <a:cs typeface="Arial"/>
              <a:sym typeface="Arial"/>
            </a:endParaRPr>
          </a:p>
        </p:txBody>
      </p:sp>
      <p:grpSp>
        <p:nvGrpSpPr>
          <p:cNvPr id="1848" name="Google Shape;1848;p14"/>
          <p:cNvGrpSpPr/>
          <p:nvPr/>
        </p:nvGrpSpPr>
        <p:grpSpPr>
          <a:xfrm>
            <a:off x="10379343" y="3057056"/>
            <a:ext cx="1818777" cy="2832744"/>
            <a:chOff x="10180451" y="3273957"/>
            <a:chExt cx="1818777" cy="2832744"/>
          </a:xfrm>
        </p:grpSpPr>
        <p:sp>
          <p:nvSpPr>
            <p:cNvPr id="1849" name="Google Shape;1849;p14"/>
            <p:cNvSpPr txBox="1"/>
            <p:nvPr/>
          </p:nvSpPr>
          <p:spPr>
            <a:xfrm>
              <a:off x="10246496" y="3273957"/>
              <a:ext cx="1752732" cy="307736"/>
            </a:xfrm>
            <a:prstGeom prst="rect">
              <a:avLst/>
            </a:prstGeom>
            <a:solidFill>
              <a:srgbClr val="5E9934"/>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Comic Sans MS"/>
                  <a:ea typeface="Comic Sans MS"/>
                  <a:cs typeface="Comic Sans MS"/>
                  <a:sym typeface="Comic Sans MS"/>
                </a:rPr>
                <a:t>offset =</a:t>
              </a:r>
              <a:r>
                <a:rPr lang="en-US" sz="1400" b="0" i="0" u="none" strike="noStrike" cap="none">
                  <a:solidFill>
                    <a:srgbClr val="000000"/>
                  </a:solidFill>
                  <a:latin typeface="Arial"/>
                  <a:ea typeface="Arial"/>
                  <a:cs typeface="Arial"/>
                  <a:sym typeface="Arial"/>
                </a:rPr>
                <a:t> </a:t>
              </a:r>
              <a:r>
                <a:rPr lang="en-US" sz="1400" b="0" i="0" u="none" strike="noStrike" cap="none">
                  <a:solidFill>
                    <a:schemeClr val="dk1"/>
                  </a:solidFill>
                  <a:latin typeface="Comic Sans MS"/>
                  <a:ea typeface="Comic Sans MS"/>
                  <a:cs typeface="Comic Sans MS"/>
                  <a:sym typeface="Comic Sans MS"/>
                </a:rPr>
                <a:t>2960/8 </a:t>
              </a:r>
              <a:endParaRPr sz="1400" b="0" i="0" u="none" strike="noStrike" cap="none">
                <a:solidFill>
                  <a:srgbClr val="000000"/>
                </a:solidFill>
                <a:latin typeface="Arial"/>
                <a:ea typeface="Arial"/>
                <a:cs typeface="Arial"/>
                <a:sym typeface="Arial"/>
              </a:endParaRPr>
            </a:p>
          </p:txBody>
        </p:sp>
        <p:cxnSp>
          <p:nvCxnSpPr>
            <p:cNvPr id="1850" name="Google Shape;1850;p14"/>
            <p:cNvCxnSpPr/>
            <p:nvPr/>
          </p:nvCxnSpPr>
          <p:spPr>
            <a:xfrm flipH="1">
              <a:off x="10180451" y="3572207"/>
              <a:ext cx="532786" cy="2534494"/>
            </a:xfrm>
            <a:prstGeom prst="straightConnector1">
              <a:avLst/>
            </a:prstGeom>
            <a:noFill/>
            <a:ln w="19050" cap="flat" cmpd="sng">
              <a:solidFill>
                <a:srgbClr val="008000"/>
              </a:solidFill>
              <a:prstDash val="dot"/>
              <a:round/>
              <a:headEnd type="none" w="sm" len="sm"/>
              <a:tailEnd type="triangle" w="med" len="med"/>
            </a:ln>
          </p:spPr>
        </p:cxnSp>
      </p:grpSp>
      <p:sp>
        <p:nvSpPr>
          <p:cNvPr id="1851" name="Google Shape;1851;p14"/>
          <p:cNvSpPr txBox="1"/>
          <p:nvPr/>
        </p:nvSpPr>
        <p:spPr>
          <a:xfrm>
            <a:off x="1041284" y="4820635"/>
            <a:ext cx="5037488" cy="1069165"/>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1186C3"/>
              </a:buClr>
              <a:buSzPts val="3480"/>
              <a:buFont typeface="Arial"/>
              <a:buChar char="•"/>
            </a:pPr>
            <a:r>
              <a:rPr lang="en-US" sz="2400" b="1" i="0" u="none" strike="noStrike" cap="none">
                <a:solidFill>
                  <a:schemeClr val="dk1"/>
                </a:solidFill>
                <a:latin typeface="Corbel"/>
                <a:ea typeface="Corbel"/>
                <a:cs typeface="Corbel"/>
                <a:sym typeface="Corbel"/>
              </a:rPr>
              <a:t>Fragment Offset</a:t>
            </a:r>
            <a:endParaRPr sz="1400" b="0" i="0" u="none" strike="noStrike" cap="none">
              <a:solidFill>
                <a:srgbClr val="000000"/>
              </a:solidFill>
              <a:latin typeface="Arial"/>
              <a:ea typeface="Arial"/>
              <a:cs typeface="Arial"/>
              <a:sym typeface="Arial"/>
            </a:endParaRPr>
          </a:p>
          <a:p>
            <a:pPr marL="1200150" marR="0" lvl="2" indent="-285750" algn="just" rtl="0">
              <a:lnSpc>
                <a:spcPct val="100000"/>
              </a:lnSpc>
              <a:spcBef>
                <a:spcPts val="0"/>
              </a:spcBef>
              <a:spcAft>
                <a:spcPts val="0"/>
              </a:spcAft>
              <a:buClr>
                <a:srgbClr val="1186C3"/>
              </a:buClr>
              <a:buSzPts val="2900"/>
              <a:buFont typeface="Arial"/>
              <a:buChar char="•"/>
            </a:pPr>
            <a:r>
              <a:rPr lang="en-US" sz="2000" b="0" i="0" u="none" strike="noStrike" cap="none">
                <a:solidFill>
                  <a:schemeClr val="dk1"/>
                </a:solidFill>
                <a:latin typeface="Corbel"/>
                <a:ea typeface="Corbel"/>
                <a:cs typeface="Corbel"/>
                <a:sym typeface="Corbel"/>
              </a:rPr>
              <a:t>The value of the offset is measured in units of 8 bytes. </a:t>
            </a:r>
            <a:endParaRPr sz="1400" b="0" i="0" u="none" strike="noStrike" cap="none">
              <a:solidFill>
                <a:srgbClr val="000000"/>
              </a:solidFill>
              <a:latin typeface="Arial"/>
              <a:ea typeface="Arial"/>
              <a:cs typeface="Arial"/>
              <a:sym typeface="Arial"/>
            </a:endParaRPr>
          </a:p>
        </p:txBody>
      </p:sp>
      <p:sp>
        <p:nvSpPr>
          <p:cNvPr id="1852" name="Google Shape;1852;p14"/>
          <p:cNvSpPr txBox="1"/>
          <p:nvPr/>
        </p:nvSpPr>
        <p:spPr>
          <a:xfrm>
            <a:off x="9308379" y="1303388"/>
            <a:ext cx="201343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FF0000"/>
                </a:solidFill>
                <a:latin typeface="Arial"/>
                <a:ea typeface="Arial"/>
                <a:cs typeface="Arial"/>
                <a:sym typeface="Arial"/>
              </a:rPr>
              <a:t>Extra Example</a:t>
            </a:r>
            <a:endParaRPr sz="1600" b="0" i="0" u="none" strike="noStrike" cap="none">
              <a:solidFill>
                <a:srgbClr val="FF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1"/>
                                          </p:stCondLst>
                                        </p:cTn>
                                        <p:tgtEl>
                                          <p:spTgt spid="180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7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8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7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8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8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7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5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0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8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8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82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8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 presetClass="exit" presetSubtype="4" fill="hold" nodeType="clickEffect">
                                  <p:stCondLst>
                                    <p:cond delay="0"/>
                                  </p:stCondLst>
                                  <p:childTnLst>
                                    <p:anim calcmode="lin" valueType="num">
                                      <p:cBhvr additive="base">
                                        <p:cTn id="78" dur="500"/>
                                        <p:tgtEl>
                                          <p:spTgt spid="1827"/>
                                        </p:tgtEl>
                                        <p:attrNameLst>
                                          <p:attrName>ppt_y</p:attrName>
                                        </p:attrNameLst>
                                      </p:cBhvr>
                                      <p:tavLst>
                                        <p:tav tm="0">
                                          <p:val>
                                            <p:strVal val="#ppt_y"/>
                                          </p:val>
                                        </p:tav>
                                        <p:tav tm="100000">
                                          <p:val>
                                            <p:strVal val="#ppt_y+1"/>
                                          </p:val>
                                        </p:tav>
                                      </p:tavLst>
                                    </p:anim>
                                    <p:set>
                                      <p:cBhvr>
                                        <p:cTn id="79" dur="1" fill="hold">
                                          <p:stCondLst>
                                            <p:cond delay="500"/>
                                          </p:stCondLst>
                                        </p:cTn>
                                        <p:tgtEl>
                                          <p:spTgt spid="1827"/>
                                        </p:tgtEl>
                                        <p:attrNameLst>
                                          <p:attrName>style.visibility</p:attrName>
                                        </p:attrNameLst>
                                      </p:cBhvr>
                                      <p:to>
                                        <p:strVal val="hidden"/>
                                      </p:to>
                                    </p:set>
                                  </p:childTnLst>
                                </p:cTn>
                              </p:par>
                              <p:par>
                                <p:cTn id="80" presetID="1" presetClass="entr" presetSubtype="0" fill="hold" nodeType="withEffect">
                                  <p:stCondLst>
                                    <p:cond delay="0"/>
                                  </p:stCondLst>
                                  <p:childTnLst>
                                    <p:set>
                                      <p:cBhvr>
                                        <p:cTn id="81" dur="1" fill="hold">
                                          <p:stCondLst>
                                            <p:cond delay="0"/>
                                          </p:stCondLst>
                                        </p:cTn>
                                        <p:tgtEl>
                                          <p:spTgt spid="183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843"/>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844"/>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1845"/>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184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847"/>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1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ADA4D-CC2C-4864-8B3A-B5E2E2E67934}"/>
              </a:ext>
            </a:extLst>
          </p:cNvPr>
          <p:cNvSpPr>
            <a:spLocks noGrp="1"/>
          </p:cNvSpPr>
          <p:nvPr>
            <p:ph type="title"/>
          </p:nvPr>
        </p:nvSpPr>
        <p:spPr>
          <a:solidFill>
            <a:schemeClr val="accent3">
              <a:lumMod val="40000"/>
              <a:lumOff val="60000"/>
            </a:schemeClr>
          </a:solidFill>
        </p:spPr>
        <p:txBody>
          <a:bodyPr>
            <a:normAutofit/>
          </a:bodyPr>
          <a:lstStyle/>
          <a:p>
            <a:pPr algn="l"/>
            <a:r>
              <a:rPr lang="en-IN" sz="2000" dirty="0"/>
              <a:t>A packet of size 2584 bytes including 32 bytes of header was fragmented for transmitting in a</a:t>
            </a:r>
            <a:br>
              <a:rPr lang="en-IN" sz="2000" dirty="0"/>
            </a:br>
            <a:r>
              <a:rPr lang="en-IN" sz="2000" dirty="0"/>
              <a:t>link with MTU=X bytes. The 9th packet has a size of 272 bytes. It also has its MF bit set.</a:t>
            </a:r>
            <a:br>
              <a:rPr lang="en-IN" sz="2000" dirty="0"/>
            </a:br>
            <a:r>
              <a:rPr lang="en-IN" sz="2000" dirty="0"/>
              <a:t>I. Calculate the value of X.</a:t>
            </a:r>
            <a:br>
              <a:rPr lang="en-IN" sz="2000" dirty="0"/>
            </a:br>
            <a:r>
              <a:rPr lang="en-IN" sz="2000" dirty="0"/>
              <a:t>II. Calculate the fragment offset for the 7th packet.</a:t>
            </a:r>
            <a:br>
              <a:rPr lang="en-IN" sz="2000" dirty="0"/>
            </a:br>
            <a:r>
              <a:rPr lang="en-IN" sz="2000" dirty="0"/>
              <a:t>III. Find out the total number of fragmented packets</a:t>
            </a:r>
          </a:p>
        </p:txBody>
      </p:sp>
      <p:sp>
        <p:nvSpPr>
          <p:cNvPr id="6" name="TextBox 5">
            <a:extLst>
              <a:ext uri="{FF2B5EF4-FFF2-40B4-BE49-F238E27FC236}">
                <a16:creationId xmlns:a16="http://schemas.microsoft.com/office/drawing/2014/main" id="{600836B7-C072-48A4-85F8-E8020AE78F5E}"/>
              </a:ext>
            </a:extLst>
          </p:cNvPr>
          <p:cNvSpPr txBox="1"/>
          <p:nvPr/>
        </p:nvSpPr>
        <p:spPr>
          <a:xfrm>
            <a:off x="1237423" y="2835167"/>
            <a:ext cx="7178568" cy="400110"/>
          </a:xfrm>
          <a:prstGeom prst="rect">
            <a:avLst/>
          </a:prstGeom>
          <a:noFill/>
        </p:spPr>
        <p:txBody>
          <a:bodyPr wrap="none" rtlCol="0">
            <a:spAutoFit/>
          </a:bodyPr>
          <a:lstStyle/>
          <a:p>
            <a:r>
              <a:rPr lang="en-IN" sz="2000" dirty="0"/>
              <a:t>Total data size: packet size-header size=2584-32=2552 bytes</a:t>
            </a:r>
          </a:p>
        </p:txBody>
      </p:sp>
      <p:sp>
        <p:nvSpPr>
          <p:cNvPr id="7" name="TextBox 6">
            <a:extLst>
              <a:ext uri="{FF2B5EF4-FFF2-40B4-BE49-F238E27FC236}">
                <a16:creationId xmlns:a16="http://schemas.microsoft.com/office/drawing/2014/main" id="{DF5EE05F-3C34-40DA-B66B-CD549FDDBF37}"/>
              </a:ext>
            </a:extLst>
          </p:cNvPr>
          <p:cNvSpPr txBox="1"/>
          <p:nvPr/>
        </p:nvSpPr>
        <p:spPr>
          <a:xfrm>
            <a:off x="1237423" y="3527795"/>
            <a:ext cx="2911374" cy="400110"/>
          </a:xfrm>
          <a:prstGeom prst="rect">
            <a:avLst/>
          </a:prstGeom>
          <a:noFill/>
        </p:spPr>
        <p:txBody>
          <a:bodyPr wrap="none" rtlCol="0">
            <a:spAutoFit/>
          </a:bodyPr>
          <a:lstStyle/>
          <a:p>
            <a:r>
              <a:rPr lang="en-IN" sz="2000" dirty="0"/>
              <a:t>MTU size, X= 272 bytes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E4DD3F2-1BD2-4054-B188-9944B8E2649B}"/>
                  </a:ext>
                </a:extLst>
              </p:cNvPr>
              <p:cNvSpPr txBox="1"/>
              <p:nvPr/>
            </p:nvSpPr>
            <p:spPr>
              <a:xfrm>
                <a:off x="1237423" y="4957984"/>
                <a:ext cx="9577174" cy="540597"/>
              </a:xfrm>
              <a:prstGeom prst="rect">
                <a:avLst/>
              </a:prstGeom>
              <a:noFill/>
            </p:spPr>
            <p:txBody>
              <a:bodyPr wrap="none" rtlCol="0">
                <a:spAutoFit/>
              </a:bodyPr>
              <a:lstStyle/>
              <a:p>
                <a14:m>
                  <m:oMath xmlns:m="http://schemas.openxmlformats.org/officeDocument/2006/math">
                    <m:r>
                      <a:rPr lang="en-IN" sz="2000" i="1" dirty="0" smtClean="0">
                        <a:latin typeface="Cambria Math" panose="02040503050406030204" pitchFamily="18" charset="0"/>
                      </a:rPr>
                      <m:t>𝐹𝑟𝑎𝑔𝑚𝑒𝑛𝑡</m:t>
                    </m:r>
                    <m:r>
                      <a:rPr lang="en-IN" sz="2000" i="1" dirty="0">
                        <a:latin typeface="Cambria Math" panose="02040503050406030204" pitchFamily="18" charset="0"/>
                      </a:rPr>
                      <m:t> </m:t>
                    </m:r>
                    <m:r>
                      <a:rPr lang="en-IN" sz="2000" i="1" dirty="0" smtClean="0">
                        <a:latin typeface="Cambria Math" panose="02040503050406030204" pitchFamily="18" charset="0"/>
                      </a:rPr>
                      <m:t>𝑜𝑓𝑓𝑠𝑒𝑡</m:t>
                    </m:r>
                    <m:r>
                      <a:rPr lang="en-IN" sz="2000" i="1" dirty="0" smtClean="0">
                        <a:latin typeface="Cambria Math" panose="02040503050406030204" pitchFamily="18" charset="0"/>
                      </a:rPr>
                      <m:t>=</m:t>
                    </m:r>
                    <m:d>
                      <m:dPr>
                        <m:ctrlPr>
                          <a:rPr lang="en-IN" sz="2000" i="1" dirty="0" smtClean="0">
                            <a:latin typeface="Cambria Math" panose="02040503050406030204" pitchFamily="18" charset="0"/>
                          </a:rPr>
                        </m:ctrlPr>
                      </m:dPr>
                      <m:e>
                        <m:r>
                          <a:rPr lang="en-IN" sz="2000" i="1" dirty="0" smtClean="0">
                            <a:latin typeface="Cambria Math" panose="02040503050406030204" pitchFamily="18" charset="0"/>
                          </a:rPr>
                          <m:t>𝑓𝑟𝑎𝑔𝑚𝑒𝑛𝑡</m:t>
                        </m:r>
                        <m:r>
                          <a:rPr lang="en-IN" sz="2000" i="1" dirty="0" smtClean="0">
                            <a:latin typeface="Cambria Math" panose="02040503050406030204" pitchFamily="18" charset="0"/>
                          </a:rPr>
                          <m:t> </m:t>
                        </m:r>
                        <m:r>
                          <a:rPr lang="en-IN" sz="2000" i="1" dirty="0" smtClean="0">
                            <a:latin typeface="Cambria Math" panose="02040503050406030204" pitchFamily="18" charset="0"/>
                          </a:rPr>
                          <m:t>𝑛𝑜</m:t>
                        </m:r>
                        <m:r>
                          <a:rPr lang="en-IN" sz="2000" i="1" dirty="0" smtClean="0">
                            <a:latin typeface="Cambria Math" panose="02040503050406030204" pitchFamily="18" charset="0"/>
                          </a:rPr>
                          <m:t>. −1</m:t>
                        </m:r>
                      </m:e>
                    </m:d>
                    <m:r>
                      <a:rPr lang="en-IN" sz="2000" b="0" i="1" dirty="0" smtClean="0">
                        <a:latin typeface="Cambria Math" panose="02040503050406030204" pitchFamily="18" charset="0"/>
                      </a:rPr>
                      <m:t>∗</m:t>
                    </m:r>
                    <m:f>
                      <m:fPr>
                        <m:ctrlPr>
                          <a:rPr lang="en-IN" sz="2000" i="1" dirty="0" smtClean="0">
                            <a:latin typeface="Cambria Math" panose="02040503050406030204" pitchFamily="18" charset="0"/>
                          </a:rPr>
                        </m:ctrlPr>
                      </m:fPr>
                      <m:num>
                        <m:r>
                          <a:rPr lang="en-IN" sz="2000" i="1" dirty="0">
                            <a:latin typeface="Cambria Math" panose="02040503050406030204" pitchFamily="18" charset="0"/>
                          </a:rPr>
                          <m:t>𝐷𝑎𝑡𝑎</m:t>
                        </m:r>
                        <m:r>
                          <a:rPr lang="en-IN" sz="2000" i="1" dirty="0">
                            <a:latin typeface="Cambria Math" panose="02040503050406030204" pitchFamily="18" charset="0"/>
                          </a:rPr>
                          <m:t> </m:t>
                        </m:r>
                        <m:r>
                          <a:rPr lang="en-IN" sz="2000" i="1" dirty="0">
                            <a:latin typeface="Cambria Math" panose="02040503050406030204" pitchFamily="18" charset="0"/>
                          </a:rPr>
                          <m:t>𝑠𝑖𝑧𝑒</m:t>
                        </m:r>
                        <m:r>
                          <a:rPr lang="en-IN" sz="2000" i="1" dirty="0">
                            <a:latin typeface="Cambria Math" panose="02040503050406030204" pitchFamily="18" charset="0"/>
                          </a:rPr>
                          <m:t> </m:t>
                        </m:r>
                        <m:r>
                          <a:rPr lang="en-IN" sz="2000" i="1" dirty="0">
                            <a:latin typeface="Cambria Math" panose="02040503050406030204" pitchFamily="18" charset="0"/>
                          </a:rPr>
                          <m:t>𝑝𝑒𝑟</m:t>
                        </m:r>
                        <m:r>
                          <a:rPr lang="en-IN" sz="2000" b="0" i="1" dirty="0" smtClean="0">
                            <a:latin typeface="Cambria Math" panose="02040503050406030204" pitchFamily="18" charset="0"/>
                          </a:rPr>
                          <m:t> </m:t>
                        </m:r>
                        <m:r>
                          <a:rPr lang="en-IN" sz="2000" i="1" dirty="0" smtClean="0">
                            <a:latin typeface="Cambria Math" panose="02040503050406030204" pitchFamily="18" charset="0"/>
                          </a:rPr>
                          <m:t>𝑓𝑟𝑎𝑔𝑚𝑒𝑛𝑡</m:t>
                        </m:r>
                      </m:num>
                      <m:den>
                        <m:r>
                          <a:rPr lang="en-IN" sz="2000" i="1" dirty="0" smtClean="0">
                            <a:latin typeface="Cambria Math" panose="02040503050406030204" pitchFamily="18" charset="0"/>
                          </a:rPr>
                          <m:t>8</m:t>
                        </m:r>
                      </m:den>
                    </m:f>
                  </m:oMath>
                </a14:m>
                <a:r>
                  <a:rPr lang="en-IN" sz="2000" dirty="0"/>
                  <a:t> </a:t>
                </a:r>
                <a14:m>
                  <m:oMath xmlns:m="http://schemas.openxmlformats.org/officeDocument/2006/math">
                    <m:r>
                      <a:rPr lang="en-IN" sz="2000" i="1" dirty="0" smtClean="0">
                        <a:latin typeface="Cambria Math" panose="02040503050406030204" pitchFamily="18" charset="0"/>
                      </a:rPr>
                      <m:t>=</m:t>
                    </m:r>
                    <m:d>
                      <m:dPr>
                        <m:ctrlPr>
                          <a:rPr lang="en-IN" sz="2000" i="1" dirty="0" smtClean="0">
                            <a:latin typeface="Cambria Math" panose="02040503050406030204" pitchFamily="18" charset="0"/>
                          </a:rPr>
                        </m:ctrlPr>
                      </m:dPr>
                      <m:e>
                        <m:r>
                          <a:rPr lang="en-IN" sz="2000" i="1" dirty="0" smtClean="0">
                            <a:latin typeface="Cambria Math" panose="02040503050406030204" pitchFamily="18" charset="0"/>
                          </a:rPr>
                          <m:t>7−1</m:t>
                        </m:r>
                      </m:e>
                    </m:d>
                    <m:r>
                      <a:rPr lang="en-IN" sz="2000" b="0" i="1" dirty="0" smtClean="0">
                        <a:latin typeface="Cambria Math" panose="02040503050406030204" pitchFamily="18" charset="0"/>
                      </a:rPr>
                      <m:t>∗</m:t>
                    </m:r>
                    <m:f>
                      <m:fPr>
                        <m:ctrlPr>
                          <a:rPr lang="en-IN" sz="2000" i="1" dirty="0" smtClean="0">
                            <a:latin typeface="Cambria Math" panose="02040503050406030204" pitchFamily="18" charset="0"/>
                          </a:rPr>
                        </m:ctrlPr>
                      </m:fPr>
                      <m:num>
                        <m:r>
                          <a:rPr lang="en-IN" sz="2000" i="1" dirty="0" smtClean="0">
                            <a:latin typeface="Cambria Math" panose="02040503050406030204" pitchFamily="18" charset="0"/>
                          </a:rPr>
                          <m:t>240</m:t>
                        </m:r>
                      </m:num>
                      <m:den>
                        <m:r>
                          <a:rPr lang="en-IN" sz="2000" i="1" dirty="0" smtClean="0">
                            <a:latin typeface="Cambria Math" panose="02040503050406030204" pitchFamily="18" charset="0"/>
                          </a:rPr>
                          <m:t>8</m:t>
                        </m:r>
                      </m:den>
                    </m:f>
                    <m:r>
                      <a:rPr lang="en-IN" sz="2000" b="0" i="1" dirty="0" smtClean="0">
                        <a:latin typeface="Cambria Math" panose="02040503050406030204" pitchFamily="18" charset="0"/>
                      </a:rPr>
                      <m:t>=180</m:t>
                    </m:r>
                  </m:oMath>
                </a14:m>
                <a:endParaRPr lang="en-IN" sz="2000" dirty="0"/>
              </a:p>
            </p:txBody>
          </p:sp>
        </mc:Choice>
        <mc:Fallback>
          <p:sp>
            <p:nvSpPr>
              <p:cNvPr id="8" name="TextBox 7">
                <a:extLst>
                  <a:ext uri="{FF2B5EF4-FFF2-40B4-BE49-F238E27FC236}">
                    <a16:creationId xmlns:a16="http://schemas.microsoft.com/office/drawing/2014/main" id="{DE4DD3F2-1BD2-4054-B188-9944B8E2649B}"/>
                  </a:ext>
                </a:extLst>
              </p:cNvPr>
              <p:cNvSpPr txBox="1">
                <a:spLocks noRot="1" noChangeAspect="1" noMove="1" noResize="1" noEditPoints="1" noAdjustHandles="1" noChangeArrowheads="1" noChangeShapeType="1" noTextEdit="1"/>
              </p:cNvSpPr>
              <p:nvPr/>
            </p:nvSpPr>
            <p:spPr>
              <a:xfrm>
                <a:off x="1237423" y="4957984"/>
                <a:ext cx="9577174" cy="540597"/>
              </a:xfrm>
              <a:prstGeom prst="rect">
                <a:avLst/>
              </a:prstGeom>
              <a:blipFill>
                <a:blip r:embed="rId2"/>
                <a:stretch>
                  <a:fillRect/>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5970BF37-93DA-4027-A35D-C856588FEDDB}"/>
              </a:ext>
            </a:extLst>
          </p:cNvPr>
          <p:cNvSpPr txBox="1"/>
          <p:nvPr/>
        </p:nvSpPr>
        <p:spPr>
          <a:xfrm>
            <a:off x="1237423" y="4159435"/>
            <a:ext cx="5052986" cy="400110"/>
          </a:xfrm>
          <a:prstGeom prst="rect">
            <a:avLst/>
          </a:prstGeom>
          <a:noFill/>
        </p:spPr>
        <p:txBody>
          <a:bodyPr wrap="none" rtlCol="0">
            <a:spAutoFit/>
          </a:bodyPr>
          <a:lstStyle/>
          <a:p>
            <a:r>
              <a:rPr lang="en-IN" sz="2000" dirty="0"/>
              <a:t>Data size per fragment= 272-32=240 bytes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B5DC55A1-3846-413C-AFC7-ADC208715A1F}"/>
                  </a:ext>
                </a:extLst>
              </p:cNvPr>
              <p:cNvSpPr txBox="1"/>
              <p:nvPr/>
            </p:nvSpPr>
            <p:spPr>
              <a:xfrm>
                <a:off x="1237423" y="5905304"/>
                <a:ext cx="7338356" cy="6848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𝑇𝑜𝑡𝑎𝑙</m:t>
                      </m:r>
                      <m:r>
                        <a:rPr lang="en-IN" sz="2000" b="0" i="1" smtClean="0">
                          <a:latin typeface="Cambria Math" panose="02040503050406030204" pitchFamily="18" charset="0"/>
                        </a:rPr>
                        <m:t> </m:t>
                      </m:r>
                      <m:r>
                        <a:rPr lang="en-IN" sz="2000" b="0" i="1" smtClean="0">
                          <a:latin typeface="Cambria Math" panose="02040503050406030204" pitchFamily="18" charset="0"/>
                        </a:rPr>
                        <m:t>𝐹𝑟𝑎𝑔𝑚𝑒𝑛𝑡</m:t>
                      </m:r>
                      <m:r>
                        <a:rPr lang="en-IN" sz="2000" b="0" i="1" smtClean="0">
                          <a:latin typeface="Cambria Math" panose="02040503050406030204" pitchFamily="18" charset="0"/>
                        </a:rPr>
                        <m:t> </m:t>
                      </m:r>
                      <m:r>
                        <a:rPr lang="en-IN" sz="2000" b="0" i="1" smtClean="0">
                          <a:latin typeface="Cambria Math" panose="02040503050406030204" pitchFamily="18" charset="0"/>
                        </a:rPr>
                        <m:t>𝑁𝑜</m:t>
                      </m:r>
                      <m:r>
                        <a:rPr lang="en-IN" sz="2000" b="0" i="1" smtClean="0">
                          <a:latin typeface="Cambria Math" panose="02040503050406030204" pitchFamily="18" charset="0"/>
                        </a:rPr>
                        <m:t>.=</m:t>
                      </m:r>
                      <m:d>
                        <m:dPr>
                          <m:begChr m:val="⌈"/>
                          <m:endChr m:val="⌉"/>
                          <m:ctrlPr>
                            <a:rPr lang="en-IN" sz="2000" b="0" i="1" smtClean="0">
                              <a:latin typeface="Cambria Math" panose="02040503050406030204" pitchFamily="18" charset="0"/>
                            </a:rPr>
                          </m:ctrlPr>
                        </m:dPr>
                        <m:e>
                          <m:f>
                            <m:fPr>
                              <m:ctrlPr>
                                <a:rPr lang="en-IN" sz="2000" i="1">
                                  <a:latin typeface="Cambria Math" panose="02040503050406030204" pitchFamily="18" charset="0"/>
                                </a:rPr>
                              </m:ctrlPr>
                            </m:fPr>
                            <m:num>
                              <m:r>
                                <a:rPr lang="en-IN" sz="2000" i="1">
                                  <a:latin typeface="Cambria Math" panose="02040503050406030204" pitchFamily="18" charset="0"/>
                                </a:rPr>
                                <m:t>𝑇𝑜𝑡𝑎𝑙</m:t>
                              </m:r>
                              <m:r>
                                <a:rPr lang="en-IN" sz="2000" i="1">
                                  <a:latin typeface="Cambria Math" panose="02040503050406030204" pitchFamily="18" charset="0"/>
                                </a:rPr>
                                <m:t> </m:t>
                              </m:r>
                              <m:r>
                                <a:rPr lang="en-IN" sz="2000" i="1">
                                  <a:latin typeface="Cambria Math" panose="02040503050406030204" pitchFamily="18" charset="0"/>
                                </a:rPr>
                                <m:t>𝐷𝑎𝑡𝑎</m:t>
                              </m:r>
                              <m:r>
                                <a:rPr lang="en-IN" sz="2000" i="1">
                                  <a:latin typeface="Cambria Math" panose="02040503050406030204" pitchFamily="18" charset="0"/>
                                </a:rPr>
                                <m:t> </m:t>
                              </m:r>
                              <m:r>
                                <a:rPr lang="en-IN" sz="2000" i="1">
                                  <a:latin typeface="Cambria Math" panose="02040503050406030204" pitchFamily="18" charset="0"/>
                                </a:rPr>
                                <m:t>𝑆𝑖𝑧𝑒</m:t>
                              </m:r>
                            </m:num>
                            <m:den>
                              <m:r>
                                <a:rPr lang="en-IN" sz="2000" i="1">
                                  <a:latin typeface="Cambria Math" panose="02040503050406030204" pitchFamily="18" charset="0"/>
                                </a:rPr>
                                <m:t>𝐷𝑎𝑡𝑎</m:t>
                              </m:r>
                              <m:r>
                                <a:rPr lang="en-IN" sz="2000" i="1">
                                  <a:latin typeface="Cambria Math" panose="02040503050406030204" pitchFamily="18" charset="0"/>
                                </a:rPr>
                                <m:t> </m:t>
                              </m:r>
                              <m:r>
                                <a:rPr lang="en-IN" sz="2000" i="1">
                                  <a:latin typeface="Cambria Math" panose="02040503050406030204" pitchFamily="18" charset="0"/>
                                </a:rPr>
                                <m:t>𝑠𝑖𝑧𝑒</m:t>
                              </m:r>
                              <m:r>
                                <a:rPr lang="en-IN" sz="2000" i="1">
                                  <a:latin typeface="Cambria Math" panose="02040503050406030204" pitchFamily="18" charset="0"/>
                                </a:rPr>
                                <m:t> </m:t>
                              </m:r>
                              <m:r>
                                <a:rPr lang="en-IN" sz="2000" i="1">
                                  <a:latin typeface="Cambria Math" panose="02040503050406030204" pitchFamily="18" charset="0"/>
                                </a:rPr>
                                <m:t>𝑝𝑒𝑟</m:t>
                              </m:r>
                              <m:r>
                                <a:rPr lang="en-IN" sz="2000" i="1">
                                  <a:latin typeface="Cambria Math" panose="02040503050406030204" pitchFamily="18" charset="0"/>
                                </a:rPr>
                                <m:t> </m:t>
                              </m:r>
                              <m:r>
                                <a:rPr lang="en-IN" sz="2000" i="1">
                                  <a:latin typeface="Cambria Math" panose="02040503050406030204" pitchFamily="18" charset="0"/>
                                </a:rPr>
                                <m:t>𝑓𝑟𝑎𝑔𝑚𝑒𝑛𝑡</m:t>
                              </m:r>
                            </m:den>
                          </m:f>
                        </m:e>
                      </m:d>
                      <m:r>
                        <a:rPr lang="en-IN" sz="2000" b="0" i="1" smtClean="0">
                          <a:latin typeface="Cambria Math" panose="02040503050406030204" pitchFamily="18" charset="0"/>
                        </a:rPr>
                        <m:t>=</m:t>
                      </m:r>
                      <m:d>
                        <m:dPr>
                          <m:begChr m:val="⌈"/>
                          <m:endChr m:val="⌉"/>
                          <m:ctrlPr>
                            <a:rPr lang="en-IN" sz="2000" b="0" i="1" smtClean="0">
                              <a:latin typeface="Cambria Math" panose="02040503050406030204" pitchFamily="18" charset="0"/>
                            </a:rPr>
                          </m:ctrlPr>
                        </m:dPr>
                        <m:e>
                          <m:f>
                            <m:fPr>
                              <m:ctrlPr>
                                <a:rPr lang="en-IN" sz="2000" i="1">
                                  <a:latin typeface="Cambria Math" panose="02040503050406030204" pitchFamily="18" charset="0"/>
                                </a:rPr>
                              </m:ctrlPr>
                            </m:fPr>
                            <m:num>
                              <m:r>
                                <a:rPr lang="en-IN" sz="2000" i="1">
                                  <a:latin typeface="Cambria Math" panose="02040503050406030204" pitchFamily="18" charset="0"/>
                                </a:rPr>
                                <m:t>2552</m:t>
                              </m:r>
                            </m:num>
                            <m:den>
                              <m:r>
                                <a:rPr lang="en-IN" sz="2000" i="1">
                                  <a:latin typeface="Cambria Math" panose="02040503050406030204" pitchFamily="18" charset="0"/>
                                </a:rPr>
                                <m:t>240</m:t>
                              </m:r>
                            </m:den>
                          </m:f>
                        </m:e>
                      </m:d>
                      <m:r>
                        <a:rPr lang="en-IN" sz="2000" b="0" i="1" smtClean="0">
                          <a:latin typeface="Cambria Math" panose="02040503050406030204" pitchFamily="18" charset="0"/>
                        </a:rPr>
                        <m:t>=11</m:t>
                      </m:r>
                    </m:oMath>
                  </m:oMathPara>
                </a14:m>
                <a:endParaRPr lang="en-IN" sz="2000" dirty="0"/>
              </a:p>
            </p:txBody>
          </p:sp>
        </mc:Choice>
        <mc:Fallback>
          <p:sp>
            <p:nvSpPr>
              <p:cNvPr id="10" name="TextBox 9">
                <a:extLst>
                  <a:ext uri="{FF2B5EF4-FFF2-40B4-BE49-F238E27FC236}">
                    <a16:creationId xmlns:a16="http://schemas.microsoft.com/office/drawing/2014/main" id="{B5DC55A1-3846-413C-AFC7-ADC208715A1F}"/>
                  </a:ext>
                </a:extLst>
              </p:cNvPr>
              <p:cNvSpPr txBox="1">
                <a:spLocks noRot="1" noChangeAspect="1" noMove="1" noResize="1" noEditPoints="1" noAdjustHandles="1" noChangeArrowheads="1" noChangeShapeType="1" noTextEdit="1"/>
              </p:cNvSpPr>
              <p:nvPr/>
            </p:nvSpPr>
            <p:spPr>
              <a:xfrm>
                <a:off x="1237423" y="5905304"/>
                <a:ext cx="7338356" cy="68480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0CBD8AA-570D-48A6-B2C0-3F19A7C852C3}"/>
                  </a:ext>
                </a:extLst>
              </p:cNvPr>
              <p:cNvSpPr txBox="1"/>
              <p:nvPr/>
            </p:nvSpPr>
            <p:spPr>
              <a:xfrm>
                <a:off x="2978772" y="68166"/>
                <a:ext cx="6094476" cy="406073"/>
              </a:xfrm>
              <a:prstGeom prst="rect">
                <a:avLst/>
              </a:prstGeom>
              <a:solidFill>
                <a:schemeClr val="bg2">
                  <a:lumMod val="50000"/>
                  <a:lumOff val="50000"/>
                </a:schemeClr>
              </a:solidFill>
            </p:spPr>
            <p:txBody>
              <a:bodyPr wrap="square">
                <a:spAutoFit/>
              </a:bodyPr>
              <a:lstStyle/>
              <a:p>
                <a:pPr/>
                <a:r>
                  <a:rPr lang="en-IN" sz="1400" dirty="0">
                    <a:highlight>
                      <a:srgbClr val="FFFF00"/>
                    </a:highlight>
                  </a:rPr>
                  <a:t>FORMULA: </a:t>
                </a:r>
                <a14:m>
                  <m:oMath xmlns:m="http://schemas.openxmlformats.org/officeDocument/2006/math">
                    <m:r>
                      <a:rPr lang="en-IN" sz="1400" i="1" dirty="0" smtClean="0">
                        <a:latin typeface="Cambria Math" panose="02040503050406030204" pitchFamily="18" charset="0"/>
                      </a:rPr>
                      <m:t>𝐹𝑟𝑎𝑔𝑚𝑒𝑛𝑡</m:t>
                    </m:r>
                    <m:r>
                      <a:rPr lang="en-IN" sz="1400" i="1" dirty="0">
                        <a:latin typeface="Cambria Math" panose="02040503050406030204" pitchFamily="18" charset="0"/>
                      </a:rPr>
                      <m:t> </m:t>
                    </m:r>
                    <m:r>
                      <a:rPr lang="en-IN" sz="1400" i="1" dirty="0" smtClean="0">
                        <a:latin typeface="Cambria Math" panose="02040503050406030204" pitchFamily="18" charset="0"/>
                      </a:rPr>
                      <m:t>𝑜𝑓𝑓𝑠𝑒𝑡</m:t>
                    </m:r>
                    <m:r>
                      <a:rPr lang="en-IN" sz="1400" i="1" dirty="0" smtClean="0">
                        <a:latin typeface="Cambria Math" panose="02040503050406030204" pitchFamily="18" charset="0"/>
                      </a:rPr>
                      <m:t>=</m:t>
                    </m:r>
                    <m:d>
                      <m:dPr>
                        <m:ctrlPr>
                          <a:rPr lang="en-IN" sz="1400" i="1" dirty="0" smtClean="0">
                            <a:latin typeface="Cambria Math" panose="02040503050406030204" pitchFamily="18" charset="0"/>
                          </a:rPr>
                        </m:ctrlPr>
                      </m:dPr>
                      <m:e>
                        <m:r>
                          <a:rPr lang="en-IN" sz="1400" i="1" dirty="0" smtClean="0">
                            <a:latin typeface="Cambria Math" panose="02040503050406030204" pitchFamily="18" charset="0"/>
                          </a:rPr>
                          <m:t>𝑓𝑟𝑎𝑔𝑚𝑒𝑛𝑡</m:t>
                        </m:r>
                        <m:r>
                          <a:rPr lang="en-IN" sz="1400" i="1" dirty="0" smtClean="0">
                            <a:latin typeface="Cambria Math" panose="02040503050406030204" pitchFamily="18" charset="0"/>
                          </a:rPr>
                          <m:t> </m:t>
                        </m:r>
                        <m:r>
                          <a:rPr lang="en-IN" sz="1400" i="1" dirty="0" smtClean="0">
                            <a:latin typeface="Cambria Math" panose="02040503050406030204" pitchFamily="18" charset="0"/>
                          </a:rPr>
                          <m:t>𝑛𝑜</m:t>
                        </m:r>
                        <m:r>
                          <a:rPr lang="en-IN" sz="1400" i="1" dirty="0" smtClean="0">
                            <a:latin typeface="Cambria Math" panose="02040503050406030204" pitchFamily="18" charset="0"/>
                          </a:rPr>
                          <m:t>. −1</m:t>
                        </m:r>
                      </m:e>
                    </m:d>
                    <m:r>
                      <a:rPr lang="en-IN" sz="1400" b="0" i="1" dirty="0" smtClean="0">
                        <a:latin typeface="Cambria Math" panose="02040503050406030204" pitchFamily="18" charset="0"/>
                      </a:rPr>
                      <m:t>∗</m:t>
                    </m:r>
                    <m:f>
                      <m:fPr>
                        <m:ctrlPr>
                          <a:rPr lang="en-IN" sz="1400" i="1" dirty="0" smtClean="0">
                            <a:latin typeface="Cambria Math" panose="02040503050406030204" pitchFamily="18" charset="0"/>
                          </a:rPr>
                        </m:ctrlPr>
                      </m:fPr>
                      <m:num>
                        <m:r>
                          <a:rPr lang="en-IN" sz="1400" i="1" dirty="0">
                            <a:latin typeface="Cambria Math" panose="02040503050406030204" pitchFamily="18" charset="0"/>
                          </a:rPr>
                          <m:t>𝐷𝑎𝑡𝑎</m:t>
                        </m:r>
                        <m:r>
                          <a:rPr lang="en-IN" sz="1400" i="1" dirty="0">
                            <a:latin typeface="Cambria Math" panose="02040503050406030204" pitchFamily="18" charset="0"/>
                          </a:rPr>
                          <m:t> </m:t>
                        </m:r>
                        <m:r>
                          <a:rPr lang="en-IN" sz="1400" i="1" dirty="0">
                            <a:latin typeface="Cambria Math" panose="02040503050406030204" pitchFamily="18" charset="0"/>
                          </a:rPr>
                          <m:t>𝑠𝑖𝑧𝑒</m:t>
                        </m:r>
                        <m:r>
                          <a:rPr lang="en-IN" sz="1400" i="1" dirty="0">
                            <a:latin typeface="Cambria Math" panose="02040503050406030204" pitchFamily="18" charset="0"/>
                          </a:rPr>
                          <m:t> </m:t>
                        </m:r>
                        <m:r>
                          <a:rPr lang="en-IN" sz="1400" i="1" dirty="0">
                            <a:latin typeface="Cambria Math" panose="02040503050406030204" pitchFamily="18" charset="0"/>
                          </a:rPr>
                          <m:t>𝑝𝑒𝑟</m:t>
                        </m:r>
                        <m:r>
                          <a:rPr lang="en-IN" sz="1400" b="0" i="1" dirty="0" smtClean="0">
                            <a:latin typeface="Cambria Math" panose="02040503050406030204" pitchFamily="18" charset="0"/>
                          </a:rPr>
                          <m:t> </m:t>
                        </m:r>
                        <m:r>
                          <a:rPr lang="en-IN" sz="1400" i="1" dirty="0" smtClean="0">
                            <a:latin typeface="Cambria Math" panose="02040503050406030204" pitchFamily="18" charset="0"/>
                          </a:rPr>
                          <m:t>𝑓𝑟𝑎𝑔𝑚𝑒𝑛𝑡</m:t>
                        </m:r>
                      </m:num>
                      <m:den>
                        <m:r>
                          <a:rPr lang="en-IN" sz="1400" i="1" dirty="0" smtClean="0">
                            <a:latin typeface="Cambria Math" panose="02040503050406030204" pitchFamily="18" charset="0"/>
                          </a:rPr>
                          <m:t>8</m:t>
                        </m:r>
                      </m:den>
                    </m:f>
                  </m:oMath>
                </a14:m>
                <a:endParaRPr lang="en-IN" dirty="0"/>
              </a:p>
            </p:txBody>
          </p:sp>
        </mc:Choice>
        <mc:Fallback>
          <p:sp>
            <p:nvSpPr>
              <p:cNvPr id="12" name="TextBox 11">
                <a:extLst>
                  <a:ext uri="{FF2B5EF4-FFF2-40B4-BE49-F238E27FC236}">
                    <a16:creationId xmlns:a16="http://schemas.microsoft.com/office/drawing/2014/main" id="{20CBD8AA-570D-48A6-B2C0-3F19A7C852C3}"/>
                  </a:ext>
                </a:extLst>
              </p:cNvPr>
              <p:cNvSpPr txBox="1">
                <a:spLocks noRot="1" noChangeAspect="1" noMove="1" noResize="1" noEditPoints="1" noAdjustHandles="1" noChangeArrowheads="1" noChangeShapeType="1" noTextEdit="1"/>
              </p:cNvSpPr>
              <p:nvPr/>
            </p:nvSpPr>
            <p:spPr>
              <a:xfrm>
                <a:off x="2978772" y="68166"/>
                <a:ext cx="6094476" cy="406073"/>
              </a:xfrm>
              <a:prstGeom prst="rect">
                <a:avLst/>
              </a:prstGeom>
              <a:blipFill>
                <a:blip r:embed="rId4"/>
                <a:stretch>
                  <a:fillRect l="-300" b="-2985"/>
                </a:stretch>
              </a:blipFill>
            </p:spPr>
            <p:txBody>
              <a:bodyPr/>
              <a:lstStyle/>
              <a:p>
                <a:r>
                  <a:rPr lang="en-IN">
                    <a:noFill/>
                  </a:rPr>
                  <a:t> </a:t>
                </a:r>
              </a:p>
            </p:txBody>
          </p:sp>
        </mc:Fallback>
      </mc:AlternateContent>
    </p:spTree>
    <p:extLst>
      <p:ext uri="{BB962C8B-B14F-4D97-AF65-F5344CB8AC3E}">
        <p14:creationId xmlns:p14="http://schemas.microsoft.com/office/powerpoint/2010/main" val="426995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395F-6D6A-41CF-AA73-6074AA344771}"/>
              </a:ext>
            </a:extLst>
          </p:cNvPr>
          <p:cNvSpPr>
            <a:spLocks noGrp="1"/>
          </p:cNvSpPr>
          <p:nvPr>
            <p:ph type="title"/>
          </p:nvPr>
        </p:nvSpPr>
        <p:spPr>
          <a:xfrm>
            <a:off x="1170432" y="0"/>
            <a:ext cx="10149713" cy="3017520"/>
          </a:xfrm>
          <a:solidFill>
            <a:schemeClr val="accent3">
              <a:lumMod val="40000"/>
              <a:lumOff val="60000"/>
            </a:schemeClr>
          </a:solidFill>
        </p:spPr>
        <p:txBody>
          <a:bodyPr>
            <a:noAutofit/>
          </a:bodyPr>
          <a:lstStyle/>
          <a:p>
            <a:pPr algn="l">
              <a:lnSpc>
                <a:spcPct val="150000"/>
              </a:lnSpc>
            </a:pPr>
            <a:r>
              <a:rPr lang="en-IN" sz="2000" dirty="0"/>
              <a:t>A packet of size 7240 bytes including 40 bytes of header arrived at a router. The router can</a:t>
            </a:r>
            <a:br>
              <a:rPr lang="en-IN" sz="2000" dirty="0"/>
            </a:br>
            <a:r>
              <a:rPr lang="en-IN" sz="2000" dirty="0"/>
              <a:t>send at most 800 bytes at a time through the link and thus fragment accordingly.</a:t>
            </a:r>
            <a:br>
              <a:rPr lang="en-IN" sz="2000" dirty="0"/>
            </a:br>
            <a:r>
              <a:rPr lang="en-IN" sz="2000" dirty="0"/>
              <a:t>I. Calculate the number of fragments that will be created.</a:t>
            </a:r>
            <a:br>
              <a:rPr lang="en-IN" sz="2000" dirty="0"/>
            </a:br>
            <a:r>
              <a:rPr lang="en-IN" sz="2000" dirty="0"/>
              <a:t>II. Calculate the fragment size of the last fragment.</a:t>
            </a:r>
            <a:br>
              <a:rPr lang="en-IN" sz="2000" dirty="0"/>
            </a:br>
            <a:r>
              <a:rPr lang="en-IN" sz="2000" dirty="0"/>
              <a:t>III. Calculate the fragment offset of the 8th fragment.</a:t>
            </a:r>
            <a:br>
              <a:rPr lang="en-IN" sz="2000" dirty="0"/>
            </a:br>
            <a:r>
              <a:rPr lang="en-IN" sz="2000" dirty="0"/>
              <a:t>IV. Explain why the MF bit is always zero for the last fragment.</a:t>
            </a:r>
          </a:p>
        </p:txBody>
      </p:sp>
    </p:spTree>
    <p:extLst>
      <p:ext uri="{BB962C8B-B14F-4D97-AF65-F5344CB8AC3E}">
        <p14:creationId xmlns:p14="http://schemas.microsoft.com/office/powerpoint/2010/main" val="3112258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56"/>
        <p:cNvGrpSpPr/>
        <p:nvPr/>
      </p:nvGrpSpPr>
      <p:grpSpPr>
        <a:xfrm>
          <a:off x="0" y="0"/>
          <a:ext cx="0" cy="0"/>
          <a:chOff x="0" y="0"/>
          <a:chExt cx="0" cy="0"/>
        </a:xfrm>
      </p:grpSpPr>
      <p:sp>
        <p:nvSpPr>
          <p:cNvPr id="1857" name="Google Shape;1857;p17"/>
          <p:cNvSpPr txBox="1">
            <a:spLocks noGrp="1"/>
          </p:cNvSpPr>
          <p:nvPr>
            <p:ph type="title"/>
          </p:nvPr>
        </p:nvSpPr>
        <p:spPr>
          <a:xfrm>
            <a:off x="1484310" y="1930399"/>
            <a:ext cx="10018713" cy="220293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7200"/>
              <a:buFont typeface="Corbel"/>
              <a:buNone/>
            </a:pPr>
            <a:r>
              <a:rPr lang="en-US" sz="7200"/>
              <a:t>ICMP</a:t>
            </a:r>
            <a:endParaRPr/>
          </a:p>
        </p:txBody>
      </p:sp>
      <p:pic>
        <p:nvPicPr>
          <p:cNvPr id="1858" name="Google Shape;1858;p17"/>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859" name="Google Shape;1859;p17"/>
          <p:cNvSpPr/>
          <p:nvPr/>
        </p:nvSpPr>
        <p:spPr>
          <a:xfrm>
            <a:off x="2425766" y="3640872"/>
            <a:ext cx="9435307"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800" b="1" i="0" u="none" strike="noStrike" cap="none">
                <a:solidFill>
                  <a:srgbClr val="0070C0"/>
                </a:solidFill>
                <a:latin typeface="Corbel"/>
                <a:ea typeface="Corbel"/>
                <a:cs typeface="Corbel"/>
                <a:sym typeface="Corbel"/>
              </a:rPr>
              <a:t>Internet Control Message Protocol</a:t>
            </a:r>
            <a:endParaRPr sz="4800" b="0" i="0" u="none" strike="noStrike" cap="none">
              <a:solidFill>
                <a:srgbClr val="000000"/>
              </a:solidFill>
              <a:latin typeface="Corbel"/>
              <a:ea typeface="Corbel"/>
              <a:cs typeface="Corbel"/>
              <a:sym typeface="Corbe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63"/>
        <p:cNvGrpSpPr/>
        <p:nvPr/>
      </p:nvGrpSpPr>
      <p:grpSpPr>
        <a:xfrm>
          <a:off x="0" y="0"/>
          <a:ext cx="0" cy="0"/>
          <a:chOff x="0" y="0"/>
          <a:chExt cx="0" cy="0"/>
        </a:xfrm>
      </p:grpSpPr>
      <p:sp>
        <p:nvSpPr>
          <p:cNvPr id="1864" name="Google Shape;1864;p18"/>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ICMP</a:t>
            </a:r>
            <a:endParaRPr/>
          </a:p>
        </p:txBody>
      </p:sp>
      <p:sp>
        <p:nvSpPr>
          <p:cNvPr id="1865" name="Google Shape;1865;p18"/>
          <p:cNvSpPr txBox="1">
            <a:spLocks noGrp="1"/>
          </p:cNvSpPr>
          <p:nvPr>
            <p:ph type="body" idx="1"/>
          </p:nvPr>
        </p:nvSpPr>
        <p:spPr>
          <a:xfrm>
            <a:off x="1250657" y="956690"/>
            <a:ext cx="10486017" cy="5078349"/>
          </a:xfrm>
          <a:prstGeom prst="rect">
            <a:avLst/>
          </a:prstGeom>
          <a:noFill/>
          <a:ln>
            <a:noFill/>
          </a:ln>
        </p:spPr>
        <p:txBody>
          <a:bodyPr spcFirstLastPara="1" wrap="square" lIns="91425" tIns="45700" rIns="91425" bIns="45700" anchor="t" anchorCtr="0">
            <a:noAutofit/>
          </a:bodyPr>
          <a:lstStyle/>
          <a:p>
            <a:pPr marL="285750" lvl="0" indent="-285750" algn="l" rtl="0">
              <a:lnSpc>
                <a:spcPct val="100000"/>
              </a:lnSpc>
              <a:spcBef>
                <a:spcPts val="0"/>
              </a:spcBef>
              <a:spcAft>
                <a:spcPts val="0"/>
              </a:spcAft>
              <a:buSzPts val="3480"/>
              <a:buChar char="•"/>
            </a:pPr>
            <a:r>
              <a:rPr lang="en-US" sz="2800"/>
              <a:t>It helps devices send error messages and status updates.</a:t>
            </a:r>
            <a:endParaRPr/>
          </a:p>
          <a:p>
            <a:pPr marL="457200" lvl="0" indent="-394335" algn="l" rtl="0">
              <a:lnSpc>
                <a:spcPct val="100000"/>
              </a:lnSpc>
              <a:spcBef>
                <a:spcPts val="360"/>
              </a:spcBef>
              <a:spcAft>
                <a:spcPts val="0"/>
              </a:spcAft>
              <a:buSzPts val="3360"/>
              <a:buChar char="•"/>
            </a:pPr>
            <a:r>
              <a:rPr lang="en-US" sz="2800" b="1">
                <a:solidFill>
                  <a:srgbClr val="7D28CD"/>
                </a:solidFill>
              </a:rPr>
              <a:t>Functions</a:t>
            </a:r>
            <a:r>
              <a:rPr lang="en-US" sz="2800">
                <a:solidFill>
                  <a:srgbClr val="7D28CD"/>
                </a:solidFill>
              </a:rPr>
              <a:t>:</a:t>
            </a:r>
            <a:endParaRPr>
              <a:solidFill>
                <a:srgbClr val="7D28CD"/>
              </a:solidFill>
            </a:endParaRPr>
          </a:p>
          <a:p>
            <a:pPr marL="914400" lvl="1" indent="-394335" algn="l" rtl="0">
              <a:lnSpc>
                <a:spcPct val="100000"/>
              </a:lnSpc>
              <a:spcBef>
                <a:spcPts val="360"/>
              </a:spcBef>
              <a:spcAft>
                <a:spcPts val="0"/>
              </a:spcAft>
              <a:buSzPts val="3360"/>
              <a:buChar char="•"/>
            </a:pPr>
            <a:r>
              <a:rPr lang="en-US" sz="2400">
                <a:solidFill>
                  <a:schemeClr val="dk1"/>
                </a:solidFill>
                <a:latin typeface="Corbel"/>
                <a:ea typeface="Corbel"/>
                <a:cs typeface="Corbel"/>
                <a:sym typeface="Corbel"/>
              </a:rPr>
              <a:t>Reporting errors in the network</a:t>
            </a:r>
            <a:endParaRPr/>
          </a:p>
          <a:p>
            <a:pPr marL="914400" lvl="1" indent="-394335" algn="l" rtl="0">
              <a:lnSpc>
                <a:spcPct val="100000"/>
              </a:lnSpc>
              <a:spcBef>
                <a:spcPts val="360"/>
              </a:spcBef>
              <a:spcAft>
                <a:spcPts val="0"/>
              </a:spcAft>
              <a:buSzPts val="3360"/>
              <a:buChar char="•"/>
            </a:pPr>
            <a:r>
              <a:rPr lang="en-US" sz="2400">
                <a:solidFill>
                  <a:schemeClr val="dk1"/>
                </a:solidFill>
                <a:latin typeface="Corbel"/>
                <a:ea typeface="Corbel"/>
                <a:cs typeface="Corbel"/>
                <a:sym typeface="Corbel"/>
              </a:rPr>
              <a:t>Checking reachability (Is the host alive?)</a:t>
            </a:r>
            <a:endParaRPr/>
          </a:p>
          <a:p>
            <a:pPr marL="914400" lvl="1" indent="-394335" algn="l" rtl="0">
              <a:lnSpc>
                <a:spcPct val="100000"/>
              </a:lnSpc>
              <a:spcBef>
                <a:spcPts val="360"/>
              </a:spcBef>
              <a:spcAft>
                <a:spcPts val="0"/>
              </a:spcAft>
              <a:buSzPts val="3360"/>
              <a:buChar char="•"/>
            </a:pPr>
            <a:r>
              <a:rPr lang="en-US" sz="2400">
                <a:solidFill>
                  <a:schemeClr val="dk1"/>
                </a:solidFill>
                <a:latin typeface="Corbel"/>
                <a:ea typeface="Corbel"/>
                <a:cs typeface="Corbel"/>
                <a:sym typeface="Corbel"/>
              </a:rPr>
              <a:t>Diagnosing delays and congestion</a:t>
            </a:r>
            <a:endParaRPr/>
          </a:p>
          <a:p>
            <a:pPr marL="457200" lvl="0" indent="-394335" algn="l" rtl="0">
              <a:lnSpc>
                <a:spcPct val="100000"/>
              </a:lnSpc>
              <a:spcBef>
                <a:spcPts val="360"/>
              </a:spcBef>
              <a:spcAft>
                <a:spcPts val="0"/>
              </a:spcAft>
              <a:buSzPts val="2610"/>
              <a:buChar char="•"/>
            </a:pPr>
            <a:r>
              <a:rPr lang="en-US" sz="2800" b="1">
                <a:solidFill>
                  <a:srgbClr val="7D28CD"/>
                </a:solidFill>
              </a:rPr>
              <a:t>Key Points</a:t>
            </a:r>
            <a:r>
              <a:rPr lang="en-US" sz="2800">
                <a:solidFill>
                  <a:srgbClr val="7D28CD"/>
                </a:solidFill>
              </a:rPr>
              <a:t>: </a:t>
            </a:r>
            <a:endParaRPr>
              <a:solidFill>
                <a:srgbClr val="7D28CD"/>
              </a:solidFill>
            </a:endParaRPr>
          </a:p>
          <a:p>
            <a:pPr marL="914400" lvl="1" indent="-394335" algn="l" rtl="0">
              <a:lnSpc>
                <a:spcPct val="100000"/>
              </a:lnSpc>
              <a:spcBef>
                <a:spcPts val="600"/>
              </a:spcBef>
              <a:spcAft>
                <a:spcPts val="0"/>
              </a:spcAft>
              <a:buSzPts val="2610"/>
              <a:buChar char="•"/>
            </a:pPr>
            <a:r>
              <a:rPr lang="en-US" sz="2400"/>
              <a:t>ICMP does not carry actual user data</a:t>
            </a:r>
            <a:endParaRPr/>
          </a:p>
          <a:p>
            <a:pPr marL="914400" lvl="1" indent="-394335" algn="l" rtl="0">
              <a:lnSpc>
                <a:spcPct val="100000"/>
              </a:lnSpc>
              <a:spcBef>
                <a:spcPts val="600"/>
              </a:spcBef>
              <a:spcAft>
                <a:spcPts val="0"/>
              </a:spcAft>
              <a:buSzPts val="2610"/>
              <a:buChar char="•"/>
            </a:pPr>
            <a:r>
              <a:rPr lang="en-US" sz="2400"/>
              <a:t>Mainly used by the </a:t>
            </a:r>
            <a:r>
              <a:rPr lang="en-US" sz="2400" b="1">
                <a:solidFill>
                  <a:srgbClr val="7D28CD"/>
                </a:solidFill>
              </a:rPr>
              <a:t>operating systems </a:t>
            </a:r>
            <a:r>
              <a:rPr lang="en-US" sz="2400"/>
              <a:t>for network management</a:t>
            </a:r>
            <a:endParaRPr sz="2400"/>
          </a:p>
          <a:p>
            <a:pPr marL="742950" lvl="1" indent="-115410" algn="l" rtl="0">
              <a:lnSpc>
                <a:spcPct val="100000"/>
              </a:lnSpc>
              <a:spcBef>
                <a:spcPts val="970"/>
              </a:spcBef>
              <a:spcAft>
                <a:spcPts val="0"/>
              </a:spcAft>
              <a:buSzPts val="2900"/>
              <a:buNone/>
            </a:pPr>
            <a:endParaRPr/>
          </a:p>
          <a:p>
            <a:pPr marL="742950" lvl="1" indent="-115410" algn="l" rtl="0">
              <a:lnSpc>
                <a:spcPct val="100000"/>
              </a:lnSpc>
              <a:spcBef>
                <a:spcPts val="970"/>
              </a:spcBef>
              <a:spcAft>
                <a:spcPts val="0"/>
              </a:spcAft>
              <a:buSzPts val="2900"/>
              <a:buNone/>
            </a:pPr>
            <a:endParaRPr/>
          </a:p>
          <a:p>
            <a:pPr marL="285750" lvl="0" indent="-81343" algn="l" rtl="0">
              <a:lnSpc>
                <a:spcPct val="100000"/>
              </a:lnSpc>
              <a:spcBef>
                <a:spcPts val="1044"/>
              </a:spcBef>
              <a:spcAft>
                <a:spcPts val="0"/>
              </a:spcAft>
              <a:buSzPts val="3480"/>
              <a:buNone/>
            </a:pPr>
            <a:endParaRPr/>
          </a:p>
        </p:txBody>
      </p:sp>
      <p:pic>
        <p:nvPicPr>
          <p:cNvPr id="1866" name="Google Shape;1866;p18"/>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867" name="Google Shape;1867;p18"/>
          <p:cNvSpPr/>
          <p:nvPr/>
        </p:nvSpPr>
        <p:spPr>
          <a:xfrm>
            <a:off x="2079106" y="5048494"/>
            <a:ext cx="6096000" cy="164143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1186C3"/>
              </a:buClr>
              <a:buSzPts val="3480"/>
              <a:buFont typeface="Arial"/>
              <a:buChar char="•"/>
            </a:pPr>
            <a:r>
              <a:rPr lang="en-US" sz="2800" b="1" i="0" u="none" strike="noStrike" cap="none">
                <a:solidFill>
                  <a:srgbClr val="0070C0"/>
                </a:solidFill>
                <a:latin typeface="Corbel"/>
                <a:ea typeface="Corbel"/>
                <a:cs typeface="Corbel"/>
                <a:sym typeface="Corbel"/>
              </a:rPr>
              <a:t>Example of ICMP in practice </a:t>
            </a:r>
            <a:endParaRPr sz="1600" b="0" i="0" u="none" strike="noStrike" cap="none">
              <a:solidFill>
                <a:srgbClr val="000000"/>
              </a:solidFill>
              <a:latin typeface="Arial"/>
              <a:ea typeface="Arial"/>
              <a:cs typeface="Arial"/>
              <a:sym typeface="Arial"/>
            </a:endParaRPr>
          </a:p>
          <a:p>
            <a:pPr marL="742950" marR="0" lvl="1" indent="-285750" algn="l" rtl="0">
              <a:lnSpc>
                <a:spcPct val="100000"/>
              </a:lnSpc>
              <a:spcBef>
                <a:spcPts val="970"/>
              </a:spcBef>
              <a:spcAft>
                <a:spcPts val="0"/>
              </a:spcAft>
              <a:buClr>
                <a:srgbClr val="1186C3"/>
              </a:buClr>
              <a:buSzPts val="2900"/>
              <a:buFont typeface="Arial"/>
              <a:buChar char="•"/>
            </a:pPr>
            <a:r>
              <a:rPr lang="en-US" sz="2800" b="1" i="0" u="none" strike="noStrike" cap="none">
                <a:solidFill>
                  <a:srgbClr val="000000"/>
                </a:solidFill>
                <a:latin typeface="Corbel"/>
                <a:ea typeface="Corbel"/>
                <a:cs typeface="Corbel"/>
                <a:sym typeface="Corbel"/>
              </a:rPr>
              <a:t>Ping</a:t>
            </a:r>
            <a:endParaRPr sz="1600" b="0" i="0" u="none" strike="noStrike" cap="none">
              <a:solidFill>
                <a:srgbClr val="000000"/>
              </a:solidFill>
              <a:latin typeface="Arial"/>
              <a:ea typeface="Arial"/>
              <a:cs typeface="Arial"/>
              <a:sym typeface="Arial"/>
            </a:endParaRPr>
          </a:p>
          <a:p>
            <a:pPr marL="742950" marR="0" lvl="1" indent="-285750" algn="l" rtl="0">
              <a:lnSpc>
                <a:spcPct val="100000"/>
              </a:lnSpc>
              <a:spcBef>
                <a:spcPts val="970"/>
              </a:spcBef>
              <a:spcAft>
                <a:spcPts val="0"/>
              </a:spcAft>
              <a:buClr>
                <a:srgbClr val="1186C3"/>
              </a:buClr>
              <a:buSzPts val="2900"/>
              <a:buFont typeface="Arial"/>
              <a:buChar char="•"/>
            </a:pPr>
            <a:r>
              <a:rPr lang="en-US" sz="2800" b="1" i="0" u="none" strike="noStrike" cap="none">
                <a:solidFill>
                  <a:srgbClr val="000000"/>
                </a:solidFill>
                <a:latin typeface="Corbel"/>
                <a:ea typeface="Corbel"/>
                <a:cs typeface="Corbel"/>
                <a:sym typeface="Corbel"/>
              </a:rPr>
              <a:t>Traceroute </a:t>
            </a:r>
            <a:endParaRPr sz="1600" b="0" i="0" u="none" strike="noStrike" cap="none">
              <a:solidFill>
                <a:srgbClr val="000000"/>
              </a:solidFill>
              <a:latin typeface="Arial"/>
              <a:ea typeface="Arial"/>
              <a:cs typeface="Arial"/>
              <a:sym typeface="Arial"/>
            </a:endParaRPr>
          </a:p>
        </p:txBody>
      </p:sp>
      <p:sp>
        <p:nvSpPr>
          <p:cNvPr id="1868" name="Google Shape;1868;p18" descr="isolated background alert popup ..."/>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69" name="Google Shape;1869;p18" descr="isolated background alert popup ..."/>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70" name="Google Shape;1870;p18" descr="network error accesing session on ..."/>
          <p:cNvSpPr/>
          <p:nvPr/>
        </p:nvSpPr>
        <p:spPr>
          <a:xfrm>
            <a:off x="460375" y="1603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71" name="Google Shape;1871;p18" descr="Are You Up GIFs | Tenor"/>
          <p:cNvSpPr/>
          <p:nvPr/>
        </p:nvSpPr>
        <p:spPr>
          <a:xfrm>
            <a:off x="612775" y="3127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872" name="Google Shape;1872;p18"/>
          <p:cNvPicPr preferRelativeResize="0"/>
          <p:nvPr/>
        </p:nvPicPr>
        <p:blipFill rotWithShape="1">
          <a:blip r:embed="rId4">
            <a:alphaModFix/>
          </a:blip>
          <a:srcRect/>
          <a:stretch/>
        </p:blipFill>
        <p:spPr>
          <a:xfrm>
            <a:off x="7407663" y="1577905"/>
            <a:ext cx="1534886" cy="1202327"/>
          </a:xfrm>
          <a:prstGeom prst="rect">
            <a:avLst/>
          </a:prstGeom>
          <a:noFill/>
          <a:ln>
            <a:noFill/>
          </a:ln>
        </p:spPr>
      </p:pic>
      <p:pic>
        <p:nvPicPr>
          <p:cNvPr id="1873" name="Google Shape;1873;p18"/>
          <p:cNvPicPr preferRelativeResize="0"/>
          <p:nvPr/>
        </p:nvPicPr>
        <p:blipFill rotWithShape="1">
          <a:blip r:embed="rId5">
            <a:alphaModFix/>
          </a:blip>
          <a:srcRect/>
          <a:stretch/>
        </p:blipFill>
        <p:spPr>
          <a:xfrm>
            <a:off x="9689789" y="1840665"/>
            <a:ext cx="1339487" cy="1339487"/>
          </a:xfrm>
          <a:prstGeom prst="rect">
            <a:avLst/>
          </a:prstGeom>
          <a:noFill/>
          <a:ln>
            <a:noFill/>
          </a:ln>
        </p:spPr>
      </p:pic>
      <p:pic>
        <p:nvPicPr>
          <p:cNvPr id="1874" name="Google Shape;1874;p18"/>
          <p:cNvPicPr preferRelativeResize="0"/>
          <p:nvPr/>
        </p:nvPicPr>
        <p:blipFill rotWithShape="1">
          <a:blip r:embed="rId6">
            <a:alphaModFix/>
          </a:blip>
          <a:srcRect/>
          <a:stretch/>
        </p:blipFill>
        <p:spPr>
          <a:xfrm>
            <a:off x="7629661" y="2889138"/>
            <a:ext cx="1823494" cy="12134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5"/>
                                        </p:tgtEl>
                                        <p:attrNameLst>
                                          <p:attrName>style.visibility</p:attrName>
                                        </p:attrNameLst>
                                      </p:cBhvr>
                                      <p:to>
                                        <p:strVal val="visible"/>
                                      </p:to>
                                    </p:set>
                                    <p:animEffect transition="in" filter="fade">
                                      <p:cBhvr>
                                        <p:cTn id="7" dur="500"/>
                                        <p:tgtEl>
                                          <p:spTgt spid="18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72"/>
                                        </p:tgtEl>
                                        <p:attrNameLst>
                                          <p:attrName>style.visibility</p:attrName>
                                        </p:attrNameLst>
                                      </p:cBhvr>
                                      <p:to>
                                        <p:strVal val="visible"/>
                                      </p:to>
                                    </p:set>
                                    <p:animEffect transition="in" filter="fade">
                                      <p:cBhvr>
                                        <p:cTn id="12" dur="1000"/>
                                        <p:tgtEl>
                                          <p:spTgt spid="18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73"/>
                                        </p:tgtEl>
                                        <p:attrNameLst>
                                          <p:attrName>style.visibility</p:attrName>
                                        </p:attrNameLst>
                                      </p:cBhvr>
                                      <p:to>
                                        <p:strVal val="visible"/>
                                      </p:to>
                                    </p:set>
                                    <p:animEffect transition="in" filter="fade">
                                      <p:cBhvr>
                                        <p:cTn id="17" dur="1000"/>
                                        <p:tgtEl>
                                          <p:spTgt spid="187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74"/>
                                        </p:tgtEl>
                                        <p:attrNameLst>
                                          <p:attrName>style.visibility</p:attrName>
                                        </p:attrNameLst>
                                      </p:cBhvr>
                                      <p:to>
                                        <p:strVal val="visible"/>
                                      </p:to>
                                    </p:set>
                                    <p:animEffect transition="in" filter="fade">
                                      <p:cBhvr>
                                        <p:cTn id="22" dur="1000"/>
                                        <p:tgtEl>
                                          <p:spTgt spid="187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Google Shape;1879;p35"/>
          <p:cNvSpPr txBox="1">
            <a:spLocks noGrp="1"/>
          </p:cNvSpPr>
          <p:nvPr>
            <p:ph type="title"/>
          </p:nvPr>
        </p:nvSpPr>
        <p:spPr>
          <a:xfrm>
            <a:off x="1484309" y="159750"/>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Ping</a:t>
            </a:r>
            <a:endParaRPr/>
          </a:p>
        </p:txBody>
      </p:sp>
      <p:pic>
        <p:nvPicPr>
          <p:cNvPr id="1880" name="Google Shape;1880;p35"/>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1881" name="Google Shape;1881;p35"/>
          <p:cNvSpPr txBox="1">
            <a:spLocks noGrp="1"/>
          </p:cNvSpPr>
          <p:nvPr>
            <p:ph type="body" idx="1"/>
          </p:nvPr>
        </p:nvSpPr>
        <p:spPr>
          <a:xfrm>
            <a:off x="1484310" y="1052943"/>
            <a:ext cx="10486017" cy="4267202"/>
          </a:xfrm>
          <a:prstGeom prst="rect">
            <a:avLst/>
          </a:prstGeom>
          <a:noFill/>
          <a:ln>
            <a:noFill/>
          </a:ln>
        </p:spPr>
        <p:txBody>
          <a:bodyPr spcFirstLastPara="1" wrap="square" lIns="91425" tIns="45700" rIns="91425" bIns="45700" anchor="t" anchorCtr="0">
            <a:noAutofit/>
          </a:bodyPr>
          <a:lstStyle/>
          <a:p>
            <a:pPr marL="742950" lvl="1" indent="-115410" algn="l" rtl="0">
              <a:lnSpc>
                <a:spcPct val="100000"/>
              </a:lnSpc>
              <a:spcBef>
                <a:spcPts val="970"/>
              </a:spcBef>
              <a:spcAft>
                <a:spcPts val="0"/>
              </a:spcAft>
              <a:buSzPts val="2900"/>
              <a:buNone/>
            </a:pPr>
            <a:endParaRPr/>
          </a:p>
          <a:p>
            <a:pPr marL="285750" lvl="0" indent="-81343" algn="l" rtl="0">
              <a:lnSpc>
                <a:spcPct val="100000"/>
              </a:lnSpc>
              <a:spcBef>
                <a:spcPts val="1044"/>
              </a:spcBef>
              <a:spcAft>
                <a:spcPts val="0"/>
              </a:spcAft>
              <a:buSzPts val="3480"/>
              <a:buNone/>
            </a:pPr>
            <a:endParaRPr/>
          </a:p>
        </p:txBody>
      </p:sp>
      <p:sp>
        <p:nvSpPr>
          <p:cNvPr id="1882" name="Google Shape;1882;p35"/>
          <p:cNvSpPr txBox="1"/>
          <p:nvPr/>
        </p:nvSpPr>
        <p:spPr>
          <a:xfrm>
            <a:off x="1024297" y="505700"/>
            <a:ext cx="10849840" cy="5657597"/>
          </a:xfrm>
          <a:prstGeom prst="rect">
            <a:avLst/>
          </a:prstGeom>
          <a:noFill/>
          <a:ln>
            <a:noFill/>
          </a:ln>
        </p:spPr>
        <p:txBody>
          <a:bodyPr spcFirstLastPara="1" wrap="square" lIns="91425" tIns="45700" rIns="91425" bIns="45700" anchor="t" anchorCtr="0">
            <a:noAutofit/>
          </a:bodyPr>
          <a:lstStyle/>
          <a:p>
            <a:pPr marL="457200" marR="0" lvl="0" indent="-457200" algn="l" rtl="0">
              <a:lnSpc>
                <a:spcPct val="150000"/>
              </a:lnSpc>
              <a:spcBef>
                <a:spcPts val="0"/>
              </a:spcBef>
              <a:spcAft>
                <a:spcPts val="0"/>
              </a:spcAft>
              <a:buClr>
                <a:srgbClr val="0070C0"/>
              </a:buClr>
              <a:buSzPts val="3360"/>
              <a:buFont typeface="Arial"/>
              <a:buChar char="•"/>
            </a:pPr>
            <a:r>
              <a:rPr lang="en-US" sz="2800" b="0" i="0" u="none" strike="noStrike" cap="none">
                <a:solidFill>
                  <a:schemeClr val="dk1"/>
                </a:solidFill>
                <a:latin typeface="Corbel"/>
                <a:ea typeface="Corbel"/>
                <a:cs typeface="Corbel"/>
                <a:sym typeface="Corbel"/>
              </a:rPr>
              <a:t>Packet Internet Groper and is a network utility tool.</a:t>
            </a:r>
            <a:endParaRPr sz="1400" b="0" i="0" u="none" strike="noStrike" cap="none">
              <a:solidFill>
                <a:srgbClr val="000000"/>
              </a:solidFill>
              <a:latin typeface="Arial"/>
              <a:ea typeface="Arial"/>
              <a:cs typeface="Arial"/>
              <a:sym typeface="Arial"/>
            </a:endParaRPr>
          </a:p>
          <a:p>
            <a:pPr marL="342900" marR="0" lvl="0" indent="-342900" algn="l" rtl="0">
              <a:lnSpc>
                <a:spcPct val="150000"/>
              </a:lnSpc>
              <a:spcBef>
                <a:spcPts val="0"/>
              </a:spcBef>
              <a:spcAft>
                <a:spcPts val="0"/>
              </a:spcAft>
              <a:buClr>
                <a:srgbClr val="0070C0"/>
              </a:buClr>
              <a:buSzPts val="3360"/>
              <a:buFont typeface="Arial"/>
              <a:buChar char="•"/>
            </a:pPr>
            <a:r>
              <a:rPr lang="en-US" sz="2400" b="1" i="0" u="none" strike="noStrike" cap="none">
                <a:solidFill>
                  <a:srgbClr val="7D28CD"/>
                </a:solidFill>
                <a:latin typeface="Corbel"/>
                <a:ea typeface="Corbel"/>
                <a:cs typeface="Corbel"/>
                <a:sym typeface="Corbel"/>
              </a:rPr>
              <a:t>Purpose</a:t>
            </a:r>
            <a:r>
              <a:rPr lang="en-US" sz="2400" b="0" i="0" u="none" strike="noStrike" cap="none">
                <a:solidFill>
                  <a:srgbClr val="7D28CD"/>
                </a:solidFill>
                <a:latin typeface="Corbel"/>
                <a:ea typeface="Corbel"/>
                <a:cs typeface="Corbel"/>
                <a:sym typeface="Corbel"/>
              </a:rPr>
              <a:t>: </a:t>
            </a:r>
            <a:endParaRPr sz="2400" b="0" i="0" u="none" strike="noStrike" cap="none">
              <a:solidFill>
                <a:srgbClr val="7D28CD"/>
              </a:solidFill>
              <a:latin typeface="Corbel"/>
              <a:ea typeface="Corbel"/>
              <a:cs typeface="Corbel"/>
              <a:sym typeface="Corbel"/>
            </a:endParaRPr>
          </a:p>
          <a:p>
            <a:pPr marL="342900" marR="0" lvl="3" indent="-342900" algn="l" rtl="0">
              <a:lnSpc>
                <a:spcPct val="150000"/>
              </a:lnSpc>
              <a:spcBef>
                <a:spcPts val="0"/>
              </a:spcBef>
              <a:spcAft>
                <a:spcPts val="0"/>
              </a:spcAft>
              <a:buClr>
                <a:srgbClr val="0070C0"/>
              </a:buClr>
              <a:buSzPts val="3360"/>
              <a:buFont typeface="Arial"/>
              <a:buChar char="•"/>
            </a:pPr>
            <a:r>
              <a:rPr lang="en-US" sz="2400" b="0" i="0" u="none" strike="noStrike" cap="none">
                <a:solidFill>
                  <a:schemeClr val="dk1"/>
                </a:solidFill>
                <a:latin typeface="Corbel"/>
                <a:ea typeface="Corbel"/>
                <a:cs typeface="Corbel"/>
                <a:sym typeface="Corbel"/>
              </a:rPr>
              <a:t>Checks if a device is reachable </a:t>
            </a:r>
            <a:endParaRPr sz="2400" b="0" i="0" u="none" strike="noStrike" cap="none">
              <a:solidFill>
                <a:schemeClr val="dk1"/>
              </a:solidFill>
              <a:latin typeface="Corbel"/>
              <a:ea typeface="Corbel"/>
              <a:cs typeface="Corbel"/>
              <a:sym typeface="Corbel"/>
            </a:endParaRPr>
          </a:p>
          <a:p>
            <a:pPr marL="342900" marR="0" lvl="3" indent="-342900" algn="l" rtl="0">
              <a:lnSpc>
                <a:spcPct val="150000"/>
              </a:lnSpc>
              <a:spcBef>
                <a:spcPts val="0"/>
              </a:spcBef>
              <a:spcAft>
                <a:spcPts val="0"/>
              </a:spcAft>
              <a:buClr>
                <a:srgbClr val="0070C0"/>
              </a:buClr>
              <a:buSzPts val="3360"/>
              <a:buFont typeface="Arial"/>
              <a:buChar char="•"/>
            </a:pPr>
            <a:r>
              <a:rPr lang="en-US" sz="2400" b="0" i="0" u="none" strike="noStrike" cap="none">
                <a:solidFill>
                  <a:schemeClr val="dk1"/>
                </a:solidFill>
                <a:latin typeface="Corbel"/>
                <a:ea typeface="Corbel"/>
                <a:cs typeface="Corbel"/>
                <a:sym typeface="Corbel"/>
              </a:rPr>
              <a:t>Measures the time it takes for data to travel (round-trip time).</a:t>
            </a:r>
            <a:endParaRPr sz="1400" b="0" i="0" u="none" strike="noStrike" cap="none">
              <a:solidFill>
                <a:srgbClr val="000000"/>
              </a:solidFill>
              <a:latin typeface="Arial"/>
              <a:ea typeface="Arial"/>
              <a:cs typeface="Arial"/>
              <a:sym typeface="Arial"/>
            </a:endParaRPr>
          </a:p>
          <a:p>
            <a:pPr marL="342900" marR="0" lvl="2" indent="-342900" algn="l" rtl="0">
              <a:lnSpc>
                <a:spcPct val="150000"/>
              </a:lnSpc>
              <a:spcBef>
                <a:spcPts val="0"/>
              </a:spcBef>
              <a:spcAft>
                <a:spcPts val="0"/>
              </a:spcAft>
              <a:buClr>
                <a:srgbClr val="0070C0"/>
              </a:buClr>
              <a:buSzPts val="3360"/>
              <a:buFont typeface="Arial"/>
              <a:buChar char="•"/>
            </a:pPr>
            <a:r>
              <a:rPr lang="en-US" sz="2400" b="1" i="0" u="none" strike="noStrike" cap="none">
                <a:solidFill>
                  <a:srgbClr val="7D28CD"/>
                </a:solidFill>
                <a:latin typeface="Corbel"/>
                <a:ea typeface="Corbel"/>
                <a:cs typeface="Corbel"/>
                <a:sym typeface="Corbel"/>
              </a:rPr>
              <a:t>Mechanism</a:t>
            </a:r>
            <a:r>
              <a:rPr lang="en-US" sz="2400" b="0" i="0" u="none" strike="noStrike" cap="none">
                <a:solidFill>
                  <a:schemeClr val="dk1"/>
                </a:solidFill>
                <a:latin typeface="Corbel"/>
                <a:ea typeface="Corbel"/>
                <a:cs typeface="Corbel"/>
                <a:sym typeface="Corbel"/>
              </a:rPr>
              <a:t>: </a:t>
            </a:r>
            <a:endParaRPr sz="2400" b="0" i="0" u="none" strike="noStrike" cap="none">
              <a:solidFill>
                <a:schemeClr val="dk1"/>
              </a:solidFill>
              <a:latin typeface="Corbel"/>
              <a:ea typeface="Corbel"/>
              <a:cs typeface="Corbel"/>
              <a:sym typeface="Corbel"/>
            </a:endParaRPr>
          </a:p>
          <a:p>
            <a:pPr marL="342900" marR="0" lvl="2" indent="-342900" algn="l" rtl="0">
              <a:lnSpc>
                <a:spcPct val="150000"/>
              </a:lnSpc>
              <a:spcBef>
                <a:spcPts val="0"/>
              </a:spcBef>
              <a:spcAft>
                <a:spcPts val="0"/>
              </a:spcAft>
              <a:buClr>
                <a:srgbClr val="0070C0"/>
              </a:buClr>
              <a:buSzPts val="3360"/>
              <a:buFont typeface="Arial"/>
              <a:buChar char="•"/>
            </a:pPr>
            <a:r>
              <a:rPr lang="en-US" sz="2400" b="0" i="0" u="none" strike="noStrike" cap="none">
                <a:solidFill>
                  <a:schemeClr val="dk1"/>
                </a:solidFill>
                <a:latin typeface="Corbel"/>
                <a:ea typeface="Corbel"/>
                <a:cs typeface="Corbel"/>
                <a:sym typeface="Corbel"/>
              </a:rPr>
              <a:t>Sends ICMP Echo Request packets </a:t>
            </a:r>
            <a:endParaRPr sz="2400" b="0" i="0" u="none" strike="noStrike" cap="none">
              <a:solidFill>
                <a:schemeClr val="dk1"/>
              </a:solidFill>
              <a:latin typeface="Corbel"/>
              <a:ea typeface="Corbel"/>
              <a:cs typeface="Corbel"/>
              <a:sym typeface="Corbel"/>
            </a:endParaRPr>
          </a:p>
          <a:p>
            <a:pPr marL="342900" marR="0" lvl="2" indent="-342900" algn="l" rtl="0">
              <a:lnSpc>
                <a:spcPct val="150000"/>
              </a:lnSpc>
              <a:spcBef>
                <a:spcPts val="0"/>
              </a:spcBef>
              <a:spcAft>
                <a:spcPts val="0"/>
              </a:spcAft>
              <a:buClr>
                <a:srgbClr val="0070C0"/>
              </a:buClr>
              <a:buSzPts val="3360"/>
              <a:buFont typeface="Arial"/>
              <a:buChar char="•"/>
            </a:pPr>
            <a:r>
              <a:rPr lang="en-US" sz="2400" b="0" i="0" u="none" strike="noStrike" cap="none">
                <a:solidFill>
                  <a:schemeClr val="dk1"/>
                </a:solidFill>
                <a:latin typeface="Corbel"/>
                <a:ea typeface="Corbel"/>
                <a:cs typeface="Corbel"/>
                <a:sym typeface="Corbel"/>
              </a:rPr>
              <a:t>Receives Echo Reply packets.</a:t>
            </a:r>
            <a:endParaRPr sz="1400" b="0" i="0" u="none" strike="noStrike" cap="none">
              <a:solidFill>
                <a:srgbClr val="000000"/>
              </a:solidFill>
              <a:latin typeface="Arial"/>
              <a:ea typeface="Arial"/>
              <a:cs typeface="Arial"/>
              <a:sym typeface="Arial"/>
            </a:endParaRPr>
          </a:p>
          <a:p>
            <a:pPr marL="342900" marR="0" lvl="2" indent="-342900" algn="l" rtl="0">
              <a:lnSpc>
                <a:spcPct val="150000"/>
              </a:lnSpc>
              <a:spcBef>
                <a:spcPts val="0"/>
              </a:spcBef>
              <a:spcAft>
                <a:spcPts val="0"/>
              </a:spcAft>
              <a:buClr>
                <a:srgbClr val="0070C0"/>
              </a:buClr>
              <a:buSzPts val="3360"/>
              <a:buFont typeface="Arial"/>
              <a:buChar char="•"/>
            </a:pPr>
            <a:r>
              <a:rPr lang="en-US" sz="2400" b="1" i="0" u="none" strike="noStrike" cap="none">
                <a:solidFill>
                  <a:srgbClr val="7D28CD"/>
                </a:solidFill>
                <a:latin typeface="Corbel"/>
                <a:ea typeface="Corbel"/>
                <a:cs typeface="Corbel"/>
                <a:sym typeface="Corbel"/>
              </a:rPr>
              <a:t>Results</a:t>
            </a:r>
            <a:r>
              <a:rPr lang="en-US" sz="2400" b="0" i="0" u="none" strike="noStrike" cap="none">
                <a:solidFill>
                  <a:srgbClr val="7D28CD"/>
                </a:solidFill>
                <a:latin typeface="Corbel"/>
                <a:ea typeface="Corbel"/>
                <a:cs typeface="Corbel"/>
                <a:sym typeface="Corbel"/>
              </a:rPr>
              <a:t>:</a:t>
            </a:r>
            <a:r>
              <a:rPr lang="en-US" sz="2400" b="0" i="0" u="none" strike="noStrike" cap="none">
                <a:solidFill>
                  <a:schemeClr val="dk1"/>
                </a:solidFill>
                <a:latin typeface="Corbel"/>
                <a:ea typeface="Corbel"/>
                <a:cs typeface="Corbel"/>
                <a:sym typeface="Corbel"/>
              </a:rPr>
              <a:t> </a:t>
            </a:r>
            <a:endParaRPr sz="2400" b="0" i="0" u="none" strike="noStrike" cap="none">
              <a:solidFill>
                <a:schemeClr val="dk1"/>
              </a:solidFill>
              <a:latin typeface="Corbel"/>
              <a:ea typeface="Corbel"/>
              <a:cs typeface="Corbel"/>
              <a:sym typeface="Corbel"/>
            </a:endParaRPr>
          </a:p>
          <a:p>
            <a:pPr marL="342900" marR="0" lvl="2" indent="-342900" algn="l" rtl="0">
              <a:lnSpc>
                <a:spcPct val="150000"/>
              </a:lnSpc>
              <a:spcBef>
                <a:spcPts val="0"/>
              </a:spcBef>
              <a:spcAft>
                <a:spcPts val="0"/>
              </a:spcAft>
              <a:buClr>
                <a:srgbClr val="0070C0"/>
              </a:buClr>
              <a:buSzPts val="3360"/>
              <a:buFont typeface="Arial"/>
              <a:buChar char="•"/>
            </a:pPr>
            <a:r>
              <a:rPr lang="en-US" sz="2400" b="0" i="0" u="none" strike="noStrike" cap="none">
                <a:solidFill>
                  <a:schemeClr val="dk1"/>
                </a:solidFill>
                <a:latin typeface="Corbel"/>
                <a:ea typeface="Corbel"/>
                <a:cs typeface="Corbel"/>
                <a:sym typeface="Corbel"/>
              </a:rPr>
              <a:t>Displays the number of packets sent/received/lost</a:t>
            </a:r>
            <a:endParaRPr sz="2400" b="0" i="0" u="none" strike="noStrike" cap="none">
              <a:solidFill>
                <a:schemeClr val="dk1"/>
              </a:solidFill>
              <a:latin typeface="Corbel"/>
              <a:ea typeface="Corbel"/>
              <a:cs typeface="Corbel"/>
              <a:sym typeface="Corbel"/>
            </a:endParaRPr>
          </a:p>
          <a:p>
            <a:pPr marL="342900" marR="0" lvl="2" indent="-342900" algn="l" rtl="0">
              <a:lnSpc>
                <a:spcPct val="150000"/>
              </a:lnSpc>
              <a:spcBef>
                <a:spcPts val="0"/>
              </a:spcBef>
              <a:spcAft>
                <a:spcPts val="0"/>
              </a:spcAft>
              <a:buClr>
                <a:srgbClr val="0070C0"/>
              </a:buClr>
              <a:buSzPts val="3360"/>
              <a:buFont typeface="Arial"/>
              <a:buChar char="•"/>
            </a:pPr>
            <a:r>
              <a:rPr lang="en-US" sz="2400" b="0" i="0" u="none" strike="noStrike" cap="none">
                <a:solidFill>
                  <a:schemeClr val="dk1"/>
                </a:solidFill>
                <a:latin typeface="Corbel"/>
                <a:ea typeface="Corbel"/>
                <a:cs typeface="Corbel"/>
                <a:sym typeface="Corbel"/>
              </a:rPr>
              <a:t>The time taken(delay).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400" b="0" i="0" u="none" strike="noStrike" cap="none">
              <a:solidFill>
                <a:schemeClr val="dk1"/>
              </a:solidFill>
              <a:latin typeface="Corbel"/>
              <a:ea typeface="Corbel"/>
              <a:cs typeface="Corbel"/>
              <a:sym typeface="Corbel"/>
            </a:endParaRPr>
          </a:p>
        </p:txBody>
      </p:sp>
      <p:pic>
        <p:nvPicPr>
          <p:cNvPr id="1883" name="Google Shape;1883;p35"/>
          <p:cNvPicPr preferRelativeResize="0"/>
          <p:nvPr/>
        </p:nvPicPr>
        <p:blipFill rotWithShape="1">
          <a:blip r:embed="rId4">
            <a:alphaModFix/>
          </a:blip>
          <a:srcRect/>
          <a:stretch/>
        </p:blipFill>
        <p:spPr>
          <a:xfrm>
            <a:off x="6002581" y="2973533"/>
            <a:ext cx="5670259" cy="1729095"/>
          </a:xfrm>
          <a:prstGeom prst="rect">
            <a:avLst/>
          </a:prstGeom>
          <a:noFill/>
          <a:ln>
            <a:noFill/>
          </a:ln>
        </p:spPr>
      </p:pic>
      <p:pic>
        <p:nvPicPr>
          <p:cNvPr id="1884" name="Google Shape;1884;p35"/>
          <p:cNvPicPr preferRelativeResize="0"/>
          <p:nvPr/>
        </p:nvPicPr>
        <p:blipFill rotWithShape="1">
          <a:blip r:embed="rId5">
            <a:alphaModFix/>
          </a:blip>
          <a:srcRect/>
          <a:stretch/>
        </p:blipFill>
        <p:spPr>
          <a:xfrm>
            <a:off x="7574060" y="3906463"/>
            <a:ext cx="2628900" cy="368300"/>
          </a:xfrm>
          <a:prstGeom prst="rect">
            <a:avLst/>
          </a:prstGeom>
          <a:noFill/>
          <a:ln>
            <a:noFill/>
          </a:ln>
        </p:spPr>
      </p:pic>
      <p:pic>
        <p:nvPicPr>
          <p:cNvPr id="1885" name="Google Shape;1885;p35"/>
          <p:cNvPicPr preferRelativeResize="0"/>
          <p:nvPr/>
        </p:nvPicPr>
        <p:blipFill rotWithShape="1">
          <a:blip r:embed="rId6">
            <a:alphaModFix/>
          </a:blip>
          <a:srcRect/>
          <a:stretch/>
        </p:blipFill>
        <p:spPr>
          <a:xfrm>
            <a:off x="7574060" y="3459487"/>
            <a:ext cx="2527300" cy="393700"/>
          </a:xfrm>
          <a:prstGeom prst="rect">
            <a:avLst/>
          </a:prstGeom>
          <a:noFill/>
          <a:ln>
            <a:noFill/>
          </a:ln>
        </p:spPr>
      </p:pic>
      <p:sp>
        <p:nvSpPr>
          <p:cNvPr id="1886" name="Google Shape;1886;p35"/>
          <p:cNvSpPr txBox="1"/>
          <p:nvPr/>
        </p:nvSpPr>
        <p:spPr>
          <a:xfrm>
            <a:off x="7726877" y="5764691"/>
            <a:ext cx="3776145" cy="83099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1186C3"/>
              </a:buClr>
              <a:buSzPts val="2900"/>
              <a:buFont typeface="Arial"/>
              <a:buChar char="•"/>
            </a:pPr>
            <a:r>
              <a:rPr lang="en-US" sz="2400" b="0" i="0" u="none" strike="noStrike" cap="none">
                <a:solidFill>
                  <a:srgbClr val="000000"/>
                </a:solidFill>
                <a:latin typeface="Corbel"/>
                <a:ea typeface="Corbel"/>
                <a:cs typeface="Corbel"/>
                <a:sym typeface="Corbel"/>
              </a:rPr>
              <a:t>Commands:</a:t>
            </a:r>
            <a:br>
              <a:rPr lang="en-US" sz="2400" b="0" i="0" u="none" strike="noStrike" cap="none">
                <a:solidFill>
                  <a:srgbClr val="000000"/>
                </a:solidFill>
                <a:latin typeface="Corbel"/>
                <a:ea typeface="Corbel"/>
                <a:cs typeface="Corbel"/>
                <a:sym typeface="Corbel"/>
              </a:rPr>
            </a:br>
            <a:r>
              <a:rPr lang="en-US" sz="2400" b="1" i="0" u="none" strike="noStrike" cap="none">
                <a:solidFill>
                  <a:srgbClr val="000000"/>
                </a:solidFill>
                <a:latin typeface="Corbel"/>
                <a:ea typeface="Corbel"/>
                <a:cs typeface="Corbel"/>
                <a:sym typeface="Corbel"/>
              </a:rPr>
              <a:t>ping 216.58.200.174</a:t>
            </a:r>
            <a:endParaRPr sz="2800" b="1" i="0" u="none" strike="noStrike" cap="none">
              <a:solidFill>
                <a:srgbClr val="000000"/>
              </a:solidFill>
              <a:latin typeface="Corbel"/>
              <a:ea typeface="Corbel"/>
              <a:cs typeface="Corbel"/>
              <a:sym typeface="Corbe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885"/>
                                        </p:tgtEl>
                                        <p:attrNameLst>
                                          <p:attrName>style.visibility</p:attrName>
                                        </p:attrNameLst>
                                      </p:cBhvr>
                                      <p:to>
                                        <p:strVal val="visible"/>
                                      </p:to>
                                    </p:set>
                                    <p:anim calcmode="lin" valueType="num">
                                      <p:cBhvr additive="base">
                                        <p:cTn id="11" dur="500"/>
                                        <p:tgtEl>
                                          <p:spTgt spid="1885"/>
                                        </p:tgtEl>
                                        <p:attrNameLst>
                                          <p:attrName>ppt_x</p:attrName>
                                        </p:attrNameLst>
                                      </p:cBhvr>
                                      <p:tavLst>
                                        <p:tav tm="0">
                                          <p:val>
                                            <p:strVal val="#ppt_x-1"/>
                                          </p:val>
                                        </p:tav>
                                        <p:tav tm="100000">
                                          <p:val>
                                            <p:strVal val="#ppt_x"/>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1884"/>
                                        </p:tgtEl>
                                        <p:attrNameLst>
                                          <p:attrName>style.visibility</p:attrName>
                                        </p:attrNameLst>
                                      </p:cBhvr>
                                      <p:to>
                                        <p:strVal val="visible"/>
                                      </p:to>
                                    </p:set>
                                    <p:anim calcmode="lin" valueType="num">
                                      <p:cBhvr additive="base">
                                        <p:cTn id="16" dur="500"/>
                                        <p:tgtEl>
                                          <p:spTgt spid="188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90"/>
        <p:cNvGrpSpPr/>
        <p:nvPr/>
      </p:nvGrpSpPr>
      <p:grpSpPr>
        <a:xfrm>
          <a:off x="0" y="0"/>
          <a:ext cx="0" cy="0"/>
          <a:chOff x="0" y="0"/>
          <a:chExt cx="0" cy="0"/>
        </a:xfrm>
      </p:grpSpPr>
      <p:sp>
        <p:nvSpPr>
          <p:cNvPr id="1891" name="Google Shape;1891;p19"/>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Ping</a:t>
            </a:r>
            <a:endParaRPr/>
          </a:p>
        </p:txBody>
      </p:sp>
      <p:pic>
        <p:nvPicPr>
          <p:cNvPr id="1892" name="Google Shape;1892;p19"/>
          <p:cNvPicPr preferRelativeResize="0"/>
          <p:nvPr/>
        </p:nvPicPr>
        <p:blipFill rotWithShape="1">
          <a:blip r:embed="rId3">
            <a:alphaModFix/>
          </a:blip>
          <a:srcRect/>
          <a:stretch/>
        </p:blipFill>
        <p:spPr>
          <a:xfrm>
            <a:off x="11029276" y="0"/>
            <a:ext cx="1162724" cy="1066799"/>
          </a:xfrm>
          <a:prstGeom prst="rect">
            <a:avLst/>
          </a:prstGeom>
          <a:noFill/>
          <a:ln>
            <a:noFill/>
          </a:ln>
        </p:spPr>
      </p:pic>
      <p:pic>
        <p:nvPicPr>
          <p:cNvPr id="1893" name="Google Shape;1893;p19"/>
          <p:cNvPicPr preferRelativeResize="0"/>
          <p:nvPr/>
        </p:nvPicPr>
        <p:blipFill rotWithShape="1">
          <a:blip r:embed="rId4">
            <a:alphaModFix/>
          </a:blip>
          <a:srcRect/>
          <a:stretch/>
        </p:blipFill>
        <p:spPr>
          <a:xfrm>
            <a:off x="1820725" y="1066799"/>
            <a:ext cx="8422402" cy="3486727"/>
          </a:xfrm>
          <a:prstGeom prst="rect">
            <a:avLst/>
          </a:prstGeom>
          <a:noFill/>
          <a:ln>
            <a:noFill/>
          </a:ln>
        </p:spPr>
      </p:pic>
      <p:sp>
        <p:nvSpPr>
          <p:cNvPr id="1894" name="Google Shape;1894;p19"/>
          <p:cNvSpPr/>
          <p:nvPr/>
        </p:nvSpPr>
        <p:spPr>
          <a:xfrm>
            <a:off x="1820724" y="4898713"/>
            <a:ext cx="8646750" cy="1631216"/>
          </a:xfrm>
          <a:prstGeom prst="rect">
            <a:avLst/>
          </a:prstGeom>
          <a:noFill/>
          <a:ln>
            <a:noFill/>
          </a:ln>
        </p:spPr>
        <p:txBody>
          <a:bodyPr spcFirstLastPara="1" wrap="square" lIns="91425" tIns="45700" rIns="91425" bIns="45700" anchor="t" anchorCtr="0">
            <a:spAutoFit/>
          </a:bodyPr>
          <a:lstStyle/>
          <a:p>
            <a:pPr marL="342900" marR="0" lvl="0" indent="-355600" algn="l" rtl="0">
              <a:lnSpc>
                <a:spcPct val="100000"/>
              </a:lnSpc>
              <a:spcBef>
                <a:spcPts val="0"/>
              </a:spcBef>
              <a:spcAft>
                <a:spcPts val="0"/>
              </a:spcAft>
              <a:buClr>
                <a:srgbClr val="0070C0"/>
              </a:buClr>
              <a:buSzPts val="5600"/>
              <a:buFont typeface="Arial"/>
              <a:buChar char="•"/>
            </a:pPr>
            <a:r>
              <a:rPr lang="en-US" sz="2800" b="1" i="0" u="none" strike="noStrike" cap="none" dirty="0">
                <a:solidFill>
                  <a:srgbClr val="0070C0"/>
                </a:solidFill>
                <a:latin typeface="Corbel"/>
                <a:ea typeface="Corbel"/>
                <a:cs typeface="Corbel"/>
                <a:sym typeface="Corbel"/>
              </a:rPr>
              <a:t>Questions :</a:t>
            </a:r>
            <a:endParaRPr sz="2400" b="1" i="0" u="none" strike="noStrike" cap="none" dirty="0">
              <a:solidFill>
                <a:srgbClr val="0070C0"/>
              </a:solidFill>
              <a:latin typeface="Corbel"/>
              <a:ea typeface="Corbel"/>
              <a:cs typeface="Corbel"/>
              <a:sym typeface="Corbel"/>
            </a:endParaRPr>
          </a:p>
          <a:p>
            <a:pPr marL="342900" marR="0" lvl="7" indent="-342900" algn="l" rtl="0">
              <a:lnSpc>
                <a:spcPct val="100000"/>
              </a:lnSpc>
              <a:spcBef>
                <a:spcPts val="0"/>
              </a:spcBef>
              <a:spcAft>
                <a:spcPts val="0"/>
              </a:spcAft>
              <a:buClr>
                <a:srgbClr val="0070C0"/>
              </a:buClr>
              <a:buSzPts val="3600"/>
              <a:buFont typeface="Arial"/>
              <a:buChar char="•"/>
            </a:pPr>
            <a:r>
              <a:rPr lang="en-US" sz="2400" b="0" i="0" u="none" strike="noStrike" cap="none" dirty="0">
                <a:solidFill>
                  <a:schemeClr val="dk1"/>
                </a:solidFill>
                <a:latin typeface="Corbel"/>
                <a:ea typeface="Corbel"/>
                <a:cs typeface="Corbel"/>
                <a:sym typeface="Corbel"/>
              </a:rPr>
              <a:t>Why 4 replies?</a:t>
            </a:r>
            <a:endParaRPr sz="1400" b="0" i="0" u="none" strike="noStrike" cap="none" dirty="0">
              <a:solidFill>
                <a:srgbClr val="000000"/>
              </a:solidFill>
              <a:latin typeface="Arial"/>
              <a:ea typeface="Arial"/>
              <a:cs typeface="Arial"/>
              <a:sym typeface="Arial"/>
            </a:endParaRPr>
          </a:p>
          <a:p>
            <a:pPr marL="342900" marR="0" lvl="7" indent="-342900" algn="l" rtl="0">
              <a:lnSpc>
                <a:spcPct val="100000"/>
              </a:lnSpc>
              <a:spcBef>
                <a:spcPts val="0"/>
              </a:spcBef>
              <a:spcAft>
                <a:spcPts val="0"/>
              </a:spcAft>
              <a:buClr>
                <a:srgbClr val="0070C0"/>
              </a:buClr>
              <a:buSzPts val="3600"/>
              <a:buFont typeface="Arial"/>
              <a:buChar char="•"/>
            </a:pPr>
            <a:r>
              <a:rPr lang="en-US" sz="2400" b="0" i="0" u="none" strike="noStrike" cap="none" dirty="0">
                <a:solidFill>
                  <a:schemeClr val="dk1"/>
                </a:solidFill>
                <a:latin typeface="Corbel"/>
                <a:ea typeface="Corbel"/>
                <a:cs typeface="Corbel"/>
                <a:sym typeface="Corbel"/>
              </a:rPr>
              <a:t>What the time refer to?</a:t>
            </a:r>
            <a:endParaRPr sz="1400" b="0" i="0" u="none" strike="noStrike" cap="none" dirty="0">
              <a:solidFill>
                <a:srgbClr val="000000"/>
              </a:solidFill>
              <a:latin typeface="Arial"/>
              <a:ea typeface="Arial"/>
              <a:cs typeface="Arial"/>
              <a:sym typeface="Arial"/>
            </a:endParaRPr>
          </a:p>
          <a:p>
            <a:pPr marL="342900" marR="0" lvl="7" indent="-342900" algn="l" rtl="0">
              <a:lnSpc>
                <a:spcPct val="100000"/>
              </a:lnSpc>
              <a:spcBef>
                <a:spcPts val="0"/>
              </a:spcBef>
              <a:spcAft>
                <a:spcPts val="0"/>
              </a:spcAft>
              <a:buClr>
                <a:srgbClr val="0070C0"/>
              </a:buClr>
              <a:buSzPts val="3600"/>
              <a:buFont typeface="Arial"/>
              <a:buChar char="•"/>
            </a:pPr>
            <a:r>
              <a:rPr lang="en-US" sz="2400" b="0" i="0" u="none" strike="noStrike" cap="none" dirty="0">
                <a:solidFill>
                  <a:schemeClr val="dk1"/>
                </a:solidFill>
                <a:latin typeface="Corbel"/>
                <a:ea typeface="Corbel"/>
                <a:cs typeface="Corbel"/>
                <a:sym typeface="Corbel"/>
              </a:rPr>
              <a:t>What is the TTL refer to? </a:t>
            </a:r>
            <a:endParaRPr sz="2400" b="0" i="0" u="none" strike="noStrike" cap="none" dirty="0">
              <a:solidFill>
                <a:schemeClr val="dk1"/>
              </a:solidFill>
              <a:latin typeface="Corbel"/>
              <a:ea typeface="Corbel"/>
              <a:cs typeface="Corbel"/>
              <a:sym typeface="Corbel"/>
            </a:endParaRPr>
          </a:p>
        </p:txBody>
      </p:sp>
      <p:sp>
        <p:nvSpPr>
          <p:cNvPr id="1895" name="Google Shape;1895;p19"/>
          <p:cNvSpPr/>
          <p:nvPr/>
        </p:nvSpPr>
        <p:spPr>
          <a:xfrm>
            <a:off x="1484311" y="1808204"/>
            <a:ext cx="230190" cy="1114106"/>
          </a:xfrm>
          <a:prstGeom prst="leftBrace">
            <a:avLst>
              <a:gd name="adj1" fmla="val 8333"/>
              <a:gd name="adj2" fmla="val 50000"/>
            </a:avLst>
          </a:prstGeom>
          <a:noFill/>
          <a:ln w="28575"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6" name="Google Shape;1896;p19"/>
          <p:cNvSpPr/>
          <p:nvPr/>
        </p:nvSpPr>
        <p:spPr>
          <a:xfrm>
            <a:off x="6096000" y="1808204"/>
            <a:ext cx="1376363" cy="122074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97" name="Google Shape;1897;p19"/>
          <p:cNvSpPr/>
          <p:nvPr/>
        </p:nvSpPr>
        <p:spPr>
          <a:xfrm>
            <a:off x="7177256" y="1808204"/>
            <a:ext cx="1376363" cy="122074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9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9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9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9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9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01"/>
        <p:cNvGrpSpPr/>
        <p:nvPr/>
      </p:nvGrpSpPr>
      <p:grpSpPr>
        <a:xfrm>
          <a:off x="0" y="0"/>
          <a:ext cx="0" cy="0"/>
          <a:chOff x="0" y="0"/>
          <a:chExt cx="0" cy="0"/>
        </a:xfrm>
      </p:grpSpPr>
      <p:sp>
        <p:nvSpPr>
          <p:cNvPr id="1902" name="Google Shape;1902;p36"/>
          <p:cNvSpPr txBox="1">
            <a:spLocks noGrp="1"/>
          </p:cNvSpPr>
          <p:nvPr>
            <p:ph type="title"/>
          </p:nvPr>
        </p:nvSpPr>
        <p:spPr>
          <a:xfrm>
            <a:off x="483361" y="289503"/>
            <a:ext cx="9646514" cy="48721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50000"/>
              <a:buNone/>
            </a:pPr>
            <a:r>
              <a:rPr lang="en-US"/>
              <a:t>ICMP Packet Format</a:t>
            </a:r>
            <a:endParaRPr/>
          </a:p>
        </p:txBody>
      </p:sp>
      <p:pic>
        <p:nvPicPr>
          <p:cNvPr id="1903" name="Google Shape;1903;p36" descr="CS455 Sylabus"/>
          <p:cNvPicPr preferRelativeResize="0"/>
          <p:nvPr/>
        </p:nvPicPr>
        <p:blipFill rotWithShape="1">
          <a:blip r:embed="rId3">
            <a:alphaModFix/>
          </a:blip>
          <a:srcRect/>
          <a:stretch/>
        </p:blipFill>
        <p:spPr>
          <a:xfrm>
            <a:off x="2054251" y="2651760"/>
            <a:ext cx="8996926" cy="3856617"/>
          </a:xfrm>
          <a:prstGeom prst="rect">
            <a:avLst/>
          </a:prstGeom>
          <a:noFill/>
          <a:ln>
            <a:noFill/>
          </a:ln>
        </p:spPr>
      </p:pic>
      <p:graphicFrame>
        <p:nvGraphicFramePr>
          <p:cNvPr id="1904" name="Google Shape;1904;p36"/>
          <p:cNvGraphicFramePr/>
          <p:nvPr/>
        </p:nvGraphicFramePr>
        <p:xfrm>
          <a:off x="2028063" y="1086495"/>
          <a:ext cx="8343850" cy="572500"/>
        </p:xfrm>
        <a:graphic>
          <a:graphicData uri="http://schemas.openxmlformats.org/drawingml/2006/table">
            <a:tbl>
              <a:tblPr firstRow="1" bandRow="1">
                <a:gradFill>
                  <a:gsLst>
                    <a:gs pos="0">
                      <a:srgbClr val="C0FF9C"/>
                    </a:gs>
                    <a:gs pos="35000">
                      <a:srgbClr val="D0FFBB"/>
                    </a:gs>
                    <a:gs pos="100000">
                      <a:srgbClr val="EDFFE2"/>
                    </a:gs>
                  </a:gsLst>
                  <a:lin ang="16200000" scaled="0"/>
                </a:gradFill>
                <a:tableStyleId>{B2027314-E74B-4E65-9563-5C5FCB49FCD6}</a:tableStyleId>
              </a:tblPr>
              <a:tblGrid>
                <a:gridCol w="3094250">
                  <a:extLst>
                    <a:ext uri="{9D8B030D-6E8A-4147-A177-3AD203B41FA5}">
                      <a16:colId xmlns:a16="http://schemas.microsoft.com/office/drawing/2014/main" val="20000"/>
                    </a:ext>
                  </a:extLst>
                </a:gridCol>
                <a:gridCol w="5249600">
                  <a:extLst>
                    <a:ext uri="{9D8B030D-6E8A-4147-A177-3AD203B41FA5}">
                      <a16:colId xmlns:a16="http://schemas.microsoft.com/office/drawing/2014/main" val="20001"/>
                    </a:ext>
                  </a:extLst>
                </a:gridCol>
              </a:tblGrid>
              <a:tr h="572500">
                <a:tc>
                  <a:txBody>
                    <a:bodyPr/>
                    <a:lstStyle/>
                    <a:p>
                      <a:pPr marL="0" marR="0" lvl="0" indent="0" algn="ctr" rtl="0">
                        <a:lnSpc>
                          <a:spcPct val="100000"/>
                        </a:lnSpc>
                        <a:spcBef>
                          <a:spcPts val="0"/>
                        </a:spcBef>
                        <a:spcAft>
                          <a:spcPts val="0"/>
                        </a:spcAft>
                        <a:buNone/>
                      </a:pPr>
                      <a:r>
                        <a:rPr lang="en-US" sz="1800" u="none" strike="noStrike" cap="none">
                          <a:latin typeface="Corbel"/>
                          <a:ea typeface="Corbel"/>
                          <a:cs typeface="Corbel"/>
                          <a:sym typeface="Corbel"/>
                        </a:rPr>
                        <a:t>IP Header 20 bytes</a:t>
                      </a:r>
                      <a:endParaRPr sz="1800" u="none" strike="noStrike" cap="none">
                        <a:latin typeface="Corbel"/>
                        <a:ea typeface="Corbel"/>
                        <a:cs typeface="Corbel"/>
                        <a:sym typeface="Corbe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1DB93"/>
                    </a:solidFill>
                  </a:tcPr>
                </a:tc>
                <a:tc>
                  <a:txBody>
                    <a:bodyPr/>
                    <a:lstStyle/>
                    <a:p>
                      <a:pPr marL="0" marR="0" lvl="0" indent="0" algn="ctr" rtl="0">
                        <a:lnSpc>
                          <a:spcPct val="100000"/>
                        </a:lnSpc>
                        <a:spcBef>
                          <a:spcPts val="0"/>
                        </a:spcBef>
                        <a:spcAft>
                          <a:spcPts val="0"/>
                        </a:spcAft>
                        <a:buNone/>
                      </a:pPr>
                      <a:r>
                        <a:rPr lang="en-US" sz="1800" u="none" strike="noStrike" cap="none">
                          <a:latin typeface="Corbel"/>
                          <a:ea typeface="Corbel"/>
                          <a:cs typeface="Corbel"/>
                          <a:sym typeface="Corbel"/>
                        </a:rPr>
                        <a:t>IP Payload/ Data</a:t>
                      </a:r>
                      <a:endParaRPr sz="1800" u="none" strike="noStrike" cap="none">
                        <a:latin typeface="Corbel"/>
                        <a:ea typeface="Corbel"/>
                        <a:cs typeface="Corbel"/>
                        <a:sym typeface="Corbe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1DB93"/>
                    </a:solidFill>
                  </a:tcPr>
                </a:tc>
                <a:extLst>
                  <a:ext uri="{0D108BD9-81ED-4DB2-BD59-A6C34878D82A}">
                    <a16:rowId xmlns:a16="http://schemas.microsoft.com/office/drawing/2014/main" val="10000"/>
                  </a:ext>
                </a:extLst>
              </a:tr>
            </a:tbl>
          </a:graphicData>
        </a:graphic>
      </p:graphicFrame>
      <p:graphicFrame>
        <p:nvGraphicFramePr>
          <p:cNvPr id="1905" name="Google Shape;1905;p36"/>
          <p:cNvGraphicFramePr/>
          <p:nvPr/>
        </p:nvGraphicFramePr>
        <p:xfrm>
          <a:off x="5212079" y="1760058"/>
          <a:ext cx="5042250" cy="525950"/>
        </p:xfrm>
        <a:graphic>
          <a:graphicData uri="http://schemas.openxmlformats.org/drawingml/2006/table">
            <a:tbl>
              <a:tblPr firstRow="1" bandRow="1">
                <a:gradFill>
                  <a:gsLst>
                    <a:gs pos="0">
                      <a:srgbClr val="FFCF8A"/>
                    </a:gs>
                    <a:gs pos="35000">
                      <a:srgbClr val="FFDDAD"/>
                    </a:gs>
                    <a:gs pos="100000">
                      <a:srgbClr val="FFEFDD"/>
                    </a:gs>
                  </a:gsLst>
                  <a:lin ang="16200000" scaled="0"/>
                </a:gradFill>
                <a:tableStyleId>{B237A19C-D93E-4AED-B024-BD428AB711CC}</a:tableStyleId>
              </a:tblPr>
              <a:tblGrid>
                <a:gridCol w="2521125">
                  <a:extLst>
                    <a:ext uri="{9D8B030D-6E8A-4147-A177-3AD203B41FA5}">
                      <a16:colId xmlns:a16="http://schemas.microsoft.com/office/drawing/2014/main" val="20000"/>
                    </a:ext>
                  </a:extLst>
                </a:gridCol>
                <a:gridCol w="2521125">
                  <a:extLst>
                    <a:ext uri="{9D8B030D-6E8A-4147-A177-3AD203B41FA5}">
                      <a16:colId xmlns:a16="http://schemas.microsoft.com/office/drawing/2014/main" val="20001"/>
                    </a:ext>
                  </a:extLst>
                </a:gridCol>
              </a:tblGrid>
              <a:tr h="525950">
                <a:tc>
                  <a:txBody>
                    <a:bodyPr/>
                    <a:lstStyle/>
                    <a:p>
                      <a:pPr marL="0" marR="0" lvl="0" indent="0" algn="l" rtl="0">
                        <a:lnSpc>
                          <a:spcPct val="100000"/>
                        </a:lnSpc>
                        <a:spcBef>
                          <a:spcPts val="0"/>
                        </a:spcBef>
                        <a:spcAft>
                          <a:spcPts val="0"/>
                        </a:spcAft>
                        <a:buNone/>
                      </a:pPr>
                      <a:r>
                        <a:rPr lang="en-US" sz="1800" u="none" strike="noStrike" cap="none">
                          <a:latin typeface="Corbel"/>
                          <a:ea typeface="Corbel"/>
                          <a:cs typeface="Corbel"/>
                          <a:sym typeface="Corbel"/>
                        </a:rPr>
                        <a:t>ICMP Header 8 bytes</a:t>
                      </a:r>
                      <a:endParaRPr sz="1800" u="none" strike="noStrike" cap="none">
                        <a:latin typeface="Corbel"/>
                        <a:ea typeface="Corbel"/>
                        <a:cs typeface="Corbel"/>
                        <a:sym typeface="Corbe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800" u="none" strike="noStrike" cap="none">
                          <a:latin typeface="Corbel"/>
                          <a:ea typeface="Corbel"/>
                          <a:cs typeface="Corbel"/>
                          <a:sym typeface="Corbel"/>
                        </a:rPr>
                        <a:t>ICMP Data (variable)</a:t>
                      </a:r>
                      <a:endParaRPr sz="1800" u="none" strike="noStrike" cap="none">
                        <a:latin typeface="Corbel"/>
                        <a:ea typeface="Corbel"/>
                        <a:cs typeface="Corbel"/>
                        <a:sym typeface="Corbe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09"/>
        <p:cNvGrpSpPr/>
        <p:nvPr/>
      </p:nvGrpSpPr>
      <p:grpSpPr>
        <a:xfrm>
          <a:off x="0" y="0"/>
          <a:ext cx="0" cy="0"/>
          <a:chOff x="0" y="0"/>
          <a:chExt cx="0" cy="0"/>
        </a:xfrm>
      </p:grpSpPr>
      <p:sp>
        <p:nvSpPr>
          <p:cNvPr id="1910" name="Google Shape;1910;p16"/>
          <p:cNvSpPr txBox="1">
            <a:spLocks noGrp="1"/>
          </p:cNvSpPr>
          <p:nvPr>
            <p:ph type="title"/>
          </p:nvPr>
        </p:nvSpPr>
        <p:spPr>
          <a:xfrm>
            <a:off x="483361" y="289503"/>
            <a:ext cx="9646514" cy="48721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50000"/>
              <a:buNone/>
            </a:pPr>
            <a:r>
              <a:rPr lang="en-US"/>
              <a:t>ICMP Packet Format</a:t>
            </a:r>
            <a:endParaRPr/>
          </a:p>
        </p:txBody>
      </p:sp>
      <p:pic>
        <p:nvPicPr>
          <p:cNvPr id="1911" name="Google Shape;1911;p16" descr="What is ICMP Protocol (Internet Control Message Protocol)?"/>
          <p:cNvPicPr preferRelativeResize="0"/>
          <p:nvPr/>
        </p:nvPicPr>
        <p:blipFill rotWithShape="1">
          <a:blip r:embed="rId3">
            <a:alphaModFix/>
          </a:blip>
          <a:srcRect/>
          <a:stretch/>
        </p:blipFill>
        <p:spPr>
          <a:xfrm>
            <a:off x="1582353" y="1094506"/>
            <a:ext cx="5327897" cy="2210395"/>
          </a:xfrm>
          <a:prstGeom prst="rect">
            <a:avLst/>
          </a:prstGeom>
          <a:noFill/>
          <a:ln>
            <a:noFill/>
          </a:ln>
        </p:spPr>
      </p:pic>
      <p:pic>
        <p:nvPicPr>
          <p:cNvPr id="1912" name="Google Shape;1912;p16" descr="ICMP: The Good, the Bad, and the Ugly | by Drew Branch | Independent  Security Evaluators"/>
          <p:cNvPicPr preferRelativeResize="0"/>
          <p:nvPr/>
        </p:nvPicPr>
        <p:blipFill rotWithShape="1">
          <a:blip r:embed="rId4">
            <a:alphaModFix/>
          </a:blip>
          <a:srcRect/>
          <a:stretch/>
        </p:blipFill>
        <p:spPr>
          <a:xfrm>
            <a:off x="7643812" y="0"/>
            <a:ext cx="4548187" cy="6696363"/>
          </a:xfrm>
          <a:prstGeom prst="rect">
            <a:avLst/>
          </a:prstGeom>
          <a:noFill/>
          <a:ln>
            <a:noFill/>
          </a:ln>
        </p:spPr>
      </p:pic>
      <p:pic>
        <p:nvPicPr>
          <p:cNvPr id="1913" name="Google Shape;1913;p16"/>
          <p:cNvPicPr preferRelativeResize="0"/>
          <p:nvPr/>
        </p:nvPicPr>
        <p:blipFill rotWithShape="1">
          <a:blip r:embed="rId5">
            <a:alphaModFix/>
          </a:blip>
          <a:srcRect/>
          <a:stretch/>
        </p:blipFill>
        <p:spPr>
          <a:xfrm>
            <a:off x="674913" y="3962320"/>
            <a:ext cx="6618144" cy="25560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pic>
        <p:nvPicPr>
          <p:cNvPr id="1918" name="Google Shape;1918;p37" descr="Testing VLM Server and Client Communication Using a Ping Test - NI"/>
          <p:cNvPicPr preferRelativeResize="0"/>
          <p:nvPr/>
        </p:nvPicPr>
        <p:blipFill rotWithShape="1">
          <a:blip r:embed="rId3">
            <a:alphaModFix/>
          </a:blip>
          <a:srcRect/>
          <a:stretch/>
        </p:blipFill>
        <p:spPr>
          <a:xfrm>
            <a:off x="1781174" y="1530213"/>
            <a:ext cx="10106026" cy="4139067"/>
          </a:xfrm>
          <a:prstGeom prst="rect">
            <a:avLst/>
          </a:prstGeom>
          <a:noFill/>
          <a:ln>
            <a:noFill/>
          </a:ln>
        </p:spPr>
      </p:pic>
      <p:sp>
        <p:nvSpPr>
          <p:cNvPr id="1919" name="Google Shape;1919;p37"/>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Unsuccessful Ping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23"/>
        <p:cNvGrpSpPr/>
        <p:nvPr/>
      </p:nvGrpSpPr>
      <p:grpSpPr>
        <a:xfrm>
          <a:off x="0" y="0"/>
          <a:ext cx="0" cy="0"/>
          <a:chOff x="0" y="0"/>
          <a:chExt cx="0" cy="0"/>
        </a:xfrm>
      </p:grpSpPr>
      <p:pic>
        <p:nvPicPr>
          <p:cNvPr id="1924" name="Google Shape;1924;p22"/>
          <p:cNvPicPr preferRelativeResize="0"/>
          <p:nvPr/>
        </p:nvPicPr>
        <p:blipFill rotWithShape="1">
          <a:blip r:embed="rId3">
            <a:alphaModFix/>
          </a:blip>
          <a:srcRect/>
          <a:stretch/>
        </p:blipFill>
        <p:spPr>
          <a:xfrm>
            <a:off x="1484310" y="1700213"/>
            <a:ext cx="9229725" cy="4895850"/>
          </a:xfrm>
          <a:prstGeom prst="rect">
            <a:avLst/>
          </a:prstGeom>
          <a:noFill/>
          <a:ln>
            <a:noFill/>
          </a:ln>
        </p:spPr>
      </p:pic>
      <p:sp>
        <p:nvSpPr>
          <p:cNvPr id="1925" name="Google Shape;1925;p22"/>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Ping Attacks</a:t>
            </a:r>
            <a:endParaRPr/>
          </a:p>
        </p:txBody>
      </p:sp>
      <p:sp>
        <p:nvSpPr>
          <p:cNvPr id="1926" name="Google Shape;1926;p22"/>
          <p:cNvSpPr txBox="1">
            <a:spLocks noGrp="1"/>
          </p:cNvSpPr>
          <p:nvPr>
            <p:ph type="body" idx="1"/>
          </p:nvPr>
        </p:nvSpPr>
        <p:spPr>
          <a:xfrm>
            <a:off x="1484310" y="1066801"/>
            <a:ext cx="10018713" cy="633412"/>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0"/>
              </a:spcBef>
              <a:spcAft>
                <a:spcPts val="0"/>
              </a:spcAft>
              <a:buSzPts val="3480"/>
              <a:buChar char="•"/>
            </a:pPr>
            <a:r>
              <a:rPr lang="en-US" sz="2800" b="1">
                <a:solidFill>
                  <a:srgbClr val="0070C0"/>
                </a:solidFill>
              </a:rPr>
              <a:t>ICMP DDOS attack – Zombie Attack:</a:t>
            </a:r>
            <a:endParaRPr sz="2800" b="1">
              <a:solidFill>
                <a:srgbClr val="0070C0"/>
              </a:solidFill>
            </a:endParaRPr>
          </a:p>
        </p:txBody>
      </p:sp>
      <p:pic>
        <p:nvPicPr>
          <p:cNvPr id="1927" name="Google Shape;1927;p22"/>
          <p:cNvPicPr preferRelativeResize="0"/>
          <p:nvPr/>
        </p:nvPicPr>
        <p:blipFill rotWithShape="1">
          <a:blip r:embed="rId4">
            <a:alphaModFix/>
          </a:blip>
          <a:srcRect/>
          <a:stretch/>
        </p:blipFill>
        <p:spPr>
          <a:xfrm>
            <a:off x="11029276" y="0"/>
            <a:ext cx="1162724" cy="1066799"/>
          </a:xfrm>
          <a:prstGeom prst="rect">
            <a:avLst/>
          </a:prstGeom>
          <a:noFill/>
          <a:ln>
            <a:noFill/>
          </a:ln>
        </p:spPr>
      </p:pic>
      <p:pic>
        <p:nvPicPr>
          <p:cNvPr id="1928" name="Google Shape;1928;p22"/>
          <p:cNvPicPr preferRelativeResize="0"/>
          <p:nvPr/>
        </p:nvPicPr>
        <p:blipFill rotWithShape="1">
          <a:blip r:embed="rId5">
            <a:alphaModFix/>
          </a:blip>
          <a:srcRect/>
          <a:stretch/>
        </p:blipFill>
        <p:spPr>
          <a:xfrm>
            <a:off x="7981950" y="2890837"/>
            <a:ext cx="2628900" cy="2905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32"/>
        <p:cNvGrpSpPr/>
        <p:nvPr/>
      </p:nvGrpSpPr>
      <p:grpSpPr>
        <a:xfrm>
          <a:off x="0" y="0"/>
          <a:ext cx="0" cy="0"/>
          <a:chOff x="0" y="0"/>
          <a:chExt cx="0" cy="0"/>
        </a:xfrm>
      </p:grpSpPr>
      <p:pic>
        <p:nvPicPr>
          <p:cNvPr id="1933" name="Google Shape;1933;p23"/>
          <p:cNvPicPr preferRelativeResize="0"/>
          <p:nvPr/>
        </p:nvPicPr>
        <p:blipFill rotWithShape="1">
          <a:blip r:embed="rId3">
            <a:alphaModFix/>
          </a:blip>
          <a:srcRect/>
          <a:stretch/>
        </p:blipFill>
        <p:spPr>
          <a:xfrm>
            <a:off x="1999576" y="1981200"/>
            <a:ext cx="9029700" cy="4724400"/>
          </a:xfrm>
          <a:prstGeom prst="rect">
            <a:avLst/>
          </a:prstGeom>
          <a:noFill/>
          <a:ln>
            <a:noFill/>
          </a:ln>
        </p:spPr>
      </p:pic>
      <p:sp>
        <p:nvSpPr>
          <p:cNvPr id="1934" name="Google Shape;1934;p23"/>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Ping Attacks</a:t>
            </a:r>
            <a:endParaRPr/>
          </a:p>
        </p:txBody>
      </p:sp>
      <p:sp>
        <p:nvSpPr>
          <p:cNvPr id="1935" name="Google Shape;1935;p23"/>
          <p:cNvSpPr txBox="1">
            <a:spLocks noGrp="1"/>
          </p:cNvSpPr>
          <p:nvPr>
            <p:ph type="body" idx="1"/>
          </p:nvPr>
        </p:nvSpPr>
        <p:spPr>
          <a:xfrm>
            <a:off x="1484310" y="1066801"/>
            <a:ext cx="10018713" cy="790573"/>
          </a:xfrm>
          <a:prstGeom prst="rect">
            <a:avLst/>
          </a:prstGeom>
          <a:noFill/>
          <a:ln>
            <a:noFill/>
          </a:ln>
        </p:spPr>
        <p:txBody>
          <a:bodyPr spcFirstLastPara="1" wrap="square" lIns="91425" tIns="45700" rIns="91425" bIns="45700" anchor="t" anchorCtr="0">
            <a:normAutofit/>
          </a:bodyPr>
          <a:lstStyle/>
          <a:p>
            <a:pPr marL="285750" lvl="0" indent="-285750" algn="l" rtl="0">
              <a:lnSpc>
                <a:spcPct val="100000"/>
              </a:lnSpc>
              <a:spcBef>
                <a:spcPts val="0"/>
              </a:spcBef>
              <a:spcAft>
                <a:spcPts val="0"/>
              </a:spcAft>
              <a:buSzPts val="3480"/>
              <a:buChar char="•"/>
            </a:pPr>
            <a:r>
              <a:rPr lang="en-US" sz="2800" b="1">
                <a:solidFill>
                  <a:srgbClr val="0070C0"/>
                </a:solidFill>
              </a:rPr>
              <a:t>ICMP DDOS attack – Packet magnification (or ICMP Smurf):</a:t>
            </a:r>
            <a:endParaRPr sz="2800" b="1">
              <a:solidFill>
                <a:srgbClr val="0070C0"/>
              </a:solidFill>
            </a:endParaRPr>
          </a:p>
          <a:p>
            <a:pPr marL="285750" lvl="0" indent="-64770" algn="l" rtl="0">
              <a:lnSpc>
                <a:spcPct val="100000"/>
              </a:lnSpc>
              <a:spcBef>
                <a:spcPts val="1080"/>
              </a:spcBef>
              <a:spcAft>
                <a:spcPts val="0"/>
              </a:spcAft>
              <a:buSzPts val="3480"/>
              <a:buNone/>
            </a:pPr>
            <a:endParaRPr/>
          </a:p>
        </p:txBody>
      </p:sp>
      <p:pic>
        <p:nvPicPr>
          <p:cNvPr id="1936" name="Google Shape;1936;p23"/>
          <p:cNvPicPr preferRelativeResize="0"/>
          <p:nvPr/>
        </p:nvPicPr>
        <p:blipFill rotWithShape="1">
          <a:blip r:embed="rId4">
            <a:alphaModFix/>
          </a:blip>
          <a:srcRect/>
          <a:stretch/>
        </p:blipFill>
        <p:spPr>
          <a:xfrm>
            <a:off x="11029276" y="0"/>
            <a:ext cx="1162724" cy="1066799"/>
          </a:xfrm>
          <a:prstGeom prst="rect">
            <a:avLst/>
          </a:prstGeom>
          <a:noFill/>
          <a:ln>
            <a:noFill/>
          </a:ln>
        </p:spPr>
      </p:pic>
      <p:sp>
        <p:nvSpPr>
          <p:cNvPr id="1937" name="Google Shape;1937;p23" descr="Smurf (ICMP flood) attack. | Download Scientific Diagram"/>
          <p:cNvSpPr/>
          <p:nvPr/>
        </p:nvSpPr>
        <p:spPr>
          <a:xfrm>
            <a:off x="2436958" y="5268046"/>
            <a:ext cx="184519" cy="1845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38" name="Google Shape;1938;p23"/>
          <p:cNvPicPr preferRelativeResize="0"/>
          <p:nvPr/>
        </p:nvPicPr>
        <p:blipFill rotWithShape="1">
          <a:blip r:embed="rId5">
            <a:alphaModFix/>
          </a:blip>
          <a:srcRect/>
          <a:stretch/>
        </p:blipFill>
        <p:spPr>
          <a:xfrm>
            <a:off x="4573906" y="5459864"/>
            <a:ext cx="6153150" cy="771525"/>
          </a:xfrm>
          <a:prstGeom prst="rect">
            <a:avLst/>
          </a:prstGeom>
          <a:noFill/>
          <a:ln>
            <a:noFill/>
          </a:ln>
        </p:spPr>
      </p:pic>
      <p:pic>
        <p:nvPicPr>
          <p:cNvPr id="1939" name="Google Shape;1939;p23"/>
          <p:cNvPicPr preferRelativeResize="0"/>
          <p:nvPr/>
        </p:nvPicPr>
        <p:blipFill rotWithShape="1">
          <a:blip r:embed="rId6">
            <a:alphaModFix/>
          </a:blip>
          <a:srcRect/>
          <a:stretch/>
        </p:blipFill>
        <p:spPr>
          <a:xfrm>
            <a:off x="10087203" y="2823666"/>
            <a:ext cx="771525" cy="2628900"/>
          </a:xfrm>
          <a:prstGeom prst="rect">
            <a:avLst/>
          </a:prstGeom>
          <a:noFill/>
          <a:ln>
            <a:noFill/>
          </a:ln>
        </p:spPr>
      </p:pic>
      <p:pic>
        <p:nvPicPr>
          <p:cNvPr id="1940" name="Google Shape;1940;p23"/>
          <p:cNvPicPr preferRelativeResize="0"/>
          <p:nvPr/>
        </p:nvPicPr>
        <p:blipFill rotWithShape="1">
          <a:blip r:embed="rId7">
            <a:alphaModFix/>
          </a:blip>
          <a:srcRect/>
          <a:stretch/>
        </p:blipFill>
        <p:spPr>
          <a:xfrm>
            <a:off x="4612640" y="4942572"/>
            <a:ext cx="4466046" cy="598553"/>
          </a:xfrm>
          <a:prstGeom prst="rect">
            <a:avLst/>
          </a:prstGeom>
          <a:noFill/>
          <a:ln>
            <a:noFill/>
          </a:ln>
        </p:spPr>
      </p:pic>
      <p:pic>
        <p:nvPicPr>
          <p:cNvPr id="1941" name="Google Shape;1941;p23"/>
          <p:cNvPicPr preferRelativeResize="0"/>
          <p:nvPr/>
        </p:nvPicPr>
        <p:blipFill rotWithShape="1">
          <a:blip r:embed="rId8">
            <a:alphaModFix/>
          </a:blip>
          <a:srcRect/>
          <a:stretch/>
        </p:blipFill>
        <p:spPr>
          <a:xfrm>
            <a:off x="8752114" y="2941233"/>
            <a:ext cx="523717" cy="1962150"/>
          </a:xfrm>
          <a:prstGeom prst="rect">
            <a:avLst/>
          </a:prstGeom>
          <a:noFill/>
          <a:ln>
            <a:noFill/>
          </a:ln>
        </p:spPr>
      </p:pic>
      <p:pic>
        <p:nvPicPr>
          <p:cNvPr id="1942" name="Google Shape;1942;p23"/>
          <p:cNvPicPr preferRelativeResize="0"/>
          <p:nvPr/>
        </p:nvPicPr>
        <p:blipFill rotWithShape="1">
          <a:blip r:embed="rId9">
            <a:alphaModFix/>
          </a:blip>
          <a:srcRect/>
          <a:stretch/>
        </p:blipFill>
        <p:spPr>
          <a:xfrm>
            <a:off x="4612640" y="2726049"/>
            <a:ext cx="2076450" cy="2152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46"/>
        <p:cNvGrpSpPr/>
        <p:nvPr/>
      </p:nvGrpSpPr>
      <p:grpSpPr>
        <a:xfrm>
          <a:off x="0" y="0"/>
          <a:ext cx="0" cy="0"/>
          <a:chOff x="0" y="0"/>
          <a:chExt cx="0" cy="0"/>
        </a:xfrm>
      </p:grpSpPr>
      <p:sp>
        <p:nvSpPr>
          <p:cNvPr id="1947" name="Google Shape;1947;p3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US"/>
              <a:t>36</a:t>
            </a:fld>
            <a:endParaRPr/>
          </a:p>
        </p:txBody>
      </p:sp>
      <p:grpSp>
        <p:nvGrpSpPr>
          <p:cNvPr id="1948" name="Google Shape;1948;p38"/>
          <p:cNvGrpSpPr/>
          <p:nvPr/>
        </p:nvGrpSpPr>
        <p:grpSpPr>
          <a:xfrm>
            <a:off x="1522105" y="2929304"/>
            <a:ext cx="3124200" cy="1219200"/>
            <a:chOff x="576" y="960"/>
            <a:chExt cx="1968" cy="768"/>
          </a:xfrm>
        </p:grpSpPr>
        <p:sp>
          <p:nvSpPr>
            <p:cNvPr id="1949" name="Google Shape;1949;p38"/>
            <p:cNvSpPr/>
            <p:nvPr/>
          </p:nvSpPr>
          <p:spPr>
            <a:xfrm>
              <a:off x="576" y="960"/>
              <a:ext cx="1968" cy="768"/>
            </a:xfrm>
            <a:prstGeom prst="ellipse">
              <a:avLst/>
            </a:prstGeom>
            <a:solidFill>
              <a:srgbClr val="FFFF99"/>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Helvetica Neue"/>
                <a:ea typeface="Helvetica Neue"/>
                <a:cs typeface="Helvetica Neue"/>
                <a:sym typeface="Helvetica Neue"/>
              </a:endParaRPr>
            </a:p>
          </p:txBody>
        </p:sp>
        <p:sp>
          <p:nvSpPr>
            <p:cNvPr id="1950" name="Google Shape;1950;p38"/>
            <p:cNvSpPr txBox="1"/>
            <p:nvPr/>
          </p:nvSpPr>
          <p:spPr>
            <a:xfrm>
              <a:off x="1123" y="1272"/>
              <a:ext cx="824" cy="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C0000"/>
                  </a:solidFill>
                  <a:latin typeface="Helvetica Neue"/>
                  <a:ea typeface="Helvetica Neue"/>
                  <a:cs typeface="Helvetica Neue"/>
                  <a:sym typeface="Helvetica Neue"/>
                </a:rPr>
                <a:t>MTU = 4000</a:t>
              </a:r>
              <a:endParaRPr sz="1400" b="0" i="0" u="none" strike="noStrike" cap="none">
                <a:solidFill>
                  <a:srgbClr val="000000"/>
                </a:solidFill>
                <a:latin typeface="Arial"/>
                <a:ea typeface="Arial"/>
                <a:cs typeface="Arial"/>
                <a:sym typeface="Arial"/>
              </a:endParaRPr>
            </a:p>
          </p:txBody>
        </p:sp>
      </p:grpSp>
      <p:sp>
        <p:nvSpPr>
          <p:cNvPr id="1951" name="Google Shape;1951;p38"/>
          <p:cNvSpPr txBox="1">
            <a:spLocks noGrp="1"/>
          </p:cNvSpPr>
          <p:nvPr>
            <p:ph type="title"/>
          </p:nvPr>
        </p:nvSpPr>
        <p:spPr>
          <a:xfrm>
            <a:off x="1432562" y="-204132"/>
            <a:ext cx="10018713" cy="18665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4400"/>
              <a:t>IP MTU Discovery with ICMP</a:t>
            </a:r>
            <a:endParaRPr/>
          </a:p>
        </p:txBody>
      </p:sp>
      <p:sp>
        <p:nvSpPr>
          <p:cNvPr id="1952" name="Google Shape;1952;p38"/>
          <p:cNvSpPr/>
          <p:nvPr/>
        </p:nvSpPr>
        <p:spPr>
          <a:xfrm>
            <a:off x="6998648" y="2741414"/>
            <a:ext cx="3802701" cy="928668"/>
          </a:xfrm>
          <a:prstGeom prst="ellipse">
            <a:avLst/>
          </a:prstGeom>
          <a:solidFill>
            <a:srgbClr val="CCFF99"/>
          </a:solidFill>
          <a:ln w="1905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3" name="Google Shape;1953;p38"/>
          <p:cNvSpPr/>
          <p:nvPr/>
        </p:nvSpPr>
        <p:spPr>
          <a:xfrm>
            <a:off x="4572000" y="3060203"/>
            <a:ext cx="2530476" cy="663417"/>
          </a:xfrm>
          <a:prstGeom prst="ellipse">
            <a:avLst/>
          </a:prstGeom>
          <a:solidFill>
            <a:srgbClr val="66FFFF">
              <a:alpha val="49019"/>
            </a:srgbClr>
          </a:solidFill>
          <a:ln w="1905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4" name="Google Shape;1954;p38"/>
          <p:cNvSpPr/>
          <p:nvPr/>
        </p:nvSpPr>
        <p:spPr>
          <a:xfrm>
            <a:off x="912809" y="3103453"/>
            <a:ext cx="1039507" cy="400110"/>
          </a:xfrm>
          <a:prstGeom prst="rect">
            <a:avLst/>
          </a:prstGeom>
          <a:solidFill>
            <a:srgbClr val="CC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host</a:t>
            </a:r>
            <a:endParaRPr sz="1800" b="1" i="0" u="none" strike="noStrike" cap="none">
              <a:solidFill>
                <a:srgbClr val="000000"/>
              </a:solidFill>
              <a:latin typeface="Helvetica Neue"/>
              <a:ea typeface="Helvetica Neue"/>
              <a:cs typeface="Helvetica Neue"/>
              <a:sym typeface="Helvetica Neue"/>
            </a:endParaRPr>
          </a:p>
        </p:txBody>
      </p:sp>
      <p:sp>
        <p:nvSpPr>
          <p:cNvPr id="1955" name="Google Shape;1955;p38"/>
          <p:cNvSpPr/>
          <p:nvPr/>
        </p:nvSpPr>
        <p:spPr>
          <a:xfrm>
            <a:off x="9504670" y="2720060"/>
            <a:ext cx="1122055" cy="400110"/>
          </a:xfrm>
          <a:prstGeom prst="rect">
            <a:avLst/>
          </a:prstGeom>
          <a:solidFill>
            <a:srgbClr val="CC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host</a:t>
            </a:r>
            <a:endParaRPr sz="1400" b="0" i="0" u="none" strike="noStrike" cap="none">
              <a:solidFill>
                <a:srgbClr val="000000"/>
              </a:solidFill>
              <a:latin typeface="Arial"/>
              <a:ea typeface="Arial"/>
              <a:cs typeface="Arial"/>
              <a:sym typeface="Arial"/>
            </a:endParaRPr>
          </a:p>
        </p:txBody>
      </p:sp>
      <p:sp>
        <p:nvSpPr>
          <p:cNvPr id="1956" name="Google Shape;1956;p38"/>
          <p:cNvSpPr/>
          <p:nvPr/>
        </p:nvSpPr>
        <p:spPr>
          <a:xfrm>
            <a:off x="6248399" y="3048000"/>
            <a:ext cx="1050923" cy="643436"/>
          </a:xfrm>
          <a:prstGeom prst="roundRect">
            <a:avLst>
              <a:gd name="adj" fmla="val 16667"/>
            </a:avLst>
          </a:prstGeom>
          <a:solidFill>
            <a:srgbClr val="FF99CC"/>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router</a:t>
            </a:r>
            <a:endParaRPr sz="1400" b="1" i="0" u="none" strike="noStrike" cap="none">
              <a:solidFill>
                <a:srgbClr val="000000"/>
              </a:solidFill>
              <a:latin typeface="Helvetica Neue"/>
              <a:ea typeface="Helvetica Neue"/>
              <a:cs typeface="Helvetica Neue"/>
              <a:sym typeface="Helvetica Neue"/>
            </a:endParaRPr>
          </a:p>
        </p:txBody>
      </p:sp>
      <p:sp>
        <p:nvSpPr>
          <p:cNvPr id="1957" name="Google Shape;1957;p38"/>
          <p:cNvSpPr txBox="1"/>
          <p:nvPr/>
        </p:nvSpPr>
        <p:spPr>
          <a:xfrm>
            <a:off x="8157049" y="3269972"/>
            <a:ext cx="160172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C0000"/>
                </a:solidFill>
                <a:latin typeface="Helvetica Neue"/>
                <a:ea typeface="Helvetica Neue"/>
                <a:cs typeface="Helvetica Neue"/>
                <a:sym typeface="Helvetica Neue"/>
              </a:rPr>
              <a:t>MTU = 1500</a:t>
            </a:r>
            <a:endParaRPr sz="1400" b="0" i="0" u="none" strike="noStrike" cap="none">
              <a:solidFill>
                <a:srgbClr val="000000"/>
              </a:solidFill>
              <a:latin typeface="Arial"/>
              <a:ea typeface="Arial"/>
              <a:cs typeface="Arial"/>
              <a:sym typeface="Arial"/>
            </a:endParaRPr>
          </a:p>
        </p:txBody>
      </p:sp>
      <p:sp>
        <p:nvSpPr>
          <p:cNvPr id="1958" name="Google Shape;1958;p38"/>
          <p:cNvSpPr txBox="1"/>
          <p:nvPr/>
        </p:nvSpPr>
        <p:spPr>
          <a:xfrm>
            <a:off x="5027599" y="2698390"/>
            <a:ext cx="16979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CC0000"/>
                </a:solidFill>
                <a:latin typeface="Helvetica Neue"/>
                <a:ea typeface="Helvetica Neue"/>
                <a:cs typeface="Helvetica Neue"/>
                <a:sym typeface="Helvetica Neue"/>
              </a:rPr>
              <a:t>MTU = 2000</a:t>
            </a:r>
            <a:endParaRPr sz="1400" b="0" i="0" u="none" strike="noStrike" cap="none">
              <a:solidFill>
                <a:srgbClr val="000000"/>
              </a:solidFill>
              <a:latin typeface="Arial"/>
              <a:ea typeface="Arial"/>
              <a:cs typeface="Arial"/>
              <a:sym typeface="Arial"/>
            </a:endParaRPr>
          </a:p>
        </p:txBody>
      </p:sp>
      <p:grpSp>
        <p:nvGrpSpPr>
          <p:cNvPr id="1959" name="Google Shape;1959;p38"/>
          <p:cNvGrpSpPr/>
          <p:nvPr/>
        </p:nvGrpSpPr>
        <p:grpSpPr>
          <a:xfrm>
            <a:off x="170346" y="4322652"/>
            <a:ext cx="3563939" cy="955675"/>
            <a:chOff x="851" y="1831"/>
            <a:chExt cx="2245" cy="602"/>
          </a:xfrm>
        </p:grpSpPr>
        <p:sp>
          <p:nvSpPr>
            <p:cNvPr id="1960" name="Google Shape;1960;p38"/>
            <p:cNvSpPr/>
            <p:nvPr/>
          </p:nvSpPr>
          <p:spPr>
            <a:xfrm flipH="1">
              <a:off x="1056" y="2064"/>
              <a:ext cx="1116" cy="369"/>
            </a:xfrm>
            <a:prstGeom prst="rect">
              <a:avLst/>
            </a:prstGeom>
            <a:solidFill>
              <a:srgbClr val="0B598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IP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Packet</a:t>
              </a:r>
              <a:endParaRPr sz="1400" b="0" i="0" u="none" strike="noStrike" cap="none">
                <a:solidFill>
                  <a:srgbClr val="CCFFCC"/>
                </a:solidFill>
                <a:latin typeface="Helvetica Neue"/>
                <a:ea typeface="Helvetica Neue"/>
                <a:cs typeface="Helvetica Neue"/>
                <a:sym typeface="Helvetica Neue"/>
              </a:endParaRPr>
            </a:p>
          </p:txBody>
        </p:sp>
        <p:sp>
          <p:nvSpPr>
            <p:cNvPr id="1961" name="Google Shape;1961;p38"/>
            <p:cNvSpPr txBox="1"/>
            <p:nvPr/>
          </p:nvSpPr>
          <p:spPr>
            <a:xfrm>
              <a:off x="851" y="1831"/>
              <a:ext cx="2245" cy="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Helvetica Neue"/>
                  <a:ea typeface="Helvetica Neue"/>
                  <a:cs typeface="Helvetica Neue"/>
                  <a:sym typeface="Helvetica Neue"/>
                </a:rPr>
                <a:t>Length = 4000, Don’t Fragment</a:t>
              </a:r>
              <a:endParaRPr sz="1400" b="0" i="0" u="none" strike="noStrike" cap="none">
                <a:solidFill>
                  <a:srgbClr val="000000"/>
                </a:solidFill>
                <a:latin typeface="Arial"/>
                <a:ea typeface="Arial"/>
                <a:cs typeface="Arial"/>
                <a:sym typeface="Arial"/>
              </a:endParaRPr>
            </a:p>
          </p:txBody>
        </p:sp>
      </p:grpSp>
      <p:sp>
        <p:nvSpPr>
          <p:cNvPr id="1962" name="Google Shape;1962;p38"/>
          <p:cNvSpPr/>
          <p:nvPr/>
        </p:nvSpPr>
        <p:spPr>
          <a:xfrm>
            <a:off x="4065586" y="3093273"/>
            <a:ext cx="1050924" cy="663417"/>
          </a:xfrm>
          <a:prstGeom prst="roundRect">
            <a:avLst>
              <a:gd name="adj" fmla="val 16667"/>
            </a:avLst>
          </a:prstGeom>
          <a:solidFill>
            <a:srgbClr val="FF99CC"/>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router</a:t>
            </a:r>
            <a:endParaRPr sz="1400" b="1" i="0" u="none" strike="noStrike" cap="none">
              <a:solidFill>
                <a:srgbClr val="000000"/>
              </a:solidFill>
              <a:latin typeface="Helvetica Neue"/>
              <a:ea typeface="Helvetica Neue"/>
              <a:cs typeface="Helvetica Neue"/>
              <a:sym typeface="Helvetica Neue"/>
            </a:endParaRPr>
          </a:p>
        </p:txBody>
      </p:sp>
      <p:grpSp>
        <p:nvGrpSpPr>
          <p:cNvPr id="1963" name="Google Shape;1963;p38"/>
          <p:cNvGrpSpPr/>
          <p:nvPr/>
        </p:nvGrpSpPr>
        <p:grpSpPr>
          <a:xfrm>
            <a:off x="2687330" y="1857624"/>
            <a:ext cx="2245019" cy="1379279"/>
            <a:chOff x="576" y="1440"/>
            <a:chExt cx="1075" cy="884"/>
          </a:xfrm>
        </p:grpSpPr>
        <p:sp>
          <p:nvSpPr>
            <p:cNvPr id="1964" name="Google Shape;1964;p38"/>
            <p:cNvSpPr/>
            <p:nvPr/>
          </p:nvSpPr>
          <p:spPr>
            <a:xfrm>
              <a:off x="1440" y="1648"/>
              <a:ext cx="211" cy="676"/>
            </a:xfrm>
            <a:custGeom>
              <a:avLst/>
              <a:gdLst/>
              <a:ahLst/>
              <a:cxnLst/>
              <a:rect l="l" t="t" r="r" b="b"/>
              <a:pathLst>
                <a:path w="816" h="512" extrusionOk="0">
                  <a:moveTo>
                    <a:pt x="816" y="512"/>
                  </a:moveTo>
                  <a:cubicBezTo>
                    <a:pt x="752" y="440"/>
                    <a:pt x="568" y="160"/>
                    <a:pt x="432" y="80"/>
                  </a:cubicBezTo>
                  <a:cubicBezTo>
                    <a:pt x="296" y="0"/>
                    <a:pt x="90" y="42"/>
                    <a:pt x="0" y="32"/>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5" name="Google Shape;1965;p38"/>
            <p:cNvSpPr/>
            <p:nvPr/>
          </p:nvSpPr>
          <p:spPr>
            <a:xfrm flipH="1">
              <a:off x="576" y="1440"/>
              <a:ext cx="864" cy="480"/>
            </a:xfrm>
            <a:prstGeom prst="rect">
              <a:avLst/>
            </a:prstGeom>
            <a:solidFill>
              <a:srgbClr val="3333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00"/>
                  </a:solidFill>
                  <a:latin typeface="Helvetica Neue"/>
                  <a:ea typeface="Helvetica Neue"/>
                  <a:cs typeface="Helvetica Neue"/>
                  <a:sym typeface="Helvetica Neue"/>
                </a:rPr>
                <a:t>Sends ICMP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00"/>
                  </a:solidFill>
                  <a:latin typeface="Helvetica Neue"/>
                  <a:ea typeface="Helvetica Neue"/>
                  <a:cs typeface="Helvetica Neue"/>
                  <a:sym typeface="Helvetica Neue"/>
                </a:rPr>
                <a:t>Frag. Needed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00"/>
                  </a:solidFill>
                  <a:latin typeface="Helvetica Neue"/>
                  <a:ea typeface="Helvetica Neue"/>
                  <a:cs typeface="Helvetica Neue"/>
                  <a:sym typeface="Helvetica Neue"/>
                </a:rPr>
                <a:t>MTU = 2000</a:t>
              </a:r>
              <a:endParaRPr sz="1400" b="0" i="0" u="none" strike="noStrike" cap="none">
                <a:solidFill>
                  <a:srgbClr val="FFFF00"/>
                </a:solidFill>
                <a:latin typeface="Helvetica Neue"/>
                <a:ea typeface="Helvetica Neue"/>
                <a:cs typeface="Helvetica Neue"/>
                <a:sym typeface="Helvetica Neue"/>
              </a:endParaRPr>
            </a:p>
          </p:txBody>
        </p:sp>
      </p:grpSp>
      <p:sp>
        <p:nvSpPr>
          <p:cNvPr id="1966" name="Google Shape;1966;p38"/>
          <p:cNvSpPr/>
          <p:nvPr/>
        </p:nvSpPr>
        <p:spPr>
          <a:xfrm>
            <a:off x="1952316" y="3269973"/>
            <a:ext cx="2129943" cy="69882"/>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7" name="Google Shape;1967;p38"/>
          <p:cNvSpPr/>
          <p:nvPr/>
        </p:nvSpPr>
        <p:spPr>
          <a:xfrm>
            <a:off x="5116510" y="3339854"/>
            <a:ext cx="1165228" cy="45719"/>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8" name="Google Shape;1968;p38"/>
          <p:cNvSpPr/>
          <p:nvPr/>
        </p:nvSpPr>
        <p:spPr>
          <a:xfrm>
            <a:off x="7197726" y="2883396"/>
            <a:ext cx="2306944" cy="456458"/>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9" name="Google Shape;1969;p38"/>
          <p:cNvSpPr txBox="1"/>
          <p:nvPr/>
        </p:nvSpPr>
        <p:spPr>
          <a:xfrm>
            <a:off x="2647179" y="1252420"/>
            <a:ext cx="18846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7D28CD"/>
                </a:solidFill>
                <a:latin typeface="Arial"/>
                <a:ea typeface="Arial"/>
                <a:cs typeface="Arial"/>
                <a:sym typeface="Arial"/>
              </a:rPr>
              <a:t>Router drops the packet and </a:t>
            </a:r>
            <a:endParaRPr sz="1400" b="1" i="0" u="none" strike="noStrike" cap="none">
              <a:solidFill>
                <a:srgbClr val="7D28CD"/>
              </a:solidFill>
              <a:latin typeface="Arial"/>
              <a:ea typeface="Arial"/>
              <a:cs typeface="Arial"/>
              <a:sym typeface="Arial"/>
            </a:endParaRPr>
          </a:p>
        </p:txBody>
      </p:sp>
      <p:sp>
        <p:nvSpPr>
          <p:cNvPr id="1970" name="Google Shape;1970;p38"/>
          <p:cNvSpPr/>
          <p:nvPr/>
        </p:nvSpPr>
        <p:spPr>
          <a:xfrm flipH="1">
            <a:off x="4343581" y="3961763"/>
            <a:ext cx="588768" cy="296892"/>
          </a:xfrm>
          <a:prstGeom prst="rect">
            <a:avLst/>
          </a:prstGeom>
          <a:solidFill>
            <a:srgbClr val="0B598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1400" b="0" i="0" u="none" strike="noStrike" cap="none">
                <a:solidFill>
                  <a:srgbClr val="CCFFCC"/>
                </a:solidFill>
                <a:latin typeface="Helvetica Neue"/>
                <a:ea typeface="Helvetica Neue"/>
                <a:cs typeface="Helvetica Neue"/>
                <a:sym typeface="Helvetica Neue"/>
              </a:rPr>
              <a:t>4000</a:t>
            </a:r>
            <a:endParaRPr sz="1400" b="0" i="0" u="none" strike="noStrike" cap="none">
              <a:solidFill>
                <a:srgbClr val="CCFFCC"/>
              </a:solidFill>
              <a:latin typeface="Helvetica Neue"/>
              <a:ea typeface="Helvetica Neue"/>
              <a:cs typeface="Helvetica Neue"/>
              <a:sym typeface="Helvetica Neue"/>
            </a:endParaRPr>
          </a:p>
        </p:txBody>
      </p:sp>
      <p:sp>
        <p:nvSpPr>
          <p:cNvPr id="1971" name="Google Shape;1971;p38"/>
          <p:cNvSpPr/>
          <p:nvPr/>
        </p:nvSpPr>
        <p:spPr>
          <a:xfrm flipH="1">
            <a:off x="4189169" y="2959595"/>
            <a:ext cx="422355" cy="333492"/>
          </a:xfrm>
          <a:prstGeom prst="rect">
            <a:avLst/>
          </a:prstGeom>
          <a:solidFill>
            <a:srgbClr val="3333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400" b="0" i="0" u="none" strike="noStrike" cap="none">
              <a:solidFill>
                <a:srgbClr val="FFFF00"/>
              </a:solidFill>
              <a:latin typeface="Helvetica Neue"/>
              <a:ea typeface="Helvetica Neue"/>
              <a:cs typeface="Helvetica Neue"/>
              <a:sym typeface="Helvetica Neue"/>
            </a:endParaRPr>
          </a:p>
        </p:txBody>
      </p:sp>
      <p:pic>
        <p:nvPicPr>
          <p:cNvPr id="1972" name="Google Shape;1972;p38"/>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959"/>
                                        </p:tgtEl>
                                      </p:cBhvr>
                                    </p:animEffect>
                                    <p:set>
                                      <p:cBhvr>
                                        <p:cTn id="11" dur="1" fill="hold">
                                          <p:stCondLst>
                                            <p:cond delay="500"/>
                                          </p:stCondLst>
                                        </p:cTn>
                                        <p:tgtEl>
                                          <p:spTgt spid="195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7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6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96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9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76"/>
        <p:cNvGrpSpPr/>
        <p:nvPr/>
      </p:nvGrpSpPr>
      <p:grpSpPr>
        <a:xfrm>
          <a:off x="0" y="0"/>
          <a:ext cx="0" cy="0"/>
          <a:chOff x="0" y="0"/>
          <a:chExt cx="0" cy="0"/>
        </a:xfrm>
      </p:grpSpPr>
      <p:sp>
        <p:nvSpPr>
          <p:cNvPr id="1977" name="Google Shape;1977;p3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US"/>
              <a:t>37</a:t>
            </a:fld>
            <a:endParaRPr/>
          </a:p>
        </p:txBody>
      </p:sp>
      <p:grpSp>
        <p:nvGrpSpPr>
          <p:cNvPr id="1978" name="Google Shape;1978;p39"/>
          <p:cNvGrpSpPr/>
          <p:nvPr/>
        </p:nvGrpSpPr>
        <p:grpSpPr>
          <a:xfrm>
            <a:off x="1565100" y="2951507"/>
            <a:ext cx="3124200" cy="1219200"/>
            <a:chOff x="576" y="960"/>
            <a:chExt cx="1968" cy="768"/>
          </a:xfrm>
        </p:grpSpPr>
        <p:sp>
          <p:nvSpPr>
            <p:cNvPr id="1979" name="Google Shape;1979;p39"/>
            <p:cNvSpPr/>
            <p:nvPr/>
          </p:nvSpPr>
          <p:spPr>
            <a:xfrm>
              <a:off x="576" y="960"/>
              <a:ext cx="1968" cy="768"/>
            </a:xfrm>
            <a:prstGeom prst="ellipse">
              <a:avLst/>
            </a:prstGeom>
            <a:solidFill>
              <a:srgbClr val="FFFF99"/>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Helvetica Neue"/>
                <a:ea typeface="Helvetica Neue"/>
                <a:cs typeface="Helvetica Neue"/>
                <a:sym typeface="Helvetica Neue"/>
              </a:endParaRPr>
            </a:p>
          </p:txBody>
        </p:sp>
        <p:sp>
          <p:nvSpPr>
            <p:cNvPr id="1980" name="Google Shape;1980;p39"/>
            <p:cNvSpPr txBox="1"/>
            <p:nvPr/>
          </p:nvSpPr>
          <p:spPr>
            <a:xfrm>
              <a:off x="1037" y="1258"/>
              <a:ext cx="824" cy="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C0000"/>
                  </a:solidFill>
                  <a:latin typeface="Helvetica Neue"/>
                  <a:ea typeface="Helvetica Neue"/>
                  <a:cs typeface="Helvetica Neue"/>
                  <a:sym typeface="Helvetica Neue"/>
                </a:rPr>
                <a:t>MTU = 4000</a:t>
              </a:r>
              <a:endParaRPr sz="1400" b="0" i="0" u="none" strike="noStrike" cap="none">
                <a:solidFill>
                  <a:srgbClr val="000000"/>
                </a:solidFill>
                <a:latin typeface="Arial"/>
                <a:ea typeface="Arial"/>
                <a:cs typeface="Arial"/>
                <a:sym typeface="Arial"/>
              </a:endParaRPr>
            </a:p>
          </p:txBody>
        </p:sp>
      </p:grpSp>
      <p:sp>
        <p:nvSpPr>
          <p:cNvPr id="1981" name="Google Shape;1981;p39"/>
          <p:cNvSpPr txBox="1">
            <a:spLocks noGrp="1"/>
          </p:cNvSpPr>
          <p:nvPr>
            <p:ph type="title"/>
          </p:nvPr>
        </p:nvSpPr>
        <p:spPr>
          <a:xfrm>
            <a:off x="1558132" y="0"/>
            <a:ext cx="10018713" cy="123893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4400"/>
              <a:t>IP MTU Discovery with ICMP</a:t>
            </a:r>
            <a:endParaRPr/>
          </a:p>
        </p:txBody>
      </p:sp>
      <p:sp>
        <p:nvSpPr>
          <p:cNvPr id="1982" name="Google Shape;1982;p39"/>
          <p:cNvSpPr/>
          <p:nvPr/>
        </p:nvSpPr>
        <p:spPr>
          <a:xfrm>
            <a:off x="6998648" y="2741414"/>
            <a:ext cx="3802701" cy="928668"/>
          </a:xfrm>
          <a:prstGeom prst="ellipse">
            <a:avLst/>
          </a:prstGeom>
          <a:solidFill>
            <a:srgbClr val="CCFF99"/>
          </a:solidFill>
          <a:ln w="1905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3" name="Google Shape;1983;p39"/>
          <p:cNvSpPr/>
          <p:nvPr/>
        </p:nvSpPr>
        <p:spPr>
          <a:xfrm>
            <a:off x="4572000" y="3060203"/>
            <a:ext cx="2530476" cy="663417"/>
          </a:xfrm>
          <a:prstGeom prst="ellipse">
            <a:avLst/>
          </a:prstGeom>
          <a:solidFill>
            <a:srgbClr val="66FFFF">
              <a:alpha val="49019"/>
            </a:srgbClr>
          </a:solidFill>
          <a:ln w="1905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4" name="Google Shape;1984;p39"/>
          <p:cNvSpPr/>
          <p:nvPr/>
        </p:nvSpPr>
        <p:spPr>
          <a:xfrm>
            <a:off x="912809" y="3103453"/>
            <a:ext cx="1039507" cy="400110"/>
          </a:xfrm>
          <a:prstGeom prst="rect">
            <a:avLst/>
          </a:prstGeom>
          <a:solidFill>
            <a:srgbClr val="CC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host</a:t>
            </a:r>
            <a:endParaRPr sz="1800" b="1" i="0" u="none" strike="noStrike" cap="none">
              <a:solidFill>
                <a:srgbClr val="000000"/>
              </a:solidFill>
              <a:latin typeface="Helvetica Neue"/>
              <a:ea typeface="Helvetica Neue"/>
              <a:cs typeface="Helvetica Neue"/>
              <a:sym typeface="Helvetica Neue"/>
            </a:endParaRPr>
          </a:p>
        </p:txBody>
      </p:sp>
      <p:sp>
        <p:nvSpPr>
          <p:cNvPr id="1985" name="Google Shape;1985;p39"/>
          <p:cNvSpPr/>
          <p:nvPr/>
        </p:nvSpPr>
        <p:spPr>
          <a:xfrm>
            <a:off x="9504670" y="2720060"/>
            <a:ext cx="1122055" cy="400110"/>
          </a:xfrm>
          <a:prstGeom prst="rect">
            <a:avLst/>
          </a:prstGeom>
          <a:solidFill>
            <a:srgbClr val="CC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host</a:t>
            </a:r>
            <a:endParaRPr sz="1400" b="0" i="0" u="none" strike="noStrike" cap="none">
              <a:solidFill>
                <a:srgbClr val="000000"/>
              </a:solidFill>
              <a:latin typeface="Arial"/>
              <a:ea typeface="Arial"/>
              <a:cs typeface="Arial"/>
              <a:sym typeface="Arial"/>
            </a:endParaRPr>
          </a:p>
        </p:txBody>
      </p:sp>
      <p:sp>
        <p:nvSpPr>
          <p:cNvPr id="1986" name="Google Shape;1986;p39"/>
          <p:cNvSpPr/>
          <p:nvPr/>
        </p:nvSpPr>
        <p:spPr>
          <a:xfrm>
            <a:off x="6248399" y="3048000"/>
            <a:ext cx="1050923" cy="643436"/>
          </a:xfrm>
          <a:prstGeom prst="roundRect">
            <a:avLst>
              <a:gd name="adj" fmla="val 16667"/>
            </a:avLst>
          </a:prstGeom>
          <a:solidFill>
            <a:srgbClr val="FF99CC"/>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router</a:t>
            </a:r>
            <a:endParaRPr sz="1400" b="1" i="0" u="none" strike="noStrike" cap="none">
              <a:solidFill>
                <a:srgbClr val="000000"/>
              </a:solidFill>
              <a:latin typeface="Helvetica Neue"/>
              <a:ea typeface="Helvetica Neue"/>
              <a:cs typeface="Helvetica Neue"/>
              <a:sym typeface="Helvetica Neue"/>
            </a:endParaRPr>
          </a:p>
        </p:txBody>
      </p:sp>
      <p:sp>
        <p:nvSpPr>
          <p:cNvPr id="1987" name="Google Shape;1987;p39"/>
          <p:cNvSpPr txBox="1"/>
          <p:nvPr/>
        </p:nvSpPr>
        <p:spPr>
          <a:xfrm>
            <a:off x="8157049" y="3269972"/>
            <a:ext cx="160172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C0000"/>
                </a:solidFill>
                <a:latin typeface="Helvetica Neue"/>
                <a:ea typeface="Helvetica Neue"/>
                <a:cs typeface="Helvetica Neue"/>
                <a:sym typeface="Helvetica Neue"/>
              </a:rPr>
              <a:t>MTU = 1500</a:t>
            </a:r>
            <a:endParaRPr sz="1400" b="0" i="0" u="none" strike="noStrike" cap="none">
              <a:solidFill>
                <a:srgbClr val="000000"/>
              </a:solidFill>
              <a:latin typeface="Arial"/>
              <a:ea typeface="Arial"/>
              <a:cs typeface="Arial"/>
              <a:sym typeface="Arial"/>
            </a:endParaRPr>
          </a:p>
        </p:txBody>
      </p:sp>
      <p:sp>
        <p:nvSpPr>
          <p:cNvPr id="1988" name="Google Shape;1988;p39"/>
          <p:cNvSpPr txBox="1"/>
          <p:nvPr/>
        </p:nvSpPr>
        <p:spPr>
          <a:xfrm>
            <a:off x="5027599" y="2698390"/>
            <a:ext cx="16979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CC0000"/>
                </a:solidFill>
                <a:latin typeface="Helvetica Neue"/>
                <a:ea typeface="Helvetica Neue"/>
                <a:cs typeface="Helvetica Neue"/>
                <a:sym typeface="Helvetica Neue"/>
              </a:rPr>
              <a:t>MTU = 2000</a:t>
            </a:r>
            <a:endParaRPr sz="1400" b="0" i="0" u="none" strike="noStrike" cap="none">
              <a:solidFill>
                <a:srgbClr val="000000"/>
              </a:solidFill>
              <a:latin typeface="Arial"/>
              <a:ea typeface="Arial"/>
              <a:cs typeface="Arial"/>
              <a:sym typeface="Arial"/>
            </a:endParaRPr>
          </a:p>
        </p:txBody>
      </p:sp>
      <p:grpSp>
        <p:nvGrpSpPr>
          <p:cNvPr id="1989" name="Google Shape;1989;p39"/>
          <p:cNvGrpSpPr/>
          <p:nvPr/>
        </p:nvGrpSpPr>
        <p:grpSpPr>
          <a:xfrm>
            <a:off x="458856" y="4246148"/>
            <a:ext cx="3563939" cy="1038226"/>
            <a:chOff x="851" y="1831"/>
            <a:chExt cx="2245" cy="654"/>
          </a:xfrm>
        </p:grpSpPr>
        <p:sp>
          <p:nvSpPr>
            <p:cNvPr id="1990" name="Google Shape;1990;p39"/>
            <p:cNvSpPr/>
            <p:nvPr/>
          </p:nvSpPr>
          <p:spPr>
            <a:xfrm flipH="1">
              <a:off x="1056" y="2064"/>
              <a:ext cx="1283" cy="421"/>
            </a:xfrm>
            <a:prstGeom prst="rect">
              <a:avLst/>
            </a:prstGeom>
            <a:solidFill>
              <a:srgbClr val="0B598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IP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Packet</a:t>
              </a:r>
              <a:endParaRPr sz="1400" b="0" i="0" u="none" strike="noStrike" cap="none">
                <a:solidFill>
                  <a:srgbClr val="CCFFCC"/>
                </a:solidFill>
                <a:latin typeface="Helvetica Neue"/>
                <a:ea typeface="Helvetica Neue"/>
                <a:cs typeface="Helvetica Neue"/>
                <a:sym typeface="Helvetica Neue"/>
              </a:endParaRPr>
            </a:p>
          </p:txBody>
        </p:sp>
        <p:sp>
          <p:nvSpPr>
            <p:cNvPr id="1991" name="Google Shape;1991;p39"/>
            <p:cNvSpPr txBox="1"/>
            <p:nvPr/>
          </p:nvSpPr>
          <p:spPr>
            <a:xfrm>
              <a:off x="851" y="1831"/>
              <a:ext cx="2245" cy="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Helvetica Neue"/>
                  <a:ea typeface="Helvetica Neue"/>
                  <a:cs typeface="Helvetica Neue"/>
                  <a:sym typeface="Helvetica Neue"/>
                </a:rPr>
                <a:t>Length = 2000, Don’t Fragment</a:t>
              </a:r>
              <a:endParaRPr sz="1400" b="0" i="0" u="none" strike="noStrike" cap="none">
                <a:solidFill>
                  <a:srgbClr val="000000"/>
                </a:solidFill>
                <a:latin typeface="Arial"/>
                <a:ea typeface="Arial"/>
                <a:cs typeface="Arial"/>
                <a:sym typeface="Arial"/>
              </a:endParaRPr>
            </a:p>
          </p:txBody>
        </p:sp>
      </p:grpSp>
      <p:sp>
        <p:nvSpPr>
          <p:cNvPr id="1992" name="Google Shape;1992;p39"/>
          <p:cNvSpPr/>
          <p:nvPr/>
        </p:nvSpPr>
        <p:spPr>
          <a:xfrm>
            <a:off x="4065586" y="3093273"/>
            <a:ext cx="1050924" cy="663417"/>
          </a:xfrm>
          <a:prstGeom prst="roundRect">
            <a:avLst>
              <a:gd name="adj" fmla="val 16667"/>
            </a:avLst>
          </a:prstGeom>
          <a:solidFill>
            <a:srgbClr val="FF99CC"/>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router</a:t>
            </a:r>
            <a:endParaRPr sz="1400" b="1" i="0" u="none" strike="noStrike" cap="none">
              <a:solidFill>
                <a:srgbClr val="000000"/>
              </a:solidFill>
              <a:latin typeface="Helvetica Neue"/>
              <a:ea typeface="Helvetica Neue"/>
              <a:cs typeface="Helvetica Neue"/>
              <a:sym typeface="Helvetica Neue"/>
            </a:endParaRPr>
          </a:p>
        </p:txBody>
      </p:sp>
      <p:grpSp>
        <p:nvGrpSpPr>
          <p:cNvPr id="1993" name="Google Shape;1993;p39"/>
          <p:cNvGrpSpPr/>
          <p:nvPr/>
        </p:nvGrpSpPr>
        <p:grpSpPr>
          <a:xfrm>
            <a:off x="4617626" y="1655774"/>
            <a:ext cx="2245019" cy="1379279"/>
            <a:chOff x="576" y="1440"/>
            <a:chExt cx="1075" cy="884"/>
          </a:xfrm>
        </p:grpSpPr>
        <p:sp>
          <p:nvSpPr>
            <p:cNvPr id="1994" name="Google Shape;1994;p39"/>
            <p:cNvSpPr/>
            <p:nvPr/>
          </p:nvSpPr>
          <p:spPr>
            <a:xfrm>
              <a:off x="1440" y="1648"/>
              <a:ext cx="211" cy="676"/>
            </a:xfrm>
            <a:custGeom>
              <a:avLst/>
              <a:gdLst/>
              <a:ahLst/>
              <a:cxnLst/>
              <a:rect l="l" t="t" r="r" b="b"/>
              <a:pathLst>
                <a:path w="816" h="512" extrusionOk="0">
                  <a:moveTo>
                    <a:pt x="816" y="512"/>
                  </a:moveTo>
                  <a:cubicBezTo>
                    <a:pt x="752" y="440"/>
                    <a:pt x="568" y="160"/>
                    <a:pt x="432" y="80"/>
                  </a:cubicBezTo>
                  <a:cubicBezTo>
                    <a:pt x="296" y="0"/>
                    <a:pt x="90" y="42"/>
                    <a:pt x="0" y="32"/>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5" name="Google Shape;1995;p39"/>
            <p:cNvSpPr/>
            <p:nvPr/>
          </p:nvSpPr>
          <p:spPr>
            <a:xfrm flipH="1">
              <a:off x="576" y="1440"/>
              <a:ext cx="864" cy="480"/>
            </a:xfrm>
            <a:prstGeom prst="rect">
              <a:avLst/>
            </a:prstGeom>
            <a:solidFill>
              <a:srgbClr val="3333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00"/>
                  </a:solidFill>
                  <a:latin typeface="Helvetica Neue"/>
                  <a:ea typeface="Helvetica Neue"/>
                  <a:cs typeface="Helvetica Neue"/>
                  <a:sym typeface="Helvetica Neue"/>
                </a:rPr>
                <a:t>Sends ICMP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00"/>
                  </a:solidFill>
                  <a:latin typeface="Helvetica Neue"/>
                  <a:ea typeface="Helvetica Neue"/>
                  <a:cs typeface="Helvetica Neue"/>
                  <a:sym typeface="Helvetica Neue"/>
                </a:rPr>
                <a:t>Frag. Needed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00"/>
                  </a:solidFill>
                  <a:latin typeface="Helvetica Neue"/>
                  <a:ea typeface="Helvetica Neue"/>
                  <a:cs typeface="Helvetica Neue"/>
                  <a:sym typeface="Helvetica Neue"/>
                </a:rPr>
                <a:t>MTU = 1500</a:t>
              </a:r>
              <a:endParaRPr sz="1400" b="0" i="0" u="none" strike="noStrike" cap="none">
                <a:solidFill>
                  <a:srgbClr val="FFFF00"/>
                </a:solidFill>
                <a:latin typeface="Helvetica Neue"/>
                <a:ea typeface="Helvetica Neue"/>
                <a:cs typeface="Helvetica Neue"/>
                <a:sym typeface="Helvetica Neue"/>
              </a:endParaRPr>
            </a:p>
          </p:txBody>
        </p:sp>
      </p:grpSp>
      <p:sp>
        <p:nvSpPr>
          <p:cNvPr id="1996" name="Google Shape;1996;p39"/>
          <p:cNvSpPr/>
          <p:nvPr/>
        </p:nvSpPr>
        <p:spPr>
          <a:xfrm>
            <a:off x="1952316" y="3269973"/>
            <a:ext cx="2129943" cy="69882"/>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7" name="Google Shape;1997;p39"/>
          <p:cNvSpPr/>
          <p:nvPr/>
        </p:nvSpPr>
        <p:spPr>
          <a:xfrm>
            <a:off x="5116510" y="3339854"/>
            <a:ext cx="1165228" cy="45719"/>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8" name="Google Shape;1998;p39"/>
          <p:cNvSpPr/>
          <p:nvPr/>
        </p:nvSpPr>
        <p:spPr>
          <a:xfrm>
            <a:off x="7197726" y="2883396"/>
            <a:ext cx="2306944" cy="456458"/>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9" name="Google Shape;1999;p39"/>
          <p:cNvSpPr txBox="1"/>
          <p:nvPr/>
        </p:nvSpPr>
        <p:spPr>
          <a:xfrm>
            <a:off x="4617626" y="1119337"/>
            <a:ext cx="18846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7D28CD"/>
                </a:solidFill>
                <a:latin typeface="Arial"/>
                <a:ea typeface="Arial"/>
                <a:cs typeface="Arial"/>
                <a:sym typeface="Arial"/>
              </a:rPr>
              <a:t>Router drops the packet and </a:t>
            </a:r>
            <a:endParaRPr sz="1400" b="1" i="0" u="none" strike="noStrike" cap="none">
              <a:solidFill>
                <a:srgbClr val="7D28CD"/>
              </a:solidFill>
              <a:latin typeface="Arial"/>
              <a:ea typeface="Arial"/>
              <a:cs typeface="Arial"/>
              <a:sym typeface="Arial"/>
            </a:endParaRPr>
          </a:p>
        </p:txBody>
      </p:sp>
      <p:sp>
        <p:nvSpPr>
          <p:cNvPr id="2000" name="Google Shape;2000;p39"/>
          <p:cNvSpPr/>
          <p:nvPr/>
        </p:nvSpPr>
        <p:spPr>
          <a:xfrm flipH="1">
            <a:off x="1095834" y="2568922"/>
            <a:ext cx="876550" cy="445467"/>
          </a:xfrm>
          <a:prstGeom prst="rect">
            <a:avLst/>
          </a:prstGeom>
          <a:solidFill>
            <a:srgbClr val="0B598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2000</a:t>
            </a:r>
            <a:endParaRPr sz="1400" b="0" i="0" u="none" strike="noStrike" cap="none">
              <a:solidFill>
                <a:srgbClr val="000000"/>
              </a:solidFill>
              <a:latin typeface="Arial"/>
              <a:ea typeface="Arial"/>
              <a:cs typeface="Arial"/>
              <a:sym typeface="Arial"/>
            </a:endParaRPr>
          </a:p>
        </p:txBody>
      </p:sp>
      <p:sp>
        <p:nvSpPr>
          <p:cNvPr id="2001" name="Google Shape;2001;p39"/>
          <p:cNvSpPr/>
          <p:nvPr/>
        </p:nvSpPr>
        <p:spPr>
          <a:xfrm flipH="1">
            <a:off x="4355321" y="2925986"/>
            <a:ext cx="876550" cy="459587"/>
          </a:xfrm>
          <a:prstGeom prst="rect">
            <a:avLst/>
          </a:prstGeom>
          <a:solidFill>
            <a:srgbClr val="0B598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2000</a:t>
            </a:r>
            <a:endParaRPr sz="1400" b="0" i="0" u="none" strike="noStrike" cap="none">
              <a:solidFill>
                <a:srgbClr val="000000"/>
              </a:solidFill>
              <a:latin typeface="Arial"/>
              <a:ea typeface="Arial"/>
              <a:cs typeface="Arial"/>
              <a:sym typeface="Arial"/>
            </a:endParaRPr>
          </a:p>
        </p:txBody>
      </p:sp>
      <p:pic>
        <p:nvPicPr>
          <p:cNvPr id="2002" name="Google Shape;2002;p39"/>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989"/>
                                        </p:tgtEl>
                                      </p:cBhvr>
                                    </p:animEffect>
                                    <p:set>
                                      <p:cBhvr>
                                        <p:cTn id="11" dur="1" fill="hold">
                                          <p:stCondLst>
                                            <p:cond delay="500"/>
                                          </p:stCondLst>
                                        </p:cTn>
                                        <p:tgtEl>
                                          <p:spTgt spid="198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00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2000"/>
                                        </p:tgtEl>
                                      </p:cBhvr>
                                    </p:animEffect>
                                    <p:set>
                                      <p:cBhvr>
                                        <p:cTn id="20" dur="1" fill="hold">
                                          <p:stCondLst>
                                            <p:cond delay="500"/>
                                          </p:stCondLst>
                                        </p:cTn>
                                        <p:tgtEl>
                                          <p:spTgt spid="200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0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2001"/>
                                        </p:tgtEl>
                                      </p:cBhvr>
                                    </p:animEffect>
                                    <p:set>
                                      <p:cBhvr>
                                        <p:cTn id="29" dur="1" fill="hold">
                                          <p:stCondLst>
                                            <p:cond delay="500"/>
                                          </p:stCondLst>
                                        </p:cTn>
                                        <p:tgtEl>
                                          <p:spTgt spid="200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99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06"/>
        <p:cNvGrpSpPr/>
        <p:nvPr/>
      </p:nvGrpSpPr>
      <p:grpSpPr>
        <a:xfrm>
          <a:off x="0" y="0"/>
          <a:ext cx="0" cy="0"/>
          <a:chOff x="0" y="0"/>
          <a:chExt cx="0" cy="0"/>
        </a:xfrm>
      </p:grpSpPr>
      <p:sp>
        <p:nvSpPr>
          <p:cNvPr id="2007" name="Google Shape;2007;p6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US"/>
              <a:t>38</a:t>
            </a:fld>
            <a:endParaRPr/>
          </a:p>
        </p:txBody>
      </p:sp>
      <p:grpSp>
        <p:nvGrpSpPr>
          <p:cNvPr id="2008" name="Google Shape;2008;p60"/>
          <p:cNvGrpSpPr/>
          <p:nvPr/>
        </p:nvGrpSpPr>
        <p:grpSpPr>
          <a:xfrm>
            <a:off x="1558132" y="2860427"/>
            <a:ext cx="3124200" cy="1219200"/>
            <a:chOff x="576" y="960"/>
            <a:chExt cx="1968" cy="768"/>
          </a:xfrm>
        </p:grpSpPr>
        <p:sp>
          <p:nvSpPr>
            <p:cNvPr id="2009" name="Google Shape;2009;p60"/>
            <p:cNvSpPr/>
            <p:nvPr/>
          </p:nvSpPr>
          <p:spPr>
            <a:xfrm>
              <a:off x="576" y="960"/>
              <a:ext cx="1968" cy="768"/>
            </a:xfrm>
            <a:prstGeom prst="ellipse">
              <a:avLst/>
            </a:prstGeom>
            <a:solidFill>
              <a:srgbClr val="FFFF99"/>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Helvetica Neue"/>
                <a:ea typeface="Helvetica Neue"/>
                <a:cs typeface="Helvetica Neue"/>
                <a:sym typeface="Helvetica Neue"/>
              </a:endParaRPr>
            </a:p>
          </p:txBody>
        </p:sp>
        <p:sp>
          <p:nvSpPr>
            <p:cNvPr id="2010" name="Google Shape;2010;p60"/>
            <p:cNvSpPr txBox="1"/>
            <p:nvPr/>
          </p:nvSpPr>
          <p:spPr>
            <a:xfrm>
              <a:off x="1157" y="1271"/>
              <a:ext cx="824" cy="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C0000"/>
                  </a:solidFill>
                  <a:latin typeface="Helvetica Neue"/>
                  <a:ea typeface="Helvetica Neue"/>
                  <a:cs typeface="Helvetica Neue"/>
                  <a:sym typeface="Helvetica Neue"/>
                </a:rPr>
                <a:t>MTU = 4000</a:t>
              </a:r>
              <a:endParaRPr sz="1400" b="0" i="0" u="none" strike="noStrike" cap="none">
                <a:solidFill>
                  <a:srgbClr val="000000"/>
                </a:solidFill>
                <a:latin typeface="Arial"/>
                <a:ea typeface="Arial"/>
                <a:cs typeface="Arial"/>
                <a:sym typeface="Arial"/>
              </a:endParaRPr>
            </a:p>
          </p:txBody>
        </p:sp>
      </p:grpSp>
      <p:sp>
        <p:nvSpPr>
          <p:cNvPr id="2011" name="Google Shape;2011;p60"/>
          <p:cNvSpPr txBox="1">
            <a:spLocks noGrp="1"/>
          </p:cNvSpPr>
          <p:nvPr>
            <p:ph type="title"/>
          </p:nvPr>
        </p:nvSpPr>
        <p:spPr>
          <a:xfrm>
            <a:off x="1558132" y="0"/>
            <a:ext cx="10018713" cy="123893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sz="4400"/>
              <a:t>IP MTU Discovery with ICMP</a:t>
            </a:r>
            <a:endParaRPr/>
          </a:p>
        </p:txBody>
      </p:sp>
      <p:sp>
        <p:nvSpPr>
          <p:cNvPr id="2012" name="Google Shape;2012;p60"/>
          <p:cNvSpPr/>
          <p:nvPr/>
        </p:nvSpPr>
        <p:spPr>
          <a:xfrm>
            <a:off x="6998648" y="2741414"/>
            <a:ext cx="3802701" cy="928668"/>
          </a:xfrm>
          <a:prstGeom prst="ellipse">
            <a:avLst/>
          </a:prstGeom>
          <a:solidFill>
            <a:srgbClr val="CCFF99"/>
          </a:solidFill>
          <a:ln w="1905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p60"/>
          <p:cNvSpPr/>
          <p:nvPr/>
        </p:nvSpPr>
        <p:spPr>
          <a:xfrm>
            <a:off x="4572000" y="3060203"/>
            <a:ext cx="2530476" cy="663417"/>
          </a:xfrm>
          <a:prstGeom prst="ellipse">
            <a:avLst/>
          </a:prstGeom>
          <a:solidFill>
            <a:srgbClr val="66FFFF">
              <a:alpha val="49019"/>
            </a:srgbClr>
          </a:solidFill>
          <a:ln w="1905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p60"/>
          <p:cNvSpPr/>
          <p:nvPr/>
        </p:nvSpPr>
        <p:spPr>
          <a:xfrm>
            <a:off x="912809" y="3103453"/>
            <a:ext cx="1039507" cy="400110"/>
          </a:xfrm>
          <a:prstGeom prst="rect">
            <a:avLst/>
          </a:prstGeom>
          <a:solidFill>
            <a:srgbClr val="CC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host</a:t>
            </a:r>
            <a:endParaRPr sz="1800" b="1" i="0" u="none" strike="noStrike" cap="none">
              <a:solidFill>
                <a:srgbClr val="000000"/>
              </a:solidFill>
              <a:latin typeface="Helvetica Neue"/>
              <a:ea typeface="Helvetica Neue"/>
              <a:cs typeface="Helvetica Neue"/>
              <a:sym typeface="Helvetica Neue"/>
            </a:endParaRPr>
          </a:p>
        </p:txBody>
      </p:sp>
      <p:sp>
        <p:nvSpPr>
          <p:cNvPr id="2015" name="Google Shape;2015;p60"/>
          <p:cNvSpPr/>
          <p:nvPr/>
        </p:nvSpPr>
        <p:spPr>
          <a:xfrm>
            <a:off x="9504670" y="2720060"/>
            <a:ext cx="1122055" cy="400110"/>
          </a:xfrm>
          <a:prstGeom prst="rect">
            <a:avLst/>
          </a:prstGeom>
          <a:solidFill>
            <a:srgbClr val="CC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host</a:t>
            </a:r>
            <a:endParaRPr sz="1400" b="0" i="0" u="none" strike="noStrike" cap="none">
              <a:solidFill>
                <a:srgbClr val="000000"/>
              </a:solidFill>
              <a:latin typeface="Arial"/>
              <a:ea typeface="Arial"/>
              <a:cs typeface="Arial"/>
              <a:sym typeface="Arial"/>
            </a:endParaRPr>
          </a:p>
        </p:txBody>
      </p:sp>
      <p:sp>
        <p:nvSpPr>
          <p:cNvPr id="2016" name="Google Shape;2016;p60"/>
          <p:cNvSpPr/>
          <p:nvPr/>
        </p:nvSpPr>
        <p:spPr>
          <a:xfrm>
            <a:off x="6248399" y="3048000"/>
            <a:ext cx="1050923" cy="643436"/>
          </a:xfrm>
          <a:prstGeom prst="roundRect">
            <a:avLst>
              <a:gd name="adj" fmla="val 16667"/>
            </a:avLst>
          </a:prstGeom>
          <a:solidFill>
            <a:srgbClr val="FF99CC"/>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router</a:t>
            </a:r>
            <a:endParaRPr sz="1400" b="1" i="0" u="none" strike="noStrike" cap="none">
              <a:solidFill>
                <a:srgbClr val="000000"/>
              </a:solidFill>
              <a:latin typeface="Helvetica Neue"/>
              <a:ea typeface="Helvetica Neue"/>
              <a:cs typeface="Helvetica Neue"/>
              <a:sym typeface="Helvetica Neue"/>
            </a:endParaRPr>
          </a:p>
        </p:txBody>
      </p:sp>
      <p:sp>
        <p:nvSpPr>
          <p:cNvPr id="2017" name="Google Shape;2017;p60"/>
          <p:cNvSpPr txBox="1"/>
          <p:nvPr/>
        </p:nvSpPr>
        <p:spPr>
          <a:xfrm>
            <a:off x="8157049" y="3269972"/>
            <a:ext cx="160172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C0000"/>
                </a:solidFill>
                <a:latin typeface="Helvetica Neue"/>
                <a:ea typeface="Helvetica Neue"/>
                <a:cs typeface="Helvetica Neue"/>
                <a:sym typeface="Helvetica Neue"/>
              </a:rPr>
              <a:t>MTU = 1500</a:t>
            </a:r>
            <a:endParaRPr sz="1400" b="0" i="0" u="none" strike="noStrike" cap="none">
              <a:solidFill>
                <a:srgbClr val="000000"/>
              </a:solidFill>
              <a:latin typeface="Arial"/>
              <a:ea typeface="Arial"/>
              <a:cs typeface="Arial"/>
              <a:sym typeface="Arial"/>
            </a:endParaRPr>
          </a:p>
        </p:txBody>
      </p:sp>
      <p:sp>
        <p:nvSpPr>
          <p:cNvPr id="2018" name="Google Shape;2018;p60"/>
          <p:cNvSpPr txBox="1"/>
          <p:nvPr/>
        </p:nvSpPr>
        <p:spPr>
          <a:xfrm>
            <a:off x="5027599" y="2698390"/>
            <a:ext cx="16979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CC0000"/>
                </a:solidFill>
                <a:latin typeface="Helvetica Neue"/>
                <a:ea typeface="Helvetica Neue"/>
                <a:cs typeface="Helvetica Neue"/>
                <a:sym typeface="Helvetica Neue"/>
              </a:rPr>
              <a:t>MTU = 2000</a:t>
            </a:r>
            <a:endParaRPr sz="1400" b="0" i="0" u="none" strike="noStrike" cap="none">
              <a:solidFill>
                <a:srgbClr val="000000"/>
              </a:solidFill>
              <a:latin typeface="Arial"/>
              <a:ea typeface="Arial"/>
              <a:cs typeface="Arial"/>
              <a:sym typeface="Arial"/>
            </a:endParaRPr>
          </a:p>
        </p:txBody>
      </p:sp>
      <p:grpSp>
        <p:nvGrpSpPr>
          <p:cNvPr id="2019" name="Google Shape;2019;p60"/>
          <p:cNvGrpSpPr/>
          <p:nvPr/>
        </p:nvGrpSpPr>
        <p:grpSpPr>
          <a:xfrm>
            <a:off x="170346" y="4184400"/>
            <a:ext cx="3563939" cy="1050926"/>
            <a:chOff x="851" y="1831"/>
            <a:chExt cx="2245" cy="662"/>
          </a:xfrm>
        </p:grpSpPr>
        <p:sp>
          <p:nvSpPr>
            <p:cNvPr id="2020" name="Google Shape;2020;p60"/>
            <p:cNvSpPr/>
            <p:nvPr/>
          </p:nvSpPr>
          <p:spPr>
            <a:xfrm flipH="1">
              <a:off x="1056" y="2064"/>
              <a:ext cx="1250" cy="429"/>
            </a:xfrm>
            <a:prstGeom prst="rect">
              <a:avLst/>
            </a:prstGeom>
            <a:solidFill>
              <a:srgbClr val="0B598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IP</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CCFFCC"/>
                  </a:solidFill>
                  <a:latin typeface="Helvetica Neue"/>
                  <a:ea typeface="Helvetica Neue"/>
                  <a:cs typeface="Helvetica Neue"/>
                  <a:sym typeface="Helvetica Neue"/>
                </a:rPr>
                <a:t>Packet</a:t>
              </a:r>
              <a:endParaRPr sz="1400" b="0" i="0" u="none" strike="noStrike" cap="none">
                <a:solidFill>
                  <a:srgbClr val="CCFFCC"/>
                </a:solidFill>
                <a:latin typeface="Helvetica Neue"/>
                <a:ea typeface="Helvetica Neue"/>
                <a:cs typeface="Helvetica Neue"/>
                <a:sym typeface="Helvetica Neue"/>
              </a:endParaRPr>
            </a:p>
          </p:txBody>
        </p:sp>
        <p:sp>
          <p:nvSpPr>
            <p:cNvPr id="2021" name="Google Shape;2021;p60"/>
            <p:cNvSpPr txBox="1"/>
            <p:nvPr/>
          </p:nvSpPr>
          <p:spPr>
            <a:xfrm>
              <a:off x="851" y="1831"/>
              <a:ext cx="2245" cy="2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Helvetica Neue"/>
                  <a:ea typeface="Helvetica Neue"/>
                  <a:cs typeface="Helvetica Neue"/>
                  <a:sym typeface="Helvetica Neue"/>
                </a:rPr>
                <a:t>Length = 1500, Don’t Fragment</a:t>
              </a:r>
              <a:endParaRPr sz="1400" b="0" i="0" u="none" strike="noStrike" cap="none">
                <a:solidFill>
                  <a:srgbClr val="000000"/>
                </a:solidFill>
                <a:latin typeface="Arial"/>
                <a:ea typeface="Arial"/>
                <a:cs typeface="Arial"/>
                <a:sym typeface="Arial"/>
              </a:endParaRPr>
            </a:p>
          </p:txBody>
        </p:sp>
      </p:grpSp>
      <p:sp>
        <p:nvSpPr>
          <p:cNvPr id="2022" name="Google Shape;2022;p60"/>
          <p:cNvSpPr/>
          <p:nvPr/>
        </p:nvSpPr>
        <p:spPr>
          <a:xfrm>
            <a:off x="4065586" y="3093273"/>
            <a:ext cx="1050924" cy="663417"/>
          </a:xfrm>
          <a:prstGeom prst="roundRect">
            <a:avLst>
              <a:gd name="adj" fmla="val 16667"/>
            </a:avLst>
          </a:prstGeom>
          <a:solidFill>
            <a:srgbClr val="FF99CC"/>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Helvetica Neue"/>
                <a:ea typeface="Helvetica Neue"/>
                <a:cs typeface="Helvetica Neue"/>
                <a:sym typeface="Helvetica Neue"/>
              </a:rPr>
              <a:t>router</a:t>
            </a:r>
            <a:endParaRPr sz="1400" b="1" i="0" u="none" strike="noStrike" cap="none">
              <a:solidFill>
                <a:srgbClr val="000000"/>
              </a:solidFill>
              <a:latin typeface="Helvetica Neue"/>
              <a:ea typeface="Helvetica Neue"/>
              <a:cs typeface="Helvetica Neue"/>
              <a:sym typeface="Helvetica Neue"/>
            </a:endParaRPr>
          </a:p>
        </p:txBody>
      </p:sp>
      <p:sp>
        <p:nvSpPr>
          <p:cNvPr id="2023" name="Google Shape;2023;p60"/>
          <p:cNvSpPr/>
          <p:nvPr/>
        </p:nvSpPr>
        <p:spPr>
          <a:xfrm>
            <a:off x="1952316" y="3269973"/>
            <a:ext cx="2129943" cy="69882"/>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4" name="Google Shape;2024;p60"/>
          <p:cNvSpPr/>
          <p:nvPr/>
        </p:nvSpPr>
        <p:spPr>
          <a:xfrm>
            <a:off x="5116510" y="3339854"/>
            <a:ext cx="1165228" cy="45719"/>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5" name="Google Shape;2025;p60"/>
          <p:cNvSpPr/>
          <p:nvPr/>
        </p:nvSpPr>
        <p:spPr>
          <a:xfrm>
            <a:off x="7197726" y="2883396"/>
            <a:ext cx="2306944" cy="456458"/>
          </a:xfrm>
          <a:custGeom>
            <a:avLst/>
            <a:gdLst/>
            <a:ahLst/>
            <a:cxnLst/>
            <a:rect l="l" t="t" r="r" b="b"/>
            <a:pathLst>
              <a:path w="1514475" h="71437" extrusionOk="0">
                <a:moveTo>
                  <a:pt x="0" y="71437"/>
                </a:moveTo>
                <a:cubicBezTo>
                  <a:pt x="573881" y="59531"/>
                  <a:pt x="1147763" y="47625"/>
                  <a:pt x="1514475" y="0"/>
                </a:cubicBezTo>
              </a:path>
            </a:pathLst>
          </a:custGeom>
          <a:noFill/>
          <a:ln w="57150" cap="flat" cmpd="sng">
            <a:solidFill>
              <a:srgbClr val="D4418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6" name="Google Shape;2026;p60"/>
          <p:cNvSpPr txBox="1"/>
          <p:nvPr/>
        </p:nvSpPr>
        <p:spPr>
          <a:xfrm>
            <a:off x="5114283" y="4956656"/>
            <a:ext cx="6676231" cy="1787044"/>
          </a:xfrm>
          <a:prstGeom prst="rect">
            <a:avLst/>
          </a:prstGeom>
          <a:noFill/>
          <a:ln>
            <a:noFill/>
          </a:ln>
        </p:spPr>
        <p:txBody>
          <a:bodyPr spcFirstLastPara="1" wrap="square" lIns="91425" tIns="45700" rIns="91425" bIns="45700" anchor="t" anchorCtr="0">
            <a:normAutofit lnSpcReduction="10000"/>
          </a:bodyPr>
          <a:lstStyle/>
          <a:p>
            <a:pPr marL="0" marR="0" lvl="1" indent="0" algn="l" rtl="0">
              <a:lnSpc>
                <a:spcPct val="90000"/>
              </a:lnSpc>
              <a:spcBef>
                <a:spcPts val="0"/>
              </a:spcBef>
              <a:spcAft>
                <a:spcPts val="0"/>
              </a:spcAft>
              <a:buNone/>
            </a:pPr>
            <a:r>
              <a:rPr lang="en-US" sz="2800" b="0" i="0" u="none" strike="noStrike" cap="none">
                <a:solidFill>
                  <a:srgbClr val="000000"/>
                </a:solidFill>
                <a:latin typeface="Corbel"/>
                <a:ea typeface="Corbel"/>
                <a:cs typeface="Corbel"/>
                <a:sym typeface="Corbel"/>
              </a:rPr>
              <a:t>When successful, no reply at IP level</a:t>
            </a:r>
            <a:endParaRPr sz="1400" b="0" i="0" u="none" strike="noStrike" cap="none">
              <a:solidFill>
                <a:srgbClr val="000000"/>
              </a:solidFill>
              <a:latin typeface="Arial"/>
              <a:ea typeface="Arial"/>
              <a:cs typeface="Arial"/>
              <a:sym typeface="Arial"/>
            </a:endParaRPr>
          </a:p>
          <a:p>
            <a:pPr marL="0" marR="0" lvl="2" indent="0" algn="l" rtl="0">
              <a:lnSpc>
                <a:spcPct val="90000"/>
              </a:lnSpc>
              <a:spcBef>
                <a:spcPts val="0"/>
              </a:spcBef>
              <a:spcAft>
                <a:spcPts val="0"/>
              </a:spcAft>
              <a:buClr>
                <a:srgbClr val="000000"/>
              </a:buClr>
              <a:buSzPts val="2400"/>
              <a:buFont typeface="Arial"/>
              <a:buNone/>
            </a:pPr>
            <a:r>
              <a:rPr lang="en-US" sz="2400" b="1" i="0" u="none" strike="noStrike" cap="none">
                <a:solidFill>
                  <a:srgbClr val="7D28CD"/>
                </a:solidFill>
                <a:latin typeface="Corbel"/>
                <a:ea typeface="Corbel"/>
                <a:cs typeface="Corbel"/>
                <a:sym typeface="Corbel"/>
              </a:rPr>
              <a:t>“No news is good news”</a:t>
            </a:r>
            <a:endParaRPr sz="1400" b="1" i="0" u="none" strike="noStrike" cap="none">
              <a:solidFill>
                <a:srgbClr val="7D28CD"/>
              </a:solidFill>
              <a:latin typeface="Arial"/>
              <a:ea typeface="Arial"/>
              <a:cs typeface="Arial"/>
              <a:sym typeface="Arial"/>
            </a:endParaRPr>
          </a:p>
          <a:p>
            <a:pPr marL="0" marR="0" lvl="2" indent="0" algn="l" rtl="0">
              <a:lnSpc>
                <a:spcPct val="90000"/>
              </a:lnSpc>
              <a:spcBef>
                <a:spcPts val="0"/>
              </a:spcBef>
              <a:spcAft>
                <a:spcPts val="0"/>
              </a:spcAft>
              <a:buClr>
                <a:srgbClr val="000000"/>
              </a:buClr>
              <a:buSzPts val="2800"/>
              <a:buFont typeface="Arial"/>
              <a:buNone/>
            </a:pPr>
            <a:endParaRPr sz="2800" b="0" i="0" u="none" strike="noStrike" cap="none">
              <a:solidFill>
                <a:srgbClr val="000000"/>
              </a:solidFill>
              <a:latin typeface="Corbel"/>
              <a:ea typeface="Corbel"/>
              <a:cs typeface="Corbel"/>
              <a:sym typeface="Corbel"/>
            </a:endParaRPr>
          </a:p>
          <a:p>
            <a:pPr marL="0" marR="0" lvl="2" indent="0" algn="l" rtl="0">
              <a:lnSpc>
                <a:spcPct val="90000"/>
              </a:lnSpc>
              <a:spcBef>
                <a:spcPts val="0"/>
              </a:spcBef>
              <a:spcAft>
                <a:spcPts val="0"/>
              </a:spcAft>
              <a:buClr>
                <a:srgbClr val="000000"/>
              </a:buClr>
              <a:buSzPts val="2800"/>
              <a:buFont typeface="Arial"/>
              <a:buNone/>
            </a:pPr>
            <a:r>
              <a:rPr lang="en-US" sz="2800" b="0" i="0" u="none" strike="noStrike" cap="none">
                <a:solidFill>
                  <a:srgbClr val="000000"/>
                </a:solidFill>
                <a:latin typeface="Corbel"/>
                <a:ea typeface="Corbel"/>
                <a:cs typeface="Corbel"/>
                <a:sym typeface="Corbel"/>
              </a:rPr>
              <a:t>Higher level protocol might have some form of acknowledgement</a:t>
            </a:r>
            <a:endParaRPr sz="1400" b="0" i="0" u="none" strike="noStrike" cap="none">
              <a:solidFill>
                <a:srgbClr val="000000"/>
              </a:solidFill>
              <a:latin typeface="Arial"/>
              <a:ea typeface="Arial"/>
              <a:cs typeface="Arial"/>
              <a:sym typeface="Arial"/>
            </a:endParaRPr>
          </a:p>
        </p:txBody>
      </p:sp>
      <p:pic>
        <p:nvPicPr>
          <p:cNvPr id="2027" name="Google Shape;2027;p60"/>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31"/>
        <p:cNvGrpSpPr/>
        <p:nvPr/>
      </p:nvGrpSpPr>
      <p:grpSpPr>
        <a:xfrm>
          <a:off x="0" y="0"/>
          <a:ext cx="0" cy="0"/>
          <a:chOff x="0" y="0"/>
          <a:chExt cx="0" cy="0"/>
        </a:xfrm>
      </p:grpSpPr>
      <p:sp>
        <p:nvSpPr>
          <p:cNvPr id="2032" name="Google Shape;2032;p24"/>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Traceroute</a:t>
            </a:r>
            <a:endParaRPr/>
          </a:p>
        </p:txBody>
      </p:sp>
      <p:sp>
        <p:nvSpPr>
          <p:cNvPr id="2033" name="Google Shape;2033;p24"/>
          <p:cNvSpPr txBox="1">
            <a:spLocks noGrp="1"/>
          </p:cNvSpPr>
          <p:nvPr>
            <p:ph type="body" idx="1"/>
          </p:nvPr>
        </p:nvSpPr>
        <p:spPr>
          <a:xfrm>
            <a:off x="1278298" y="1110265"/>
            <a:ext cx="10018800" cy="4728832"/>
          </a:xfrm>
          <a:prstGeom prst="rect">
            <a:avLst/>
          </a:prstGeom>
          <a:noFill/>
          <a:ln>
            <a:noFill/>
          </a:ln>
        </p:spPr>
        <p:txBody>
          <a:bodyPr spcFirstLastPara="1" wrap="square" lIns="91425" tIns="45700" rIns="91425" bIns="45700" anchor="t" anchorCtr="0">
            <a:normAutofit lnSpcReduction="10000"/>
          </a:bodyPr>
          <a:lstStyle/>
          <a:p>
            <a:pPr marL="457200" lvl="0" indent="-394335" algn="l" rtl="0">
              <a:lnSpc>
                <a:spcPct val="100000"/>
              </a:lnSpc>
              <a:spcBef>
                <a:spcPts val="360"/>
              </a:spcBef>
              <a:spcAft>
                <a:spcPts val="0"/>
              </a:spcAft>
              <a:buSzPts val="2822"/>
              <a:buChar char="•"/>
            </a:pPr>
            <a:r>
              <a:rPr lang="en-US" sz="2800"/>
              <a:t>Shows the path your packets take through different routers to reach a destination.</a:t>
            </a:r>
            <a:endParaRPr/>
          </a:p>
          <a:p>
            <a:pPr marL="457200" lvl="0" indent="-240758" algn="l" rtl="0">
              <a:lnSpc>
                <a:spcPct val="100000"/>
              </a:lnSpc>
              <a:spcBef>
                <a:spcPts val="360"/>
              </a:spcBef>
              <a:spcAft>
                <a:spcPts val="0"/>
              </a:spcAft>
              <a:buSzPts val="2419"/>
              <a:buNone/>
            </a:pPr>
            <a:endParaRPr b="1">
              <a:solidFill>
                <a:srgbClr val="7D28CD"/>
              </a:solidFill>
            </a:endParaRPr>
          </a:p>
          <a:p>
            <a:pPr marL="457200" lvl="0" indent="-394335" algn="l" rtl="0">
              <a:lnSpc>
                <a:spcPct val="100000"/>
              </a:lnSpc>
              <a:spcBef>
                <a:spcPts val="360"/>
              </a:spcBef>
              <a:spcAft>
                <a:spcPts val="0"/>
              </a:spcAft>
              <a:buSzPts val="2419"/>
              <a:buChar char="•"/>
            </a:pPr>
            <a:r>
              <a:rPr lang="en-US" b="1">
                <a:solidFill>
                  <a:srgbClr val="7D28CD"/>
                </a:solidFill>
              </a:rPr>
              <a:t>Purpose</a:t>
            </a:r>
            <a:r>
              <a:rPr lang="en-US"/>
              <a:t>: </a:t>
            </a:r>
            <a:endParaRPr/>
          </a:p>
          <a:p>
            <a:pPr marL="914400" lvl="1" indent="-394335" algn="l" rtl="0">
              <a:lnSpc>
                <a:spcPct val="100000"/>
              </a:lnSpc>
              <a:spcBef>
                <a:spcPts val="600"/>
              </a:spcBef>
              <a:spcAft>
                <a:spcPts val="0"/>
              </a:spcAft>
              <a:buSzPts val="2419"/>
              <a:buChar char="•"/>
            </a:pPr>
            <a:r>
              <a:rPr lang="en-US" sz="2400"/>
              <a:t>Identifies the routers or hops data passes through to reach its destination mostly for troubleshooting</a:t>
            </a:r>
            <a:endParaRPr sz="2400"/>
          </a:p>
          <a:p>
            <a:pPr marL="457200" lvl="0" indent="-215161" algn="l" rtl="0">
              <a:lnSpc>
                <a:spcPct val="100000"/>
              </a:lnSpc>
              <a:spcBef>
                <a:spcPts val="360"/>
              </a:spcBef>
              <a:spcAft>
                <a:spcPts val="0"/>
              </a:spcAft>
              <a:buSzPts val="2822"/>
              <a:buNone/>
            </a:pPr>
            <a:endParaRPr b="1">
              <a:solidFill>
                <a:srgbClr val="7D28CD"/>
              </a:solidFill>
            </a:endParaRPr>
          </a:p>
          <a:p>
            <a:pPr marL="457200" lvl="0" indent="-394334" algn="l" rtl="0">
              <a:lnSpc>
                <a:spcPct val="100000"/>
              </a:lnSpc>
              <a:spcBef>
                <a:spcPts val="360"/>
              </a:spcBef>
              <a:spcAft>
                <a:spcPts val="0"/>
              </a:spcAft>
              <a:buSzPts val="2822"/>
              <a:buChar char="•"/>
            </a:pPr>
            <a:r>
              <a:rPr lang="en-US" b="1">
                <a:solidFill>
                  <a:srgbClr val="7D28CD"/>
                </a:solidFill>
              </a:rPr>
              <a:t>Mechanism</a:t>
            </a:r>
            <a:r>
              <a:rPr lang="en-US">
                <a:solidFill>
                  <a:srgbClr val="7D28CD"/>
                </a:solidFill>
              </a:rPr>
              <a:t>:</a:t>
            </a:r>
            <a:r>
              <a:rPr lang="en-US"/>
              <a:t> </a:t>
            </a:r>
            <a:endParaRPr/>
          </a:p>
          <a:p>
            <a:pPr marL="914400" lvl="1" indent="-394334" algn="l" rtl="0">
              <a:lnSpc>
                <a:spcPct val="100000"/>
              </a:lnSpc>
              <a:spcBef>
                <a:spcPts val="600"/>
              </a:spcBef>
              <a:spcAft>
                <a:spcPts val="0"/>
              </a:spcAft>
              <a:buSzPts val="2822"/>
              <a:buChar char="•"/>
            </a:pPr>
            <a:r>
              <a:rPr lang="en-US" sz="2400"/>
              <a:t>Sends ICMP packets with TTL = 1, 2, 3…</a:t>
            </a:r>
            <a:endParaRPr/>
          </a:p>
          <a:p>
            <a:pPr marL="914400" lvl="1" indent="-394334" algn="l" rtl="0">
              <a:lnSpc>
                <a:spcPct val="100000"/>
              </a:lnSpc>
              <a:spcBef>
                <a:spcPts val="600"/>
              </a:spcBef>
              <a:spcAft>
                <a:spcPts val="0"/>
              </a:spcAft>
              <a:buSzPts val="2822"/>
              <a:buChar char="•"/>
            </a:pPr>
            <a:r>
              <a:rPr lang="en-US" sz="2400"/>
              <a:t>Each router where TTL becomes 0 sends ICMP Time Exceeded</a:t>
            </a:r>
            <a:endParaRPr/>
          </a:p>
          <a:p>
            <a:pPr marL="914400" lvl="1" indent="-394334" algn="l" rtl="0">
              <a:lnSpc>
                <a:spcPct val="100000"/>
              </a:lnSpc>
              <a:spcBef>
                <a:spcPts val="600"/>
              </a:spcBef>
              <a:spcAft>
                <a:spcPts val="0"/>
              </a:spcAft>
              <a:buSzPts val="2822"/>
              <a:buChar char="•"/>
            </a:pPr>
            <a:r>
              <a:rPr lang="en-US" sz="2400"/>
              <a:t>Traceroute uses these replies to list each hop in order</a:t>
            </a:r>
            <a:endParaRPr/>
          </a:p>
          <a:p>
            <a:pPr marL="457200" lvl="0" indent="-215161" algn="l" rtl="0">
              <a:lnSpc>
                <a:spcPct val="100000"/>
              </a:lnSpc>
              <a:spcBef>
                <a:spcPts val="360"/>
              </a:spcBef>
              <a:spcAft>
                <a:spcPts val="0"/>
              </a:spcAft>
              <a:buSzPts val="2822"/>
              <a:buNone/>
            </a:pPr>
            <a:endParaRPr b="1">
              <a:solidFill>
                <a:srgbClr val="7D28CD"/>
              </a:solidFill>
            </a:endParaRPr>
          </a:p>
          <a:p>
            <a:pPr marL="285750" lvl="0" indent="-64770" algn="l" rtl="0">
              <a:lnSpc>
                <a:spcPct val="100000"/>
              </a:lnSpc>
              <a:spcBef>
                <a:spcPts val="1080"/>
              </a:spcBef>
              <a:spcAft>
                <a:spcPts val="0"/>
              </a:spcAft>
              <a:buSzPts val="3762"/>
              <a:buNone/>
            </a:pPr>
            <a:endParaRPr/>
          </a:p>
        </p:txBody>
      </p:sp>
      <p:pic>
        <p:nvPicPr>
          <p:cNvPr id="2034" name="Google Shape;2034;p24"/>
          <p:cNvPicPr preferRelativeResize="0"/>
          <p:nvPr/>
        </p:nvPicPr>
        <p:blipFill rotWithShape="1">
          <a:blip r:embed="rId3">
            <a:alphaModFix/>
          </a:blip>
          <a:srcRect/>
          <a:stretch/>
        </p:blipFill>
        <p:spPr>
          <a:xfrm>
            <a:off x="11029276" y="0"/>
            <a:ext cx="1162724" cy="1066799"/>
          </a:xfrm>
          <a:prstGeom prst="rect">
            <a:avLst/>
          </a:prstGeom>
          <a:noFill/>
          <a:ln>
            <a:noFill/>
          </a:ln>
        </p:spPr>
      </p:pic>
      <p:pic>
        <p:nvPicPr>
          <p:cNvPr id="2035" name="Google Shape;2035;p24"/>
          <p:cNvPicPr preferRelativeResize="0"/>
          <p:nvPr/>
        </p:nvPicPr>
        <p:blipFill rotWithShape="1">
          <a:blip r:embed="rId4">
            <a:alphaModFix/>
          </a:blip>
          <a:srcRect/>
          <a:stretch/>
        </p:blipFill>
        <p:spPr>
          <a:xfrm>
            <a:off x="7337987" y="5404711"/>
            <a:ext cx="4403248" cy="13126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39"/>
        <p:cNvGrpSpPr/>
        <p:nvPr/>
      </p:nvGrpSpPr>
      <p:grpSpPr>
        <a:xfrm>
          <a:off x="0" y="0"/>
          <a:ext cx="0" cy="0"/>
          <a:chOff x="0" y="0"/>
          <a:chExt cx="0" cy="0"/>
        </a:xfrm>
      </p:grpSpPr>
      <p:sp>
        <p:nvSpPr>
          <p:cNvPr id="2040" name="Google Shape;2040;p20"/>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Traceroute</a:t>
            </a:r>
            <a:endParaRPr/>
          </a:p>
        </p:txBody>
      </p:sp>
      <p:pic>
        <p:nvPicPr>
          <p:cNvPr id="2041" name="Google Shape;2041;p20"/>
          <p:cNvPicPr preferRelativeResize="0"/>
          <p:nvPr/>
        </p:nvPicPr>
        <p:blipFill rotWithShape="1">
          <a:blip r:embed="rId3">
            <a:alphaModFix/>
          </a:blip>
          <a:srcRect/>
          <a:stretch/>
        </p:blipFill>
        <p:spPr>
          <a:xfrm>
            <a:off x="11029276" y="0"/>
            <a:ext cx="1162724" cy="1066799"/>
          </a:xfrm>
          <a:prstGeom prst="rect">
            <a:avLst/>
          </a:prstGeom>
          <a:noFill/>
          <a:ln>
            <a:noFill/>
          </a:ln>
        </p:spPr>
      </p:pic>
      <p:pic>
        <p:nvPicPr>
          <p:cNvPr id="2042" name="Google Shape;2042;p20" descr="LayerStack Tutorials - LayerStack - How to install and use Traceroute on  Ubuntu, Debian, AlmaLinux, Rocky Linux &amp; CentOS Cloud Servers"/>
          <p:cNvPicPr preferRelativeResize="0"/>
          <p:nvPr/>
        </p:nvPicPr>
        <p:blipFill rotWithShape="1">
          <a:blip r:embed="rId4">
            <a:alphaModFix/>
          </a:blip>
          <a:srcRect/>
          <a:stretch/>
        </p:blipFill>
        <p:spPr>
          <a:xfrm>
            <a:off x="1940670" y="1168480"/>
            <a:ext cx="9105991" cy="551970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46"/>
        <p:cNvGrpSpPr/>
        <p:nvPr/>
      </p:nvGrpSpPr>
      <p:grpSpPr>
        <a:xfrm>
          <a:off x="0" y="0"/>
          <a:ext cx="0" cy="0"/>
          <a:chOff x="0" y="0"/>
          <a:chExt cx="0" cy="0"/>
        </a:xfrm>
      </p:grpSpPr>
      <p:sp>
        <p:nvSpPr>
          <p:cNvPr id="2047" name="Google Shape;2047;p21"/>
          <p:cNvSpPr txBox="1"/>
          <p:nvPr/>
        </p:nvSpPr>
        <p:spPr>
          <a:xfrm>
            <a:off x="1484310" y="4556802"/>
            <a:ext cx="6100762" cy="195438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1186C3"/>
              </a:buClr>
              <a:buSzPts val="2900"/>
              <a:buFont typeface="Arial"/>
              <a:buChar char="•"/>
            </a:pPr>
            <a:r>
              <a:rPr lang="en-US" sz="2400" b="0" i="0" u="none" strike="noStrike" cap="none">
                <a:solidFill>
                  <a:srgbClr val="000000"/>
                </a:solidFill>
                <a:latin typeface="Corbel"/>
                <a:ea typeface="Corbel"/>
                <a:cs typeface="Corbel"/>
                <a:sym typeface="Corbel"/>
              </a:rPr>
              <a:t>Commands:</a:t>
            </a:r>
            <a:endParaRPr sz="2800" b="0" i="0" u="none" strike="noStrike" cap="none">
              <a:solidFill>
                <a:srgbClr val="000000"/>
              </a:solidFill>
              <a:latin typeface="Corbel"/>
              <a:ea typeface="Corbel"/>
              <a:cs typeface="Corbel"/>
              <a:sym typeface="Corbel"/>
            </a:endParaRPr>
          </a:p>
          <a:p>
            <a:pPr marL="742950" marR="0" lvl="1" indent="-285750" algn="l" rtl="0">
              <a:lnSpc>
                <a:spcPct val="100000"/>
              </a:lnSpc>
              <a:spcBef>
                <a:spcPts val="1000"/>
              </a:spcBef>
              <a:spcAft>
                <a:spcPts val="0"/>
              </a:spcAft>
              <a:buClr>
                <a:srgbClr val="1186C3"/>
              </a:buClr>
              <a:buSzPts val="2900"/>
              <a:buFont typeface="Arial"/>
              <a:buChar char="•"/>
            </a:pPr>
            <a:r>
              <a:rPr lang="en-US" sz="2400" b="0" i="0" u="none" strike="noStrike" cap="none">
                <a:solidFill>
                  <a:srgbClr val="000000"/>
                </a:solidFill>
                <a:latin typeface="Corbel"/>
                <a:ea typeface="Corbel"/>
                <a:cs typeface="Corbel"/>
                <a:sym typeface="Corbel"/>
              </a:rPr>
              <a:t>Unix:  </a:t>
            </a:r>
            <a:r>
              <a:rPr lang="en-US" sz="2400" b="1" i="0" u="none" strike="noStrike" cap="none">
                <a:solidFill>
                  <a:srgbClr val="000000"/>
                </a:solidFill>
                <a:latin typeface="Corbel"/>
                <a:ea typeface="Corbel"/>
                <a:cs typeface="Corbel"/>
                <a:sym typeface="Corbel"/>
              </a:rPr>
              <a:t>traceroute</a:t>
            </a:r>
            <a:endParaRPr sz="2400" b="0" i="0" u="none" strike="noStrike" cap="none">
              <a:solidFill>
                <a:srgbClr val="000000"/>
              </a:solidFill>
              <a:latin typeface="Corbel"/>
              <a:ea typeface="Corbel"/>
              <a:cs typeface="Corbel"/>
              <a:sym typeface="Corbel"/>
            </a:endParaRPr>
          </a:p>
          <a:p>
            <a:pPr marL="742950" marR="0" lvl="1" indent="-285750" algn="l" rtl="0">
              <a:lnSpc>
                <a:spcPct val="100000"/>
              </a:lnSpc>
              <a:spcBef>
                <a:spcPts val="1000"/>
              </a:spcBef>
              <a:spcAft>
                <a:spcPts val="0"/>
              </a:spcAft>
              <a:buClr>
                <a:srgbClr val="1186C3"/>
              </a:buClr>
              <a:buSzPts val="2900"/>
              <a:buFont typeface="Arial"/>
              <a:buChar char="•"/>
            </a:pPr>
            <a:r>
              <a:rPr lang="en-US" sz="2400" b="0" i="0" u="none" strike="noStrike" cap="none">
                <a:solidFill>
                  <a:srgbClr val="000000"/>
                </a:solidFill>
                <a:latin typeface="Corbel"/>
                <a:ea typeface="Corbel"/>
                <a:cs typeface="Corbel"/>
                <a:sym typeface="Corbel"/>
              </a:rPr>
              <a:t>Cisco IOS: </a:t>
            </a:r>
            <a:r>
              <a:rPr lang="en-US" sz="2400" b="1" i="0" u="none" strike="noStrike" cap="none">
                <a:solidFill>
                  <a:srgbClr val="000000"/>
                </a:solidFill>
                <a:latin typeface="Corbel"/>
                <a:ea typeface="Corbel"/>
                <a:cs typeface="Corbel"/>
                <a:sym typeface="Corbel"/>
              </a:rPr>
              <a:t>traceroute (trace)</a:t>
            </a:r>
            <a:endParaRPr sz="2400" b="0" i="0" u="none" strike="noStrike" cap="none">
              <a:solidFill>
                <a:srgbClr val="000000"/>
              </a:solidFill>
              <a:latin typeface="Corbel"/>
              <a:ea typeface="Corbel"/>
              <a:cs typeface="Corbel"/>
              <a:sym typeface="Corbel"/>
            </a:endParaRPr>
          </a:p>
          <a:p>
            <a:pPr marL="742950" marR="0" lvl="1" indent="-285750" algn="l" rtl="0">
              <a:lnSpc>
                <a:spcPct val="100000"/>
              </a:lnSpc>
              <a:spcBef>
                <a:spcPts val="1000"/>
              </a:spcBef>
              <a:spcAft>
                <a:spcPts val="0"/>
              </a:spcAft>
              <a:buClr>
                <a:srgbClr val="1186C3"/>
              </a:buClr>
              <a:buSzPts val="2900"/>
              <a:buFont typeface="Arial"/>
              <a:buChar char="•"/>
            </a:pPr>
            <a:r>
              <a:rPr lang="en-US" sz="2400" b="0" i="0" u="none" strike="noStrike" cap="none">
                <a:solidFill>
                  <a:srgbClr val="000000"/>
                </a:solidFill>
                <a:latin typeface="Corbel"/>
                <a:ea typeface="Corbel"/>
                <a:cs typeface="Corbel"/>
                <a:sym typeface="Corbel"/>
              </a:rPr>
              <a:t>DOS:  </a:t>
            </a:r>
            <a:r>
              <a:rPr lang="en-US" sz="2400" b="1" i="0" u="none" strike="noStrike" cap="none">
                <a:solidFill>
                  <a:srgbClr val="000000"/>
                </a:solidFill>
                <a:latin typeface="Corbel"/>
                <a:ea typeface="Corbel"/>
                <a:cs typeface="Corbel"/>
                <a:sym typeface="Corbel"/>
              </a:rPr>
              <a:t>tracert</a:t>
            </a:r>
            <a:endParaRPr sz="2400" b="0" i="0" u="none" strike="noStrike" cap="none">
              <a:solidFill>
                <a:srgbClr val="000000"/>
              </a:solidFill>
              <a:latin typeface="Corbel"/>
              <a:ea typeface="Corbel"/>
              <a:cs typeface="Corbel"/>
              <a:sym typeface="Corbel"/>
            </a:endParaRPr>
          </a:p>
        </p:txBody>
      </p:sp>
      <p:sp>
        <p:nvSpPr>
          <p:cNvPr id="2048" name="Google Shape;2048;p21"/>
          <p:cNvSpPr txBox="1">
            <a:spLocks noGrp="1"/>
          </p:cNvSpPr>
          <p:nvPr>
            <p:ph type="body" idx="1"/>
          </p:nvPr>
        </p:nvSpPr>
        <p:spPr>
          <a:xfrm>
            <a:off x="1278298" y="1110265"/>
            <a:ext cx="10018800" cy="5563616"/>
          </a:xfrm>
          <a:prstGeom prst="rect">
            <a:avLst/>
          </a:prstGeom>
          <a:noFill/>
          <a:ln>
            <a:noFill/>
          </a:ln>
        </p:spPr>
        <p:txBody>
          <a:bodyPr spcFirstLastPara="1" wrap="square" lIns="91425" tIns="45700" rIns="91425" bIns="45700" anchor="t" anchorCtr="0">
            <a:normAutofit/>
          </a:bodyPr>
          <a:lstStyle/>
          <a:p>
            <a:pPr marL="457200" lvl="0" indent="-215161" algn="l" rtl="0">
              <a:lnSpc>
                <a:spcPct val="100000"/>
              </a:lnSpc>
              <a:spcBef>
                <a:spcPts val="360"/>
              </a:spcBef>
              <a:spcAft>
                <a:spcPts val="0"/>
              </a:spcAft>
              <a:buSzPts val="2822"/>
              <a:buNone/>
            </a:pPr>
            <a:endParaRPr b="1">
              <a:solidFill>
                <a:srgbClr val="7D28CD"/>
              </a:solidFill>
            </a:endParaRPr>
          </a:p>
          <a:p>
            <a:pPr marL="457200" lvl="0" indent="-394334" algn="l" rtl="0">
              <a:lnSpc>
                <a:spcPct val="100000"/>
              </a:lnSpc>
              <a:spcBef>
                <a:spcPts val="360"/>
              </a:spcBef>
              <a:spcAft>
                <a:spcPts val="0"/>
              </a:spcAft>
              <a:buSzPts val="2822"/>
              <a:buChar char="•"/>
            </a:pPr>
            <a:r>
              <a:rPr lang="en-US" b="1">
                <a:solidFill>
                  <a:srgbClr val="7D28CD"/>
                </a:solidFill>
              </a:rPr>
              <a:t>Results </a:t>
            </a:r>
            <a:r>
              <a:rPr lang="en-US">
                <a:solidFill>
                  <a:schemeClr val="dk1"/>
                </a:solidFill>
              </a:rPr>
              <a:t>The IP or hostname of every hop and the time each hop takes (latency)</a:t>
            </a:r>
            <a:endParaRPr>
              <a:solidFill>
                <a:schemeClr val="dk1"/>
              </a:solidFill>
            </a:endParaRPr>
          </a:p>
          <a:p>
            <a:pPr marL="285750" lvl="0" indent="-64770" algn="l" rtl="0">
              <a:lnSpc>
                <a:spcPct val="100000"/>
              </a:lnSpc>
              <a:spcBef>
                <a:spcPts val="1080"/>
              </a:spcBef>
              <a:spcAft>
                <a:spcPts val="0"/>
              </a:spcAft>
              <a:buSzPts val="3762"/>
              <a:buNone/>
            </a:pPr>
            <a:endParaRPr/>
          </a:p>
        </p:txBody>
      </p:sp>
      <p:sp>
        <p:nvSpPr>
          <p:cNvPr id="2049" name="Google Shape;2049;p21"/>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Traceroute</a:t>
            </a:r>
            <a:endParaRPr/>
          </a:p>
        </p:txBody>
      </p:sp>
      <p:pic>
        <p:nvPicPr>
          <p:cNvPr id="2050" name="Google Shape;2050;p21"/>
          <p:cNvPicPr preferRelativeResize="0"/>
          <p:nvPr/>
        </p:nvPicPr>
        <p:blipFill rotWithShape="1">
          <a:blip r:embed="rId3">
            <a:alphaModFix/>
          </a:blip>
          <a:srcRect/>
          <a:stretch/>
        </p:blipFill>
        <p:spPr>
          <a:xfrm>
            <a:off x="11029276" y="0"/>
            <a:ext cx="1162724" cy="1066799"/>
          </a:xfrm>
          <a:prstGeom prst="rect">
            <a:avLst/>
          </a:prstGeom>
          <a:noFill/>
          <a:ln>
            <a:noFill/>
          </a:ln>
        </p:spPr>
      </p:pic>
      <p:sp>
        <p:nvSpPr>
          <p:cNvPr id="2051" name="Google Shape;2051;p21" descr="How to use the traceroute (tracert) command"/>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052" name="Google Shape;2052;p21"/>
          <p:cNvPicPr preferRelativeResize="0"/>
          <p:nvPr/>
        </p:nvPicPr>
        <p:blipFill rotWithShape="1">
          <a:blip r:embed="rId4">
            <a:alphaModFix/>
          </a:blip>
          <a:srcRect/>
          <a:stretch/>
        </p:blipFill>
        <p:spPr>
          <a:xfrm>
            <a:off x="4638266" y="2070430"/>
            <a:ext cx="7287427" cy="34635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57"/>
        <p:cNvGrpSpPr/>
        <p:nvPr/>
      </p:nvGrpSpPr>
      <p:grpSpPr>
        <a:xfrm>
          <a:off x="0" y="0"/>
          <a:ext cx="0" cy="0"/>
          <a:chOff x="0" y="0"/>
          <a:chExt cx="0" cy="0"/>
        </a:xfrm>
      </p:grpSpPr>
      <p:sp>
        <p:nvSpPr>
          <p:cNvPr id="2058" name="Google Shape;2058;p61"/>
          <p:cNvSpPr txBox="1">
            <a:spLocks noGrp="1"/>
          </p:cNvSpPr>
          <p:nvPr>
            <p:ph type="title"/>
          </p:nvPr>
        </p:nvSpPr>
        <p:spPr>
          <a:xfrm>
            <a:off x="8743950" y="158118"/>
            <a:ext cx="2759074" cy="92333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50000"/>
              <a:buNone/>
            </a:pPr>
            <a:r>
              <a:rPr lang="en-US"/>
              <a:t>Using Tracert </a:t>
            </a:r>
            <a:endParaRPr/>
          </a:p>
        </p:txBody>
      </p:sp>
      <p:pic>
        <p:nvPicPr>
          <p:cNvPr id="2059" name="Google Shape;2059;p61"/>
          <p:cNvPicPr preferRelativeResize="0"/>
          <p:nvPr/>
        </p:nvPicPr>
        <p:blipFill rotWithShape="1">
          <a:blip r:embed="rId3">
            <a:alphaModFix/>
          </a:blip>
          <a:srcRect/>
          <a:stretch/>
        </p:blipFill>
        <p:spPr>
          <a:xfrm>
            <a:off x="117567" y="158117"/>
            <a:ext cx="8397866" cy="6830512"/>
          </a:xfrm>
          <a:prstGeom prst="rect">
            <a:avLst/>
          </a:prstGeom>
          <a:noFill/>
          <a:ln>
            <a:noFill/>
          </a:ln>
        </p:spPr>
      </p:pic>
      <p:sp>
        <p:nvSpPr>
          <p:cNvPr id="2060" name="Google Shape;2060;p61"/>
          <p:cNvSpPr txBox="1"/>
          <p:nvPr/>
        </p:nvSpPr>
        <p:spPr>
          <a:xfrm>
            <a:off x="8743950" y="1081448"/>
            <a:ext cx="3260816" cy="50782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 1</a:t>
            </a:r>
            <a:r>
              <a:rPr lang="en-US" sz="1800" b="0" i="0" u="none" strike="noStrike" cap="none">
                <a:solidFill>
                  <a:srgbClr val="7D28CD"/>
                </a:solidFill>
                <a:latin typeface="Corbel"/>
                <a:ea typeface="Corbel"/>
                <a:cs typeface="Corbel"/>
                <a:sym typeface="Corbel"/>
              </a:rPr>
              <a:t>: </a:t>
            </a:r>
            <a:r>
              <a:rPr lang="en-US" sz="1800" b="0" i="0" u="none" strike="noStrike" cap="none">
                <a:solidFill>
                  <a:srgbClr val="000000"/>
                </a:solidFill>
                <a:latin typeface="Corbel"/>
                <a:ea typeface="Corbel"/>
                <a:cs typeface="Corbel"/>
                <a:sym typeface="Corbel"/>
              </a:rPr>
              <a:t>Our local router or gateway (private IP address).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Hops 2–5</a:t>
            </a:r>
            <a:r>
              <a:rPr lang="en-US" sz="1800" b="0" i="0" u="none" strike="noStrike" cap="none">
                <a:solidFill>
                  <a:srgbClr val="7D28CD"/>
                </a:solidFill>
                <a:latin typeface="Corbel"/>
                <a:ea typeface="Corbel"/>
                <a:cs typeface="Corbel"/>
                <a:sym typeface="Corbel"/>
              </a:rPr>
              <a:t>:</a:t>
            </a:r>
            <a:r>
              <a:rPr lang="en-US" sz="1800" b="0" i="0" u="none" strike="noStrike" cap="none">
                <a:solidFill>
                  <a:srgbClr val="000000"/>
                </a:solidFill>
                <a:latin typeface="Corbel"/>
                <a:ea typeface="Corbel"/>
                <a:cs typeface="Corbel"/>
                <a:sym typeface="Corbel"/>
              </a:rPr>
              <a:t> Internal routing within Bracu ISP's private network (non-public IPs).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 6</a:t>
            </a:r>
            <a:r>
              <a:rPr lang="en-US" sz="1800" b="0" i="0" u="none" strike="noStrike" cap="none">
                <a:solidFill>
                  <a:srgbClr val="7D28CD"/>
                </a:solidFill>
                <a:latin typeface="Corbel"/>
                <a:ea typeface="Corbel"/>
                <a:cs typeface="Corbel"/>
                <a:sym typeface="Corbel"/>
              </a:rPr>
              <a:t>:</a:t>
            </a:r>
            <a:r>
              <a:rPr lang="en-US" sz="1800" b="0" i="0" u="none" strike="noStrike" cap="none">
                <a:solidFill>
                  <a:srgbClr val="000000"/>
                </a:solidFill>
                <a:latin typeface="Corbel"/>
                <a:ea typeface="Corbel"/>
                <a:cs typeface="Corbel"/>
                <a:sym typeface="Corbel"/>
              </a:rPr>
              <a:t> First public IP, ISP's gateway to the internet.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Hops 7–9</a:t>
            </a:r>
            <a:r>
              <a:rPr lang="en-US" sz="1800" b="0" i="0" u="none" strike="noStrike" cap="none">
                <a:solidFill>
                  <a:srgbClr val="000000"/>
                </a:solidFill>
                <a:latin typeface="Corbel"/>
                <a:ea typeface="Corbel"/>
                <a:cs typeface="Corbel"/>
                <a:sym typeface="Corbel"/>
              </a:rPr>
              <a:t>: Routing through regional and backbone ISPs.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Hops 10–13</a:t>
            </a:r>
            <a:r>
              <a:rPr lang="en-US" sz="1800" b="0" i="0" u="none" strike="noStrike" cap="none">
                <a:solidFill>
                  <a:srgbClr val="7D28CD"/>
                </a:solidFill>
                <a:latin typeface="Corbel"/>
                <a:ea typeface="Corbel"/>
                <a:cs typeface="Corbel"/>
                <a:sym typeface="Corbel"/>
              </a:rPr>
              <a:t>: </a:t>
            </a:r>
            <a:r>
              <a:rPr lang="en-US" sz="1800" b="0" i="0" u="none" strike="noStrike" cap="none">
                <a:solidFill>
                  <a:srgbClr val="000000"/>
                </a:solidFill>
                <a:latin typeface="Corbel"/>
                <a:ea typeface="Corbel"/>
                <a:cs typeface="Corbel"/>
                <a:sym typeface="Corbel"/>
              </a:rPr>
              <a:t>Routing through Singapore (a major internet hub).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Hops 14–19</a:t>
            </a:r>
            <a:r>
              <a:rPr lang="en-US" sz="1800" b="0" i="0" u="none" strike="noStrike" cap="none">
                <a:solidFill>
                  <a:srgbClr val="000000"/>
                </a:solidFill>
                <a:latin typeface="Corbel"/>
                <a:ea typeface="Corbel"/>
                <a:cs typeface="Corbel"/>
                <a:sym typeface="Corbel"/>
              </a:rPr>
              <a:t>: Routing through Indian networks, ending in Mumbai.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7D28CD"/>
                </a:solidFill>
                <a:latin typeface="Corbel"/>
                <a:ea typeface="Corbel"/>
                <a:cs typeface="Corbel"/>
                <a:sym typeface="Corbel"/>
              </a:rPr>
              <a:t>Hop 20</a:t>
            </a:r>
            <a:r>
              <a:rPr lang="en-US" sz="1800" b="0" i="0" u="none" strike="noStrike" cap="none">
                <a:solidFill>
                  <a:srgbClr val="000000"/>
                </a:solidFill>
                <a:latin typeface="Corbel"/>
                <a:ea typeface="Corbel"/>
                <a:cs typeface="Corbel"/>
                <a:sym typeface="Corbel"/>
              </a:rPr>
              <a:t>: Final destination—Yahoo's server, located in India, near Mumbai.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64"/>
        <p:cNvGrpSpPr/>
        <p:nvPr/>
      </p:nvGrpSpPr>
      <p:grpSpPr>
        <a:xfrm>
          <a:off x="0" y="0"/>
          <a:ext cx="0" cy="0"/>
          <a:chOff x="0" y="0"/>
          <a:chExt cx="0" cy="0"/>
        </a:xfrm>
      </p:grpSpPr>
      <p:sp>
        <p:nvSpPr>
          <p:cNvPr id="2065" name="Google Shape;2065;p25"/>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Traceroute: Another example</a:t>
            </a:r>
            <a:endParaRPr/>
          </a:p>
        </p:txBody>
      </p:sp>
      <p:sp>
        <p:nvSpPr>
          <p:cNvPr id="2066" name="Google Shape;2066;p25"/>
          <p:cNvSpPr txBox="1">
            <a:spLocks noGrp="1"/>
          </p:cNvSpPr>
          <p:nvPr>
            <p:ph type="body" idx="1"/>
          </p:nvPr>
        </p:nvSpPr>
        <p:spPr>
          <a:xfrm>
            <a:off x="1484310" y="1066801"/>
            <a:ext cx="10018713" cy="47244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610"/>
              <a:buNone/>
            </a:pPr>
            <a:r>
              <a:rPr lang="en-US" sz="1800"/>
              <a:t>Hop 1:  User LAN router</a:t>
            </a:r>
            <a:endParaRPr/>
          </a:p>
          <a:p>
            <a:pPr marL="0" lvl="0" indent="0" algn="l" rtl="0">
              <a:lnSpc>
                <a:spcPct val="100000"/>
              </a:lnSpc>
              <a:spcBef>
                <a:spcPts val="960"/>
              </a:spcBef>
              <a:spcAft>
                <a:spcPts val="0"/>
              </a:spcAft>
              <a:buSzPts val="2610"/>
              <a:buNone/>
            </a:pPr>
            <a:r>
              <a:rPr lang="en-US" sz="1800"/>
              <a:t>Hops 2-4:  Verizon network (a backbone ISP)</a:t>
            </a:r>
            <a:endParaRPr/>
          </a:p>
          <a:p>
            <a:pPr marL="0" lvl="0" indent="0" algn="l" rtl="0">
              <a:lnSpc>
                <a:spcPct val="100000"/>
              </a:lnSpc>
              <a:spcBef>
                <a:spcPts val="960"/>
              </a:spcBef>
              <a:spcAft>
                <a:spcPts val="0"/>
              </a:spcAft>
              <a:buSzPts val="2610"/>
              <a:buNone/>
            </a:pPr>
            <a:r>
              <a:rPr lang="en-US" sz="1800"/>
              <a:t>Hops 5-6:  Alternet (a backbone ISP)</a:t>
            </a:r>
            <a:endParaRPr/>
          </a:p>
          <a:p>
            <a:pPr marL="0" lvl="0" indent="0" algn="l" rtl="0">
              <a:lnSpc>
                <a:spcPct val="100000"/>
              </a:lnSpc>
              <a:spcBef>
                <a:spcPts val="960"/>
              </a:spcBef>
              <a:spcAft>
                <a:spcPts val="0"/>
              </a:spcAft>
              <a:buSzPts val="2610"/>
              <a:buNone/>
            </a:pPr>
            <a:r>
              <a:rPr lang="en-US" sz="1800"/>
              <a:t>Hops 7-11:  Level 3 (a backbone ISP)</a:t>
            </a:r>
            <a:endParaRPr/>
          </a:p>
          <a:p>
            <a:pPr marL="0" lvl="0" indent="0" algn="l" rtl="0">
              <a:lnSpc>
                <a:spcPct val="100000"/>
              </a:lnSpc>
              <a:spcBef>
                <a:spcPts val="960"/>
              </a:spcBef>
              <a:spcAft>
                <a:spcPts val="0"/>
              </a:spcAft>
              <a:buSzPts val="2610"/>
              <a:buNone/>
            </a:pPr>
            <a:r>
              <a:rPr lang="en-US" sz="1800"/>
              <a:t>Hops 12-14:  the Google LAN</a:t>
            </a:r>
            <a:endParaRPr/>
          </a:p>
        </p:txBody>
      </p:sp>
      <p:pic>
        <p:nvPicPr>
          <p:cNvPr id="2067" name="Google Shape;2067;p25"/>
          <p:cNvPicPr preferRelativeResize="0"/>
          <p:nvPr/>
        </p:nvPicPr>
        <p:blipFill rotWithShape="1">
          <a:blip r:embed="rId3">
            <a:alphaModFix/>
          </a:blip>
          <a:srcRect/>
          <a:stretch/>
        </p:blipFill>
        <p:spPr>
          <a:xfrm>
            <a:off x="11029276" y="0"/>
            <a:ext cx="1162724" cy="1066799"/>
          </a:xfrm>
          <a:prstGeom prst="rect">
            <a:avLst/>
          </a:prstGeom>
          <a:noFill/>
          <a:ln>
            <a:noFill/>
          </a:ln>
        </p:spPr>
      </p:pic>
      <p:pic>
        <p:nvPicPr>
          <p:cNvPr id="2068" name="Google Shape;2068;p25"/>
          <p:cNvPicPr preferRelativeResize="0"/>
          <p:nvPr/>
        </p:nvPicPr>
        <p:blipFill rotWithShape="1">
          <a:blip r:embed="rId4">
            <a:alphaModFix/>
          </a:blip>
          <a:srcRect/>
          <a:stretch/>
        </p:blipFill>
        <p:spPr>
          <a:xfrm>
            <a:off x="2420642" y="3095489"/>
            <a:ext cx="8921434" cy="376251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72"/>
        <p:cNvGrpSpPr/>
        <p:nvPr/>
      </p:nvGrpSpPr>
      <p:grpSpPr>
        <a:xfrm>
          <a:off x="0" y="0"/>
          <a:ext cx="0" cy="0"/>
          <a:chOff x="0" y="0"/>
          <a:chExt cx="0" cy="0"/>
        </a:xfrm>
      </p:grpSpPr>
      <p:sp>
        <p:nvSpPr>
          <p:cNvPr id="2073" name="Google Shape;2073;p26"/>
          <p:cNvSpPr txBox="1">
            <a:spLocks noGrp="1"/>
          </p:cNvSpPr>
          <p:nvPr>
            <p:ph type="title"/>
          </p:nvPr>
        </p:nvSpPr>
        <p:spPr>
          <a:xfrm>
            <a:off x="1484310" y="325395"/>
            <a:ext cx="10018713" cy="74140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orbel"/>
              <a:buNone/>
            </a:pPr>
            <a:r>
              <a:rPr lang="en-US"/>
              <a:t>Traceroute: Request Timed Out</a:t>
            </a:r>
            <a:endParaRPr/>
          </a:p>
        </p:txBody>
      </p:sp>
      <p:sp>
        <p:nvSpPr>
          <p:cNvPr id="2074" name="Google Shape;2074;p26"/>
          <p:cNvSpPr txBox="1">
            <a:spLocks noGrp="1"/>
          </p:cNvSpPr>
          <p:nvPr>
            <p:ph type="body" idx="1"/>
          </p:nvPr>
        </p:nvSpPr>
        <p:spPr>
          <a:xfrm>
            <a:off x="1591925" y="1407433"/>
            <a:ext cx="10018713" cy="47244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3480"/>
              <a:buNone/>
            </a:pPr>
            <a:r>
              <a:rPr lang="en-US"/>
              <a:t>This message indicates that the router security settings keep it from revealing its identity or the router and connection are slow.</a:t>
            </a:r>
            <a:endParaRPr/>
          </a:p>
        </p:txBody>
      </p:sp>
      <p:pic>
        <p:nvPicPr>
          <p:cNvPr id="2075" name="Google Shape;2075;p26"/>
          <p:cNvPicPr preferRelativeResize="0"/>
          <p:nvPr/>
        </p:nvPicPr>
        <p:blipFill rotWithShape="1">
          <a:blip r:embed="rId3">
            <a:alphaModFix/>
          </a:blip>
          <a:srcRect/>
          <a:stretch/>
        </p:blipFill>
        <p:spPr>
          <a:xfrm>
            <a:off x="11029276" y="0"/>
            <a:ext cx="1162724" cy="1066799"/>
          </a:xfrm>
          <a:prstGeom prst="rect">
            <a:avLst/>
          </a:prstGeom>
          <a:noFill/>
          <a:ln>
            <a:noFill/>
          </a:ln>
        </p:spPr>
      </p:pic>
      <p:pic>
        <p:nvPicPr>
          <p:cNvPr id="2076" name="Google Shape;2076;p26"/>
          <p:cNvPicPr preferRelativeResize="0"/>
          <p:nvPr/>
        </p:nvPicPr>
        <p:blipFill rotWithShape="1">
          <a:blip r:embed="rId4">
            <a:alphaModFix/>
          </a:blip>
          <a:srcRect/>
          <a:stretch/>
        </p:blipFill>
        <p:spPr>
          <a:xfrm>
            <a:off x="2150266" y="2874962"/>
            <a:ext cx="8229600" cy="55403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80"/>
        <p:cNvGrpSpPr/>
        <p:nvPr/>
      </p:nvGrpSpPr>
      <p:grpSpPr>
        <a:xfrm>
          <a:off x="0" y="0"/>
          <a:ext cx="0" cy="0"/>
          <a:chOff x="0" y="0"/>
          <a:chExt cx="0" cy="0"/>
        </a:xfrm>
      </p:grpSpPr>
      <p:sp>
        <p:nvSpPr>
          <p:cNvPr id="2081" name="Google Shape;2081;p40"/>
          <p:cNvSpPr txBox="1">
            <a:spLocks noGrp="1"/>
          </p:cNvSpPr>
          <p:nvPr>
            <p:ph type="title"/>
          </p:nvPr>
        </p:nvSpPr>
        <p:spPr>
          <a:xfrm>
            <a:off x="1484310" y="325395"/>
            <a:ext cx="10018713" cy="380794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7200"/>
              <a:buFont typeface="Corbel"/>
              <a:buNone/>
            </a:pPr>
            <a:r>
              <a:rPr lang="en-US" sz="7200"/>
              <a:t>The End</a:t>
            </a:r>
            <a:endParaRPr/>
          </a:p>
        </p:txBody>
      </p:sp>
      <p:pic>
        <p:nvPicPr>
          <p:cNvPr id="2082" name="Google Shape;2082;p40"/>
          <p:cNvPicPr preferRelativeResize="0"/>
          <p:nvPr/>
        </p:nvPicPr>
        <p:blipFill rotWithShape="1">
          <a:blip r:embed="rId3">
            <a:alphaModFix/>
          </a:blip>
          <a:srcRect/>
          <a:stretch/>
        </p:blipFill>
        <p:spPr>
          <a:xfrm>
            <a:off x="11029276" y="0"/>
            <a:ext cx="1162724" cy="1066799"/>
          </a:xfrm>
          <a:prstGeom prst="rect">
            <a:avLst/>
          </a:prstGeom>
          <a:noFill/>
          <a:ln>
            <a:noFill/>
          </a:ln>
        </p:spPr>
      </p:pic>
    </p:spTree>
  </p:cSld>
  <p:clrMapOvr>
    <a:masterClrMapping/>
  </p:clrMapOvr>
</p:sld>
</file>

<file path=ppt/theme/theme1.xml><?xml version="1.0" encoding="utf-8"?>
<a:theme xmlns:a="http://schemas.openxmlformats.org/drawingml/2006/main"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TotalTime>
  <Words>2706</Words>
  <Application>Microsoft Office PowerPoint</Application>
  <PresentationFormat>Widescreen</PresentationFormat>
  <Paragraphs>529</Paragraphs>
  <Slides>45</Slides>
  <Notes>43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5" baseType="lpstr">
      <vt:lpstr>Arial</vt:lpstr>
      <vt:lpstr>Noto Sans Symbols</vt:lpstr>
      <vt:lpstr>Calibri</vt:lpstr>
      <vt:lpstr>Cambria Math</vt:lpstr>
      <vt:lpstr>Comic Sans MS</vt:lpstr>
      <vt:lpstr>Corbel</vt:lpstr>
      <vt:lpstr>Helvetica Neue</vt:lpstr>
      <vt:lpstr>Times New Roman</vt:lpstr>
      <vt:lpstr>Parallax</vt:lpstr>
      <vt:lpstr>MS_ClipArt_Gallery.2</vt:lpstr>
      <vt:lpstr>Objectives</vt:lpstr>
      <vt:lpstr>The Network Layer</vt:lpstr>
      <vt:lpstr>Packet Switching </vt:lpstr>
      <vt:lpstr>Packet Switching</vt:lpstr>
      <vt:lpstr>Datagram networks</vt:lpstr>
      <vt:lpstr>Virtual Circuits: Signaling Protocols</vt:lpstr>
      <vt:lpstr>Network Layer: IPv4 Functions</vt:lpstr>
      <vt:lpstr>Functions of Network Layer</vt:lpstr>
      <vt:lpstr>Router architecture overview</vt:lpstr>
      <vt:lpstr>Control Plane – the brain!</vt:lpstr>
      <vt:lpstr>Data Plane – the hands and legs!</vt:lpstr>
      <vt:lpstr>Input port functions</vt:lpstr>
      <vt:lpstr>Input port functions</vt:lpstr>
      <vt:lpstr>Internet Protocol IPv4</vt:lpstr>
      <vt:lpstr>Internet Network Layer</vt:lpstr>
      <vt:lpstr>IPv4 Datagram Format</vt:lpstr>
      <vt:lpstr>IPv4 Datagram Header Format</vt:lpstr>
      <vt:lpstr>IPv4 Datagram Header Format</vt:lpstr>
      <vt:lpstr>Time to Live - TTL</vt:lpstr>
      <vt:lpstr>Time to Live - TTL</vt:lpstr>
      <vt:lpstr>IPv4 Datagram Format</vt:lpstr>
      <vt:lpstr>IP Fragmentation &amp; Reassembly</vt:lpstr>
      <vt:lpstr>IP Fragmentation &amp; Reassembly</vt:lpstr>
      <vt:lpstr>IP Fragmentation &amp; Reassembly</vt:lpstr>
      <vt:lpstr>A packet of size 2584 bytes including 32 bytes of header was fragmented for transmitting in a link with MTU=X bytes. The 9th packet has a size of 272 bytes. It also has its MF bit set. I. Calculate the value of X. II. Calculate the fragment offset for the 7th packet. III. Find out the total number of fragmented packets</vt:lpstr>
      <vt:lpstr>A packet of size 7240 bytes including 40 bytes of header arrived at a router. The router can send at most 800 bytes at a time through the link and thus fragment accordingly. I. Calculate the number of fragments that will be created. II. Calculate the fragment size of the last fragment. III. Calculate the fragment offset of the 8th fragment. IV. Explain why the MF bit is always zero for the last fragment.</vt:lpstr>
      <vt:lpstr>ICMP</vt:lpstr>
      <vt:lpstr>ICMP</vt:lpstr>
      <vt:lpstr>Ping</vt:lpstr>
      <vt:lpstr>Ping</vt:lpstr>
      <vt:lpstr>ICMP Packet Format</vt:lpstr>
      <vt:lpstr>ICMP Packet Format</vt:lpstr>
      <vt:lpstr>Unsuccessful Ping </vt:lpstr>
      <vt:lpstr>Ping Attacks</vt:lpstr>
      <vt:lpstr>Ping Attacks</vt:lpstr>
      <vt:lpstr>IP MTU Discovery with ICMP</vt:lpstr>
      <vt:lpstr>IP MTU Discovery with ICMP</vt:lpstr>
      <vt:lpstr>IP MTU Discovery with ICMP</vt:lpstr>
      <vt:lpstr>Traceroute</vt:lpstr>
      <vt:lpstr>Traceroute</vt:lpstr>
      <vt:lpstr>Traceroute</vt:lpstr>
      <vt:lpstr>Using Tracert </vt:lpstr>
      <vt:lpstr>Traceroute: Another example</vt:lpstr>
      <vt:lpstr>Traceroute: Request Timed Out</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Objectives</dc:title>
  <dc:creator>Arif Shakil</dc:creator>
  <cp:lastModifiedBy>Md. Sakir Hossain</cp:lastModifiedBy>
  <cp:revision>5</cp:revision>
  <dcterms:created xsi:type="dcterms:W3CDTF">2020-06-17T13:03:26Z</dcterms:created>
  <dcterms:modified xsi:type="dcterms:W3CDTF">2026-04-12T09:06:08Z</dcterms:modified>
</cp:coreProperties>
</file>