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ink/ink1.xml" ContentType="application/inkml+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86"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7" r:id="rId30"/>
    <p:sldId id="283" r:id="rId31"/>
    <p:sldId id="284" r:id="rId32"/>
    <p:sldId id="291" r:id="rId33"/>
    <p:sldId id="290" r:id="rId34"/>
    <p:sldId id="289" r:id="rId35"/>
    <p:sldId id="288" r:id="rId36"/>
    <p:sldId id="285" r:id="rId37"/>
  </p:sldIdLst>
  <p:sldSz cx="12192000" cy="6858000"/>
  <p:notesSz cx="6858000" cy="9144000"/>
  <p:embeddedFontLst>
    <p:embeddedFont>
      <p:font typeface="Calibri" panose="020F0502020204030204" pitchFamily="34" charset="0"/>
      <p:regular r:id="rId39"/>
      <p:bold r:id="rId40"/>
      <p:italic r:id="rId41"/>
      <p:boldItalic r:id="rId42"/>
    </p:embeddedFont>
    <p:embeddedFont>
      <p:font typeface="Comic Sans MS" panose="030F0702030302020204" pitchFamily="66" charset="0"/>
      <p:regular r:id="rId43"/>
      <p:bold r:id="rId44"/>
      <p:italic r:id="rId45"/>
      <p:boldItalic r:id="rId46"/>
    </p:embeddedFont>
    <p:embeddedFont>
      <p:font typeface="Corbel" panose="020B0503020204020204" pitchFamily="34" charset="0"/>
      <p:regular r:id="rId47"/>
      <p:bold r:id="rId48"/>
      <p:italic r:id="rId49"/>
      <p:boldItalic r:id="rId50"/>
    </p:embeddedFont>
    <p:embeddedFont>
      <p:font typeface="Garamond" panose="02020404030301010803" pitchFamily="18" charset="0"/>
      <p:regular r:id="rId51"/>
      <p:bold r:id="rId52"/>
      <p:italic r:id="rId53"/>
      <p:boldItalic r:id="rId54"/>
    </p:embeddedFont>
    <p:embeddedFont>
      <p:font typeface="Gill Sans" panose="020B0604020202020204" charset="0"/>
      <p:regular r:id="rId55"/>
      <p:bold r:id="rId56"/>
    </p:embeddedFont>
    <p:embeddedFont>
      <p:font typeface="Noto Sans" panose="020B0502040504020204" pitchFamily="34" charset="0"/>
      <p:regular r:id="rId57"/>
      <p:bold r:id="rId58"/>
      <p:italic r:id="rId59"/>
      <p:boldItalic r:id="rId60"/>
    </p:embeddedFont>
    <p:embeddedFont>
      <p:font typeface="Tahoma" panose="020B0604030504040204" pitchFamily="34" charset="0"/>
      <p:regular r:id="rId61"/>
      <p:bold r:id="rId62"/>
    </p:embeddedFont>
    <p:embeddedFont>
      <p:font typeface="Verdana" panose="020B0604030504040204" pitchFamily="34" charset="0"/>
      <p:regular r:id="rId63"/>
      <p:bold r:id="rId64"/>
      <p:italic r:id="rId65"/>
      <p:boldItalic r:id="rId6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7" roundtripDataSignature="AMtx7misprLswyhFZQ0vpCCraE4FC/hf6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C4FCD98-5209-47F4-9483-061DBF414D99}">
  <a:tblStyle styleId="{EC4FCD98-5209-47F4-9483-061DBF414D99}" styleName="Table_0">
    <a:wholeTbl>
      <a:tcTxStyle b="off" i="off">
        <a:font>
          <a:latin typeface="Corbel"/>
          <a:ea typeface="Corbel"/>
          <a:cs typeface="Corbe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F1FB"/>
          </a:solidFill>
        </a:fill>
      </a:tcStyle>
    </a:wholeTbl>
    <a:band1H>
      <a:tcTxStyle b="off" i="off"/>
      <a:tcStyle>
        <a:tcBdr/>
        <a:fill>
          <a:solidFill>
            <a:srgbClr val="CCE2F8"/>
          </a:solidFill>
        </a:fill>
      </a:tcStyle>
    </a:band1H>
    <a:band2H>
      <a:tcTxStyle b="off" i="off"/>
      <a:tcStyle>
        <a:tcBdr/>
      </a:tcStyle>
    </a:band2H>
    <a:band1V>
      <a:tcTxStyle b="off" i="off"/>
      <a:tcStyle>
        <a:tcBdr/>
        <a:fill>
          <a:solidFill>
            <a:srgbClr val="CCE2F8"/>
          </a:solidFill>
        </a:fill>
      </a:tcStyle>
    </a:band1V>
    <a:band2V>
      <a:tcTxStyle b="off" i="off"/>
      <a:tcStyle>
        <a:tcBdr/>
      </a:tcStyle>
    </a:band2V>
    <a:lastCol>
      <a:tcTxStyle b="on" i="off">
        <a:font>
          <a:latin typeface="Corbel"/>
          <a:ea typeface="Corbel"/>
          <a:cs typeface="Corbel"/>
        </a:font>
        <a:schemeClr val="lt1"/>
      </a:tcTxStyle>
      <a:tcStyle>
        <a:tcBdr/>
        <a:fill>
          <a:solidFill>
            <a:schemeClr val="accent1"/>
          </a:solidFill>
        </a:fill>
      </a:tcStyle>
    </a:lastCol>
    <a:firstCol>
      <a:tcTxStyle b="on" i="off">
        <a:font>
          <a:latin typeface="Corbel"/>
          <a:ea typeface="Corbel"/>
          <a:cs typeface="Corbel"/>
        </a:font>
        <a:schemeClr val="lt1"/>
      </a:tcTxStyle>
      <a:tcStyle>
        <a:tcBdr/>
        <a:fill>
          <a:solidFill>
            <a:schemeClr val="accent1"/>
          </a:solidFill>
        </a:fill>
      </a:tcStyle>
    </a:firstCol>
    <a:lastRow>
      <a:tcTxStyle b="on" i="off">
        <a:font>
          <a:latin typeface="Corbel"/>
          <a:ea typeface="Corbel"/>
          <a:cs typeface="Corbe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orbel"/>
          <a:ea typeface="Corbel"/>
          <a:cs typeface="Corbe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 styleId="{48E84C15-F357-4B55-837A-93BB2D24EF1C}" styleName="Table_1">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6F87FCAC-04E5-4AFC-BD3A-FF177D9DD956}" styleName="Table_2">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83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font" Target="fonts/font4.fntdata"/><Relationship Id="rId47" Type="http://schemas.openxmlformats.org/officeDocument/2006/relationships/font" Target="fonts/font9.fntdata"/><Relationship Id="rId63" Type="http://schemas.openxmlformats.org/officeDocument/2006/relationships/font" Target="fonts/font25.fntdata"/><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45" Type="http://schemas.openxmlformats.org/officeDocument/2006/relationships/font" Target="fonts/font7.fntdata"/><Relationship Id="rId53" Type="http://schemas.openxmlformats.org/officeDocument/2006/relationships/font" Target="fonts/font15.fntdata"/><Relationship Id="rId58" Type="http://schemas.openxmlformats.org/officeDocument/2006/relationships/font" Target="fonts/font20.fntdata"/><Relationship Id="rId66" Type="http://schemas.openxmlformats.org/officeDocument/2006/relationships/font" Target="fonts/font28.fntdata"/><Relationship Id="rId5" Type="http://schemas.openxmlformats.org/officeDocument/2006/relationships/slide" Target="slides/slide4.xml"/><Relationship Id="rId61" Type="http://schemas.openxmlformats.org/officeDocument/2006/relationships/font" Target="fonts/font23.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5.fntdata"/><Relationship Id="rId48" Type="http://schemas.openxmlformats.org/officeDocument/2006/relationships/font" Target="fonts/font10.fntdata"/><Relationship Id="rId56" Type="http://schemas.openxmlformats.org/officeDocument/2006/relationships/font" Target="fonts/font18.fntdata"/><Relationship Id="rId64" Type="http://schemas.openxmlformats.org/officeDocument/2006/relationships/font" Target="fonts/font26.fntdata"/><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1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font" Target="fonts/font8.fntdata"/><Relationship Id="rId59" Type="http://schemas.openxmlformats.org/officeDocument/2006/relationships/font" Target="fonts/font21.fntdata"/><Relationship Id="rId67" Type="http://customschemas.google.com/relationships/presentationmetadata" Target="metadata"/><Relationship Id="rId20" Type="http://schemas.openxmlformats.org/officeDocument/2006/relationships/slide" Target="slides/slide19.xml"/><Relationship Id="rId41" Type="http://schemas.openxmlformats.org/officeDocument/2006/relationships/font" Target="fonts/font3.fntdata"/><Relationship Id="rId54" Type="http://schemas.openxmlformats.org/officeDocument/2006/relationships/font" Target="fonts/font16.fntdata"/><Relationship Id="rId62" Type="http://schemas.openxmlformats.org/officeDocument/2006/relationships/font" Target="fonts/font24.fntdata"/><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1.fntdata"/><Relationship Id="rId57" Type="http://schemas.openxmlformats.org/officeDocument/2006/relationships/font" Target="fonts/font19.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6.fntdata"/><Relationship Id="rId52" Type="http://schemas.openxmlformats.org/officeDocument/2006/relationships/font" Target="fonts/font14.fntdata"/><Relationship Id="rId60" Type="http://schemas.openxmlformats.org/officeDocument/2006/relationships/font" Target="fonts/font22.fntdata"/><Relationship Id="rId65" Type="http://schemas.openxmlformats.org/officeDocument/2006/relationships/font" Target="fonts/font27.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font" Target="fonts/font1.fntdata"/><Relationship Id="rId34" Type="http://schemas.openxmlformats.org/officeDocument/2006/relationships/slide" Target="slides/slide33.xml"/><Relationship Id="rId50" Type="http://schemas.openxmlformats.org/officeDocument/2006/relationships/font" Target="fonts/font12.fntdata"/><Relationship Id="rId55" Type="http://schemas.openxmlformats.org/officeDocument/2006/relationships/font" Target="fonts/font17.fntdata"/></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05:01:23.724"/>
    </inkml:context>
    <inkml:brush xml:id="br0">
      <inkml:brushProperty name="width" value="0.05" units="cm"/>
      <inkml:brushProperty name="height" value="0.05" units="cm"/>
      <inkml:brushProperty name="color" value="#E71224"/>
    </inkml:brush>
  </inkml:definitions>
  <inkml:trace contextRef="#ctx0" brushRef="#br0">1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2" name="Google Shape;152;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0" name="Google Shape;16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9" name="Google Shape;169;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3</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4" name="Google Shape;394;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5" name="Google Shape;395;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4</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4"/>
        <p:cNvGrpSpPr/>
        <p:nvPr/>
      </p:nvGrpSpPr>
      <p:grpSpPr>
        <a:xfrm>
          <a:off x="0" y="0"/>
          <a:ext cx="0" cy="0"/>
          <a:chOff x="0" y="0"/>
          <a:chExt cx="0" cy="0"/>
        </a:xfrm>
      </p:grpSpPr>
      <p:sp>
        <p:nvSpPr>
          <p:cNvPr id="625" name="Google Shape;625;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6" name="Google Shape;626;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27" name="Google Shape;627;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4"/>
        <p:cNvGrpSpPr/>
        <p:nvPr/>
      </p:nvGrpSpPr>
      <p:grpSpPr>
        <a:xfrm>
          <a:off x="0" y="0"/>
          <a:ext cx="0" cy="0"/>
          <a:chOff x="0" y="0"/>
          <a:chExt cx="0" cy="0"/>
        </a:xfrm>
      </p:grpSpPr>
      <p:sp>
        <p:nvSpPr>
          <p:cNvPr id="765" name="Google Shape;76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6" name="Google Shape;766;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7" name="Google Shape;767;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2"/>
        <p:cNvGrpSpPr/>
        <p:nvPr/>
      </p:nvGrpSpPr>
      <p:grpSpPr>
        <a:xfrm>
          <a:off x="0" y="0"/>
          <a:ext cx="0" cy="0"/>
          <a:chOff x="0" y="0"/>
          <a:chExt cx="0" cy="0"/>
        </a:xfrm>
      </p:grpSpPr>
      <p:sp>
        <p:nvSpPr>
          <p:cNvPr id="833" name="Google Shape;833;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4" name="Google Shape;834;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5" name="Google Shape;835;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7</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8"/>
        <p:cNvGrpSpPr/>
        <p:nvPr/>
      </p:nvGrpSpPr>
      <p:grpSpPr>
        <a:xfrm>
          <a:off x="0" y="0"/>
          <a:ext cx="0" cy="0"/>
          <a:chOff x="0" y="0"/>
          <a:chExt cx="0" cy="0"/>
        </a:xfrm>
      </p:grpSpPr>
      <p:sp>
        <p:nvSpPr>
          <p:cNvPr id="849" name="Google Shape;84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50" name="Google Shape;850;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1" name="Google Shape;851;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300"/>
              <a:buNone/>
            </a:pPr>
            <a:fld id="{00000000-1234-1234-1234-123412341234}" type="slidenum">
              <a:rPr lang="en-US" sz="1300" b="0" i="0" u="none" strike="noStrike" cap="none">
                <a:solidFill>
                  <a:schemeClr val="dk1"/>
                </a:solidFill>
                <a:latin typeface="Times New Roman"/>
                <a:ea typeface="Times New Roman"/>
                <a:cs typeface="Times New Roman"/>
                <a:sym typeface="Times New Roman"/>
              </a:rPr>
              <a:t>8</a:t>
            </a:fld>
            <a:endParaRPr sz="1300" b="0" i="0" u="none" strike="noStrike" cap="non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59" name="Google Shape;859;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0" name="Google Shape;860;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300"/>
              <a:buNone/>
            </a:pPr>
            <a:fld id="{00000000-1234-1234-1234-123412341234}" type="slidenum">
              <a:rPr lang="en-US" sz="1300" b="0" i="0" u="none" strike="noStrike" cap="none">
                <a:solidFill>
                  <a:schemeClr val="dk1"/>
                </a:solidFill>
                <a:latin typeface="Times New Roman"/>
                <a:ea typeface="Times New Roman"/>
                <a:cs typeface="Times New Roman"/>
                <a:sym typeface="Times New Roman"/>
              </a:rPr>
              <a:t>9</a:t>
            </a:fld>
            <a:endParaRPr sz="1300" b="0" i="0" u="none" strike="noStrike" cap="non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p:cNvGrpSpPr/>
        <p:nvPr/>
      </p:nvGrpSpPr>
      <p:grpSpPr>
        <a:xfrm>
          <a:off x="0" y="0"/>
          <a:ext cx="0" cy="0"/>
          <a:chOff x="0" y="0"/>
          <a:chExt cx="0" cy="0"/>
        </a:xfrm>
      </p:grpSpPr>
      <p:sp>
        <p:nvSpPr>
          <p:cNvPr id="874" name="Google Shape;874;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75" name="Google Shape;875;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6" name="Google Shape;876;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300"/>
              <a:buNone/>
            </a:pPr>
            <a:fld id="{00000000-1234-1234-1234-123412341234}" type="slidenum">
              <a:rPr lang="en-US" sz="1300" b="0" i="0" u="none" strike="noStrike" cap="none">
                <a:solidFill>
                  <a:schemeClr val="dk1"/>
                </a:solidFill>
                <a:latin typeface="Times New Roman"/>
                <a:ea typeface="Times New Roman"/>
                <a:cs typeface="Times New Roman"/>
                <a:sym typeface="Times New Roman"/>
              </a:rPr>
              <a:t>10</a:t>
            </a:fld>
            <a:endParaRPr sz="1300" b="0" i="0" u="none" strike="noStrike" cap="non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2"/>
        <p:cNvGrpSpPr/>
        <p:nvPr/>
      </p:nvGrpSpPr>
      <p:grpSpPr>
        <a:xfrm>
          <a:off x="0" y="0"/>
          <a:ext cx="0" cy="0"/>
          <a:chOff x="0" y="0"/>
          <a:chExt cx="0" cy="0"/>
        </a:xfrm>
      </p:grpSpPr>
      <p:sp>
        <p:nvSpPr>
          <p:cNvPr id="883" name="Google Shape;883;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4" name="Google Shape;884;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0"/>
        <p:cNvGrpSpPr/>
        <p:nvPr/>
      </p:nvGrpSpPr>
      <p:grpSpPr>
        <a:xfrm>
          <a:off x="0" y="0"/>
          <a:ext cx="0" cy="0"/>
          <a:chOff x="0" y="0"/>
          <a:chExt cx="0" cy="0"/>
        </a:xfrm>
      </p:grpSpPr>
      <p:sp>
        <p:nvSpPr>
          <p:cNvPr id="891" name="Google Shape;891;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2" name="Google Shape;892;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01" name="Google Shape;901;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2" name="Google Shape;902;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300"/>
              <a:buNone/>
            </a:pPr>
            <a:fld id="{00000000-1234-1234-1234-123412341234}" type="slidenum">
              <a:rPr lang="en-US" sz="1300">
                <a:solidFill>
                  <a:schemeClr val="dk1"/>
                </a:solidFill>
                <a:latin typeface="Times New Roman"/>
                <a:ea typeface="Times New Roman"/>
                <a:cs typeface="Times New Roman"/>
                <a:sym typeface="Times New Roman"/>
              </a:rPr>
              <a:t>14</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7"/>
        <p:cNvGrpSpPr/>
        <p:nvPr/>
      </p:nvGrpSpPr>
      <p:grpSpPr>
        <a:xfrm>
          <a:off x="0" y="0"/>
          <a:ext cx="0" cy="0"/>
          <a:chOff x="0" y="0"/>
          <a:chExt cx="0" cy="0"/>
        </a:xfrm>
      </p:grpSpPr>
      <p:sp>
        <p:nvSpPr>
          <p:cNvPr id="908" name="Google Shape;908;g2674c0d7ef2_0_174:notes"/>
          <p:cNvSpPr txBox="1">
            <a:spLocks noGrp="1"/>
          </p:cNvSpPr>
          <p:nvPr>
            <p:ph type="body" idx="1"/>
          </p:nvPr>
        </p:nvSpPr>
        <p:spPr>
          <a:xfrm>
            <a:off x="685316" y="4344692"/>
            <a:ext cx="5487300" cy="4113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9" name="Google Shape;909;g2674c0d7ef2_0_1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g2674c0d7ef2_0_460:notes"/>
          <p:cNvSpPr txBox="1">
            <a:spLocks noGrp="1"/>
          </p:cNvSpPr>
          <p:nvPr>
            <p:ph type="body" idx="1"/>
          </p:nvPr>
        </p:nvSpPr>
        <p:spPr>
          <a:xfrm>
            <a:off x="685316" y="4344692"/>
            <a:ext cx="5487300" cy="4113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0" name="Google Shape;920;g2674c0d7ef2_0_4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6"/>
        <p:cNvGrpSpPr/>
        <p:nvPr/>
      </p:nvGrpSpPr>
      <p:grpSpPr>
        <a:xfrm>
          <a:off x="0" y="0"/>
          <a:ext cx="0" cy="0"/>
          <a:chOff x="0" y="0"/>
          <a:chExt cx="0" cy="0"/>
        </a:xfrm>
      </p:grpSpPr>
      <p:sp>
        <p:nvSpPr>
          <p:cNvPr id="937" name="Google Shape;937;g2674c0d7ef2_0_476:notes"/>
          <p:cNvSpPr txBox="1"/>
          <p:nvPr/>
        </p:nvSpPr>
        <p:spPr>
          <a:xfrm>
            <a:off x="3883998" y="8684971"/>
            <a:ext cx="2972400" cy="457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Arial"/>
                <a:ea typeface="Arial"/>
                <a:cs typeface="Arial"/>
                <a:sym typeface="Arial"/>
              </a:rPr>
              <a:t>17</a:t>
            </a:fld>
            <a:endParaRPr sz="1400" b="0" i="0" u="none" strike="noStrike" cap="none">
              <a:solidFill>
                <a:srgbClr val="000000"/>
              </a:solidFill>
              <a:latin typeface="Arial"/>
              <a:ea typeface="Arial"/>
              <a:cs typeface="Arial"/>
              <a:sym typeface="Arial"/>
            </a:endParaRPr>
          </a:p>
        </p:txBody>
      </p:sp>
      <p:sp>
        <p:nvSpPr>
          <p:cNvPr id="938" name="Google Shape;938;g2674c0d7ef2_0_4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39" name="Google Shape;939;g2674c0d7ef2_0_476:notes"/>
          <p:cNvSpPr txBox="1">
            <a:spLocks noGrp="1"/>
          </p:cNvSpPr>
          <p:nvPr>
            <p:ph type="body" idx="1"/>
          </p:nvPr>
        </p:nvSpPr>
        <p:spPr>
          <a:xfrm>
            <a:off x="914833" y="4344692"/>
            <a:ext cx="5028300" cy="4113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FFFF00"/>
              </a:buClr>
              <a:buSzPts val="1800"/>
              <a:buNone/>
            </a:pPr>
            <a:r>
              <a:rPr lang="en-US">
                <a:solidFill>
                  <a:srgbClr val="FFFF00"/>
                </a:solidFill>
              </a:rPr>
              <a:t>DNS and the Browser:</a:t>
            </a:r>
            <a:endParaRPr/>
          </a:p>
          <a:p>
            <a:pPr marL="0" lvl="1" indent="0" algn="l" rtl="0">
              <a:lnSpc>
                <a:spcPct val="100000"/>
              </a:lnSpc>
              <a:spcBef>
                <a:spcPts val="0"/>
              </a:spcBef>
              <a:spcAft>
                <a:spcPts val="0"/>
              </a:spcAft>
              <a:buClr>
                <a:srgbClr val="000000"/>
              </a:buClr>
              <a:buSzPts val="1800"/>
              <a:buNone/>
            </a:pPr>
            <a:r>
              <a:rPr lang="en-US">
                <a:solidFill>
                  <a:srgbClr val="000000"/>
                </a:solidFill>
              </a:rPr>
              <a:t>First, a domain name or URL is entered in the address field of the browser.  The browser passes the name to the resolver.</a:t>
            </a:r>
            <a:endParaRPr/>
          </a:p>
          <a:p>
            <a:pPr marL="0" lvl="0" indent="0" algn="l" rtl="0">
              <a:lnSpc>
                <a:spcPct val="100000"/>
              </a:lnSpc>
              <a:spcBef>
                <a:spcPts val="0"/>
              </a:spcBef>
              <a:spcAft>
                <a:spcPts val="0"/>
              </a:spcAft>
              <a:buSzPts val="1400"/>
              <a:buNone/>
            </a:pPr>
            <a:endParaRPr>
              <a:solidFill>
                <a:srgbClr val="000000"/>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6"/>
        <p:cNvGrpSpPr/>
        <p:nvPr/>
      </p:nvGrpSpPr>
      <p:grpSpPr>
        <a:xfrm>
          <a:off x="0" y="0"/>
          <a:ext cx="0" cy="0"/>
          <a:chOff x="0" y="0"/>
          <a:chExt cx="0" cy="0"/>
        </a:xfrm>
      </p:grpSpPr>
      <p:sp>
        <p:nvSpPr>
          <p:cNvPr id="957" name="Google Shape;957;g26786a775ea_0_10:notes"/>
          <p:cNvSpPr txBox="1">
            <a:spLocks noGrp="1"/>
          </p:cNvSpPr>
          <p:nvPr>
            <p:ph type="body" idx="1"/>
          </p:nvPr>
        </p:nvSpPr>
        <p:spPr>
          <a:xfrm>
            <a:off x="685316" y="4344692"/>
            <a:ext cx="5487300" cy="4113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8" name="Google Shape;958;g26786a775ea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5"/>
        <p:cNvGrpSpPr/>
        <p:nvPr/>
      </p:nvGrpSpPr>
      <p:grpSpPr>
        <a:xfrm>
          <a:off x="0" y="0"/>
          <a:ext cx="0" cy="0"/>
          <a:chOff x="0" y="0"/>
          <a:chExt cx="0" cy="0"/>
        </a:xfrm>
      </p:grpSpPr>
      <p:sp>
        <p:nvSpPr>
          <p:cNvPr id="976" name="Google Shape;976;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7" name="Google Shape;977;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8" name="Google Shape;978;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19</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7"/>
        <p:cNvGrpSpPr/>
        <p:nvPr/>
      </p:nvGrpSpPr>
      <p:grpSpPr>
        <a:xfrm>
          <a:off x="0" y="0"/>
          <a:ext cx="0" cy="0"/>
          <a:chOff x="0" y="0"/>
          <a:chExt cx="0" cy="0"/>
        </a:xfrm>
      </p:grpSpPr>
      <p:sp>
        <p:nvSpPr>
          <p:cNvPr id="988" name="Google Shape;988;g2674c0d7ef2_0_568:notes"/>
          <p:cNvSpPr txBox="1">
            <a:spLocks noGrp="1"/>
          </p:cNvSpPr>
          <p:nvPr>
            <p:ph type="body" idx="1"/>
          </p:nvPr>
        </p:nvSpPr>
        <p:spPr>
          <a:xfrm>
            <a:off x="685316" y="4344692"/>
            <a:ext cx="5487300" cy="4113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9" name="Google Shape;989;g2674c0d7ef2_0_5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6"/>
        <p:cNvGrpSpPr/>
        <p:nvPr/>
      </p:nvGrpSpPr>
      <p:grpSpPr>
        <a:xfrm>
          <a:off x="0" y="0"/>
          <a:ext cx="0" cy="0"/>
          <a:chOff x="0" y="0"/>
          <a:chExt cx="0" cy="0"/>
        </a:xfrm>
      </p:grpSpPr>
      <p:sp>
        <p:nvSpPr>
          <p:cNvPr id="997" name="Google Shape;997;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98" name="Google Shape;998;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9" name="Google Shape;999;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300"/>
              <a:buNone/>
            </a:pPr>
            <a:fld id="{00000000-1234-1234-1234-123412341234}" type="slidenum">
              <a:rPr lang="en-US" sz="1300">
                <a:solidFill>
                  <a:schemeClr val="dk1"/>
                </a:solidFill>
                <a:latin typeface="Times New Roman"/>
                <a:ea typeface="Times New Roman"/>
                <a:cs typeface="Times New Roman"/>
                <a:sym typeface="Times New Roman"/>
              </a:rPr>
              <a:t>21</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4"/>
        <p:cNvGrpSpPr/>
        <p:nvPr/>
      </p:nvGrpSpPr>
      <p:grpSpPr>
        <a:xfrm>
          <a:off x="0" y="0"/>
          <a:ext cx="0" cy="0"/>
          <a:chOff x="0" y="0"/>
          <a:chExt cx="0" cy="0"/>
        </a:xfrm>
      </p:grpSpPr>
      <p:sp>
        <p:nvSpPr>
          <p:cNvPr id="1005" name="Google Shape;1005;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06" name="Google Shape;1006;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7" name="Google Shape;1007;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300"/>
              <a:buNone/>
            </a:pPr>
            <a:fld id="{00000000-1234-1234-1234-123412341234}" type="slidenum">
              <a:rPr lang="en-US" sz="1300">
                <a:solidFill>
                  <a:schemeClr val="dk1"/>
                </a:solidFill>
                <a:latin typeface="Times New Roman"/>
                <a:ea typeface="Times New Roman"/>
                <a:cs typeface="Times New Roman"/>
                <a:sym typeface="Times New Roman"/>
              </a:rPr>
              <a:t>22</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9"/>
        <p:cNvGrpSpPr/>
        <p:nvPr/>
      </p:nvGrpSpPr>
      <p:grpSpPr>
        <a:xfrm>
          <a:off x="0" y="0"/>
          <a:ext cx="0" cy="0"/>
          <a:chOff x="0" y="0"/>
          <a:chExt cx="0" cy="0"/>
        </a:xfrm>
      </p:grpSpPr>
      <p:sp>
        <p:nvSpPr>
          <p:cNvPr id="1030" name="Google Shape;1030;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1" name="Google Shape;1031;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2" name="Google Shape;1032;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23</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5"/>
        <p:cNvGrpSpPr/>
        <p:nvPr/>
      </p:nvGrpSpPr>
      <p:grpSpPr>
        <a:xfrm>
          <a:off x="0" y="0"/>
          <a:ext cx="0" cy="0"/>
          <a:chOff x="0" y="0"/>
          <a:chExt cx="0" cy="0"/>
        </a:xfrm>
      </p:grpSpPr>
      <p:sp>
        <p:nvSpPr>
          <p:cNvPr id="1046" name="Google Shape;1046;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47" name="Google Shape;1047;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8" name="Google Shape;1048;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300"/>
              <a:buNone/>
            </a:pPr>
            <a:fld id="{00000000-1234-1234-1234-123412341234}" type="slidenum">
              <a:rPr lang="en-US" sz="1300">
                <a:solidFill>
                  <a:schemeClr val="dk1"/>
                </a:solidFill>
                <a:latin typeface="Times New Roman"/>
                <a:ea typeface="Times New Roman"/>
                <a:cs typeface="Times New Roman"/>
                <a:sym typeface="Times New Roman"/>
              </a:rPr>
              <a:t>24</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5"/>
        <p:cNvGrpSpPr/>
        <p:nvPr/>
      </p:nvGrpSpPr>
      <p:grpSpPr>
        <a:xfrm>
          <a:off x="0" y="0"/>
          <a:ext cx="0" cy="0"/>
          <a:chOff x="0" y="0"/>
          <a:chExt cx="0" cy="0"/>
        </a:xfrm>
      </p:grpSpPr>
      <p:sp>
        <p:nvSpPr>
          <p:cNvPr id="1056" name="Google Shape;1056;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7" name="Google Shape;1057;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8" name="Google Shape;1058;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25</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6"/>
        <p:cNvGrpSpPr/>
        <p:nvPr/>
      </p:nvGrpSpPr>
      <p:grpSpPr>
        <a:xfrm>
          <a:off x="0" y="0"/>
          <a:ext cx="0" cy="0"/>
          <a:chOff x="0" y="0"/>
          <a:chExt cx="0" cy="0"/>
        </a:xfrm>
      </p:grpSpPr>
      <p:sp>
        <p:nvSpPr>
          <p:cNvPr id="1227" name="Google Shape;1227;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28" name="Google Shape;1228;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29" name="Google Shape;1229;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26</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7"/>
        <p:cNvGrpSpPr/>
        <p:nvPr/>
      </p:nvGrpSpPr>
      <p:grpSpPr>
        <a:xfrm>
          <a:off x="0" y="0"/>
          <a:ext cx="0" cy="0"/>
          <a:chOff x="0" y="0"/>
          <a:chExt cx="0" cy="0"/>
        </a:xfrm>
      </p:grpSpPr>
      <p:sp>
        <p:nvSpPr>
          <p:cNvPr id="1398" name="Google Shape;1398;g11fc7892358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9" name="Google Shape;1399;g11fc7892358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00" name="Google Shape;1400;g11fc7892358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27</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6"/>
        <p:cNvGrpSpPr/>
        <p:nvPr/>
      </p:nvGrpSpPr>
      <p:grpSpPr>
        <a:xfrm>
          <a:off x="0" y="0"/>
          <a:ext cx="0" cy="0"/>
          <a:chOff x="0" y="0"/>
          <a:chExt cx="0" cy="0"/>
        </a:xfrm>
      </p:grpSpPr>
      <p:sp>
        <p:nvSpPr>
          <p:cNvPr id="1407" name="Google Shape;1407;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08" name="Google Shape;1408;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09" name="Google Shape;1409;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300"/>
              <a:buNone/>
            </a:pPr>
            <a:fld id="{00000000-1234-1234-1234-123412341234}" type="slidenum">
              <a:rPr lang="en-US" sz="1300">
                <a:solidFill>
                  <a:schemeClr val="dk1"/>
                </a:solidFill>
                <a:latin typeface="Times New Roman"/>
                <a:ea typeface="Times New Roman"/>
                <a:cs typeface="Times New Roman"/>
                <a:sym typeface="Times New Roman"/>
              </a:rPr>
              <a:t>28</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4"/>
        <p:cNvGrpSpPr/>
        <p:nvPr/>
      </p:nvGrpSpPr>
      <p:grpSpPr>
        <a:xfrm>
          <a:off x="0" y="0"/>
          <a:ext cx="0" cy="0"/>
          <a:chOff x="0" y="0"/>
          <a:chExt cx="0" cy="0"/>
        </a:xfrm>
      </p:grpSpPr>
      <p:sp>
        <p:nvSpPr>
          <p:cNvPr id="1415" name="Google Shape;141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16" name="Google Shape;1416;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17" name="Google Shape;1417;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300"/>
              <a:buNone/>
            </a:pPr>
            <a:fld id="{00000000-1234-1234-1234-123412341234}" type="slidenum">
              <a:rPr lang="en-US" sz="1300">
                <a:solidFill>
                  <a:schemeClr val="dk1"/>
                </a:solidFill>
                <a:latin typeface="Times New Roman"/>
                <a:ea typeface="Times New Roman"/>
                <a:cs typeface="Times New Roman"/>
                <a:sym typeface="Times New Roman"/>
              </a:rPr>
              <a:t>30</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8"/>
        <p:cNvGrpSpPr/>
        <p:nvPr/>
      </p:nvGrpSpPr>
      <p:grpSpPr>
        <a:xfrm>
          <a:off x="0" y="0"/>
          <a:ext cx="0" cy="0"/>
          <a:chOff x="0" y="0"/>
          <a:chExt cx="0" cy="0"/>
        </a:xfrm>
      </p:grpSpPr>
      <p:sp>
        <p:nvSpPr>
          <p:cNvPr id="1429" name="Google Shape;1429;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30" name="Google Shape;1430;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431" name="Google Shape;1431;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300"/>
              <a:buNone/>
            </a:pPr>
            <a:fld id="{00000000-1234-1234-1234-123412341234}" type="slidenum">
              <a:rPr lang="en-US" sz="1300">
                <a:solidFill>
                  <a:schemeClr val="dk1"/>
                </a:solidFill>
                <a:latin typeface="Times New Roman"/>
                <a:ea typeface="Times New Roman"/>
                <a:cs typeface="Times New Roman"/>
                <a:sym typeface="Times New Roman"/>
              </a:rPr>
              <a:t>31</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6"/>
        <p:cNvGrpSpPr/>
        <p:nvPr/>
      </p:nvGrpSpPr>
      <p:grpSpPr>
        <a:xfrm>
          <a:off x="0" y="0"/>
          <a:ext cx="0" cy="0"/>
          <a:chOff x="0" y="0"/>
          <a:chExt cx="0" cy="0"/>
        </a:xfrm>
      </p:grpSpPr>
      <p:sp>
        <p:nvSpPr>
          <p:cNvPr id="1437" name="Google Shape;1437;g11fc7892358_0_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38" name="Google Shape;1438;g11fc7892358_0_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39" name="Google Shape;1439;g11fc7892358_0_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22"/>
        <p:cNvGrpSpPr/>
        <p:nvPr/>
      </p:nvGrpSpPr>
      <p:grpSpPr>
        <a:xfrm>
          <a:off x="0" y="0"/>
          <a:ext cx="0" cy="0"/>
          <a:chOff x="0" y="0"/>
          <a:chExt cx="0" cy="0"/>
        </a:xfrm>
      </p:grpSpPr>
      <p:grpSp>
        <p:nvGrpSpPr>
          <p:cNvPr id="23" name="Google Shape;23;p29"/>
          <p:cNvGrpSpPr/>
          <p:nvPr/>
        </p:nvGrpSpPr>
        <p:grpSpPr>
          <a:xfrm>
            <a:off x="546100" y="-4763"/>
            <a:ext cx="5014912" cy="6862763"/>
            <a:chOff x="2928938" y="-4763"/>
            <a:chExt cx="5014912" cy="6862763"/>
          </a:xfrm>
        </p:grpSpPr>
        <p:sp>
          <p:nvSpPr>
            <p:cNvPr id="24" name="Google Shape;24;p29"/>
            <p:cNvSpPr/>
            <p:nvPr/>
          </p:nvSpPr>
          <p:spPr>
            <a:xfrm>
              <a:off x="3367088" y="-4763"/>
              <a:ext cx="1063625" cy="2782888"/>
            </a:xfrm>
            <a:custGeom>
              <a:avLst/>
              <a:gdLst/>
              <a:ahLst/>
              <a:cxnLst/>
              <a:rect l="l" t="t" r="r" b="b"/>
              <a:pathLst>
                <a:path w="670" h="1753" extrusionOk="0">
                  <a:moveTo>
                    <a:pt x="0" y="1696"/>
                  </a:moveTo>
                  <a:lnTo>
                    <a:pt x="225" y="1753"/>
                  </a:lnTo>
                  <a:lnTo>
                    <a:pt x="670" y="0"/>
                  </a:lnTo>
                  <a:lnTo>
                    <a:pt x="430" y="0"/>
                  </a:lnTo>
                  <a:lnTo>
                    <a:pt x="0" y="1696"/>
                  </a:lnTo>
                  <a:close/>
                </a:path>
              </a:pathLst>
            </a:custGeom>
            <a:solidFill>
              <a:schemeClr val="accent1"/>
            </a:solidFill>
            <a:ln>
              <a:noFill/>
            </a:ln>
          </p:spPr>
        </p:sp>
        <p:sp>
          <p:nvSpPr>
            <p:cNvPr id="25" name="Google Shape;25;p29"/>
            <p:cNvSpPr/>
            <p:nvPr/>
          </p:nvSpPr>
          <p:spPr>
            <a:xfrm>
              <a:off x="2928938" y="-4763"/>
              <a:ext cx="1035050" cy="2673350"/>
            </a:xfrm>
            <a:custGeom>
              <a:avLst/>
              <a:gdLst/>
              <a:ahLst/>
              <a:cxnLst/>
              <a:rect l="l" t="t" r="r" b="b"/>
              <a:pathLst>
                <a:path w="652" h="1684" extrusionOk="0">
                  <a:moveTo>
                    <a:pt x="225" y="1684"/>
                  </a:moveTo>
                  <a:lnTo>
                    <a:pt x="652" y="0"/>
                  </a:lnTo>
                  <a:lnTo>
                    <a:pt x="411" y="0"/>
                  </a:lnTo>
                  <a:lnTo>
                    <a:pt x="0" y="1627"/>
                  </a:lnTo>
                  <a:lnTo>
                    <a:pt x="219" y="1681"/>
                  </a:lnTo>
                  <a:lnTo>
                    <a:pt x="225" y="1684"/>
                  </a:lnTo>
                  <a:close/>
                </a:path>
              </a:pathLst>
            </a:custGeom>
            <a:solidFill>
              <a:srgbClr val="595959"/>
            </a:solidFill>
            <a:ln>
              <a:noFill/>
            </a:ln>
          </p:spPr>
        </p:sp>
        <p:sp>
          <p:nvSpPr>
            <p:cNvPr id="26" name="Google Shape;26;p29"/>
            <p:cNvSpPr/>
            <p:nvPr/>
          </p:nvSpPr>
          <p:spPr>
            <a:xfrm>
              <a:off x="2928938" y="2582862"/>
              <a:ext cx="2693987" cy="4275138"/>
            </a:xfrm>
            <a:custGeom>
              <a:avLst/>
              <a:gdLst/>
              <a:ahLst/>
              <a:cxnLst/>
              <a:rect l="l" t="t" r="r" b="b"/>
              <a:pathLst>
                <a:path w="1697" h="2693" extrusionOk="0">
                  <a:moveTo>
                    <a:pt x="0" y="0"/>
                  </a:moveTo>
                  <a:lnTo>
                    <a:pt x="1622" y="2693"/>
                  </a:lnTo>
                  <a:lnTo>
                    <a:pt x="1697" y="2693"/>
                  </a:lnTo>
                  <a:lnTo>
                    <a:pt x="0" y="0"/>
                  </a:lnTo>
                  <a:close/>
                </a:path>
              </a:pathLst>
            </a:custGeom>
            <a:solidFill>
              <a:srgbClr val="262626"/>
            </a:solidFill>
            <a:ln>
              <a:noFill/>
            </a:ln>
          </p:spPr>
        </p:sp>
        <p:sp>
          <p:nvSpPr>
            <p:cNvPr id="27" name="Google Shape;27;p29"/>
            <p:cNvSpPr/>
            <p:nvPr/>
          </p:nvSpPr>
          <p:spPr>
            <a:xfrm>
              <a:off x="3371850" y="2692400"/>
              <a:ext cx="3332162" cy="4165600"/>
            </a:xfrm>
            <a:custGeom>
              <a:avLst/>
              <a:gdLst/>
              <a:ahLst/>
              <a:cxnLst/>
              <a:rect l="l" t="t" r="r" b="b"/>
              <a:pathLst>
                <a:path w="2099" h="2624" extrusionOk="0">
                  <a:moveTo>
                    <a:pt x="2099" y="2624"/>
                  </a:moveTo>
                  <a:lnTo>
                    <a:pt x="0" y="0"/>
                  </a:lnTo>
                  <a:lnTo>
                    <a:pt x="2021" y="2624"/>
                  </a:lnTo>
                  <a:lnTo>
                    <a:pt x="2099" y="2624"/>
                  </a:lnTo>
                  <a:close/>
                </a:path>
              </a:pathLst>
            </a:custGeom>
            <a:solidFill>
              <a:srgbClr val="0B5982"/>
            </a:solidFill>
            <a:ln>
              <a:noFill/>
            </a:ln>
          </p:spPr>
        </p:sp>
        <p:sp>
          <p:nvSpPr>
            <p:cNvPr id="28" name="Google Shape;28;p29"/>
            <p:cNvSpPr/>
            <p:nvPr/>
          </p:nvSpPr>
          <p:spPr>
            <a:xfrm>
              <a:off x="3367088" y="2687637"/>
              <a:ext cx="4576762" cy="4170363"/>
            </a:xfrm>
            <a:custGeom>
              <a:avLst/>
              <a:gdLst/>
              <a:ahLst/>
              <a:cxnLst/>
              <a:rect l="l" t="t" r="r" b="b"/>
              <a:pathLst>
                <a:path w="2883" h="2627" extrusionOk="0">
                  <a:moveTo>
                    <a:pt x="0" y="0"/>
                  </a:moveTo>
                  <a:lnTo>
                    <a:pt x="3" y="3"/>
                  </a:lnTo>
                  <a:lnTo>
                    <a:pt x="2102" y="2627"/>
                  </a:lnTo>
                  <a:lnTo>
                    <a:pt x="2883" y="2627"/>
                  </a:lnTo>
                  <a:lnTo>
                    <a:pt x="225" y="57"/>
                  </a:lnTo>
                  <a:lnTo>
                    <a:pt x="0" y="0"/>
                  </a:lnTo>
                  <a:close/>
                </a:path>
              </a:pathLst>
            </a:custGeom>
            <a:solidFill>
              <a:srgbClr val="1186C3"/>
            </a:solidFill>
            <a:ln>
              <a:noFill/>
            </a:ln>
          </p:spPr>
        </p:sp>
        <p:sp>
          <p:nvSpPr>
            <p:cNvPr id="29" name="Google Shape;29;p29"/>
            <p:cNvSpPr/>
            <p:nvPr/>
          </p:nvSpPr>
          <p:spPr>
            <a:xfrm>
              <a:off x="2928938" y="2578100"/>
              <a:ext cx="3584575" cy="4279900"/>
            </a:xfrm>
            <a:custGeom>
              <a:avLst/>
              <a:gdLst/>
              <a:ahLst/>
              <a:cxnLst/>
              <a:rect l="l" t="t" r="r" b="b"/>
              <a:pathLst>
                <a:path w="2258" h="2696" extrusionOk="0">
                  <a:moveTo>
                    <a:pt x="2258" y="2696"/>
                  </a:moveTo>
                  <a:lnTo>
                    <a:pt x="264" y="111"/>
                  </a:lnTo>
                  <a:lnTo>
                    <a:pt x="228" y="60"/>
                  </a:lnTo>
                  <a:lnTo>
                    <a:pt x="225" y="57"/>
                  </a:lnTo>
                  <a:lnTo>
                    <a:pt x="0" y="0"/>
                  </a:lnTo>
                  <a:lnTo>
                    <a:pt x="0" y="3"/>
                  </a:lnTo>
                  <a:lnTo>
                    <a:pt x="1697" y="2696"/>
                  </a:lnTo>
                  <a:lnTo>
                    <a:pt x="2258" y="2696"/>
                  </a:lnTo>
                  <a:close/>
                </a:path>
              </a:pathLst>
            </a:custGeom>
            <a:solidFill>
              <a:srgbClr val="3F3F3F"/>
            </a:solidFill>
            <a:ln>
              <a:noFill/>
            </a:ln>
          </p:spPr>
        </p:sp>
      </p:grpSp>
      <p:sp>
        <p:nvSpPr>
          <p:cNvPr id="30" name="Google Shape;30;p29"/>
          <p:cNvSpPr txBox="1">
            <a:spLocks noGrp="1"/>
          </p:cNvSpPr>
          <p:nvPr>
            <p:ph type="ctrTitle"/>
          </p:nvPr>
        </p:nvSpPr>
        <p:spPr>
          <a:xfrm>
            <a:off x="2928401" y="1380068"/>
            <a:ext cx="8574622" cy="2616199"/>
          </a:xfrm>
          <a:prstGeom prst="rect">
            <a:avLst/>
          </a:prstGeom>
          <a:noFill/>
          <a:ln>
            <a:noFill/>
          </a:ln>
        </p:spPr>
        <p:txBody>
          <a:bodyPr spcFirstLastPara="1" wrap="square" lIns="91425" tIns="45700" rIns="91425" bIns="45700" anchor="b" anchorCtr="0">
            <a:normAutofit/>
          </a:bodyPr>
          <a:lstStyle>
            <a:lvl1pPr lvl="0" algn="r">
              <a:lnSpc>
                <a:spcPct val="100000"/>
              </a:lnSpc>
              <a:spcBef>
                <a:spcPts val="0"/>
              </a:spcBef>
              <a:spcAft>
                <a:spcPts val="0"/>
              </a:spcAft>
              <a:buClr>
                <a:schemeClr val="dk1"/>
              </a:buClr>
              <a:buSzPts val="6000"/>
              <a:buFont typeface="Corbe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9"/>
          <p:cNvSpPr txBox="1">
            <a:spLocks noGrp="1"/>
          </p:cNvSpPr>
          <p:nvPr>
            <p:ph type="subTitle" idx="1"/>
          </p:nvPr>
        </p:nvSpPr>
        <p:spPr>
          <a:xfrm>
            <a:off x="4515377" y="3996267"/>
            <a:ext cx="6987645" cy="1388534"/>
          </a:xfrm>
          <a:prstGeom prst="rect">
            <a:avLst/>
          </a:prstGeom>
          <a:noFill/>
          <a:ln>
            <a:noFill/>
          </a:ln>
        </p:spPr>
        <p:txBody>
          <a:bodyPr spcFirstLastPara="1" wrap="square" lIns="91425" tIns="45700" rIns="91425" bIns="45700" anchor="t" anchorCtr="0">
            <a:normAutofit/>
          </a:bodyPr>
          <a:lstStyle>
            <a:lvl1pPr lvl="0" algn="r">
              <a:lnSpc>
                <a:spcPct val="100000"/>
              </a:lnSpc>
              <a:spcBef>
                <a:spcPts val="420"/>
              </a:spcBef>
              <a:spcAft>
                <a:spcPts val="0"/>
              </a:spcAft>
              <a:buSzPts val="3045"/>
              <a:buNone/>
              <a:defRPr sz="2100">
                <a:solidFill>
                  <a:schemeClr val="dk1"/>
                </a:solidFill>
              </a:defRPr>
            </a:lvl1pPr>
            <a:lvl2pPr lvl="1" algn="ctr">
              <a:lnSpc>
                <a:spcPct val="100000"/>
              </a:lnSpc>
              <a:spcBef>
                <a:spcPts val="600"/>
              </a:spcBef>
              <a:spcAft>
                <a:spcPts val="0"/>
              </a:spcAft>
              <a:buSzPts val="2900"/>
              <a:buNone/>
              <a:defRPr>
                <a:solidFill>
                  <a:srgbClr val="888888"/>
                </a:solidFill>
              </a:defRPr>
            </a:lvl2pPr>
            <a:lvl3pPr lvl="2" algn="ctr">
              <a:lnSpc>
                <a:spcPct val="100000"/>
              </a:lnSpc>
              <a:spcBef>
                <a:spcPts val="600"/>
              </a:spcBef>
              <a:spcAft>
                <a:spcPts val="0"/>
              </a:spcAft>
              <a:buSzPts val="2610"/>
              <a:buNone/>
              <a:defRPr>
                <a:solidFill>
                  <a:srgbClr val="888888"/>
                </a:solidFill>
              </a:defRPr>
            </a:lvl3pPr>
            <a:lvl4pPr lvl="3" algn="ctr">
              <a:lnSpc>
                <a:spcPct val="100000"/>
              </a:lnSpc>
              <a:spcBef>
                <a:spcPts val="600"/>
              </a:spcBef>
              <a:spcAft>
                <a:spcPts val="0"/>
              </a:spcAft>
              <a:buSzPts val="2320"/>
              <a:buNone/>
              <a:defRPr>
                <a:solidFill>
                  <a:srgbClr val="888888"/>
                </a:solidFill>
              </a:defRPr>
            </a:lvl4pPr>
            <a:lvl5pPr lvl="4" algn="ctr">
              <a:lnSpc>
                <a:spcPct val="100000"/>
              </a:lnSpc>
              <a:spcBef>
                <a:spcPts val="600"/>
              </a:spcBef>
              <a:spcAft>
                <a:spcPts val="0"/>
              </a:spcAft>
              <a:buSzPts val="2030"/>
              <a:buNone/>
              <a:defRPr>
                <a:solidFill>
                  <a:srgbClr val="888888"/>
                </a:solidFill>
              </a:defRPr>
            </a:lvl5pPr>
            <a:lvl6pPr lvl="5" algn="ctr">
              <a:lnSpc>
                <a:spcPct val="100000"/>
              </a:lnSpc>
              <a:spcBef>
                <a:spcPts val="600"/>
              </a:spcBef>
              <a:spcAft>
                <a:spcPts val="0"/>
              </a:spcAft>
              <a:buSzPts val="2030"/>
              <a:buNone/>
              <a:defRPr>
                <a:solidFill>
                  <a:srgbClr val="888888"/>
                </a:solidFill>
              </a:defRPr>
            </a:lvl6pPr>
            <a:lvl7pPr lvl="6" algn="ctr">
              <a:lnSpc>
                <a:spcPct val="100000"/>
              </a:lnSpc>
              <a:spcBef>
                <a:spcPts val="600"/>
              </a:spcBef>
              <a:spcAft>
                <a:spcPts val="0"/>
              </a:spcAft>
              <a:buSzPts val="2030"/>
              <a:buNone/>
              <a:defRPr>
                <a:solidFill>
                  <a:srgbClr val="888888"/>
                </a:solidFill>
              </a:defRPr>
            </a:lvl7pPr>
            <a:lvl8pPr lvl="7" algn="ctr">
              <a:lnSpc>
                <a:spcPct val="100000"/>
              </a:lnSpc>
              <a:spcBef>
                <a:spcPts val="600"/>
              </a:spcBef>
              <a:spcAft>
                <a:spcPts val="0"/>
              </a:spcAft>
              <a:buSzPts val="2030"/>
              <a:buNone/>
              <a:defRPr>
                <a:solidFill>
                  <a:srgbClr val="888888"/>
                </a:solidFill>
              </a:defRPr>
            </a:lvl8pPr>
            <a:lvl9pPr lvl="8" algn="ctr">
              <a:lnSpc>
                <a:spcPct val="100000"/>
              </a:lnSpc>
              <a:spcBef>
                <a:spcPts val="600"/>
              </a:spcBef>
              <a:spcAft>
                <a:spcPts val="600"/>
              </a:spcAft>
              <a:buSzPts val="2030"/>
              <a:buNone/>
              <a:defRPr>
                <a:solidFill>
                  <a:srgbClr val="888888"/>
                </a:solidFill>
              </a:defRPr>
            </a:lvl9pPr>
          </a:lstStyle>
          <a:p>
            <a:endParaRPr/>
          </a:p>
        </p:txBody>
      </p:sp>
      <p:sp>
        <p:nvSpPr>
          <p:cNvPr id="32" name="Google Shape;32;p29"/>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29"/>
          <p:cNvSpPr txBox="1">
            <a:spLocks noGrp="1"/>
          </p:cNvSpPr>
          <p:nvPr>
            <p:ph type="ftr" idx="11"/>
          </p:nvPr>
        </p:nvSpPr>
        <p:spPr>
          <a:xfrm>
            <a:off x="5332412" y="5883275"/>
            <a:ext cx="4324044"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29"/>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5"/>
        <p:cNvGrpSpPr/>
        <p:nvPr/>
      </p:nvGrpSpPr>
      <p:grpSpPr>
        <a:xfrm>
          <a:off x="0" y="0"/>
          <a:ext cx="0" cy="0"/>
          <a:chOff x="0" y="0"/>
          <a:chExt cx="0" cy="0"/>
        </a:xfrm>
      </p:grpSpPr>
      <p:sp>
        <p:nvSpPr>
          <p:cNvPr id="36" name="Google Shape;36;p30"/>
          <p:cNvSpPr txBox="1">
            <a:spLocks noGrp="1"/>
          </p:cNvSpPr>
          <p:nvPr>
            <p:ph type="title"/>
          </p:nvPr>
        </p:nvSpPr>
        <p:spPr>
          <a:xfrm>
            <a:off x="1484311" y="685800"/>
            <a:ext cx="10018713" cy="1752599"/>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30"/>
          <p:cNvSpPr txBox="1">
            <a:spLocks noGrp="1"/>
          </p:cNvSpPr>
          <p:nvPr>
            <p:ph type="body" idx="1"/>
          </p:nvPr>
        </p:nvSpPr>
        <p:spPr>
          <a:xfrm>
            <a:off x="1484310" y="2666999"/>
            <a:ext cx="10018713" cy="3124201"/>
          </a:xfrm>
          <a:prstGeom prst="rect">
            <a:avLst/>
          </a:prstGeom>
          <a:noFill/>
          <a:ln>
            <a:noFill/>
          </a:ln>
        </p:spPr>
        <p:txBody>
          <a:bodyPr spcFirstLastPara="1" wrap="square" lIns="91425" tIns="45700" rIns="91425" bIns="45700" anchor="ctr" anchorCtr="0">
            <a:normAutofit/>
          </a:bodyPr>
          <a:lstStyle>
            <a:lvl1pPr marL="457200" lvl="0" indent="-394335" algn="l">
              <a:lnSpc>
                <a:spcPct val="100000"/>
              </a:lnSpc>
              <a:spcBef>
                <a:spcPts val="360"/>
              </a:spcBef>
              <a:spcAft>
                <a:spcPts val="0"/>
              </a:spcAft>
              <a:buSzPts val="2610"/>
              <a:buChar char="•"/>
              <a:defRPr/>
            </a:lvl1pPr>
            <a:lvl2pPr marL="914400" lvl="1" indent="-394335" algn="l">
              <a:lnSpc>
                <a:spcPct val="100000"/>
              </a:lnSpc>
              <a:spcBef>
                <a:spcPts val="600"/>
              </a:spcBef>
              <a:spcAft>
                <a:spcPts val="0"/>
              </a:spcAft>
              <a:buSzPts val="2610"/>
              <a:buChar char="•"/>
              <a:defRPr/>
            </a:lvl2pPr>
            <a:lvl3pPr marL="1371600" lvl="2" indent="-394335" algn="l">
              <a:lnSpc>
                <a:spcPct val="100000"/>
              </a:lnSpc>
              <a:spcBef>
                <a:spcPts val="600"/>
              </a:spcBef>
              <a:spcAft>
                <a:spcPts val="0"/>
              </a:spcAft>
              <a:buSzPts val="2610"/>
              <a:buChar char="•"/>
              <a:defRPr/>
            </a:lvl3pPr>
            <a:lvl4pPr marL="1828800" lvl="3" indent="-394335" algn="l">
              <a:lnSpc>
                <a:spcPct val="100000"/>
              </a:lnSpc>
              <a:spcBef>
                <a:spcPts val="600"/>
              </a:spcBef>
              <a:spcAft>
                <a:spcPts val="0"/>
              </a:spcAft>
              <a:buSzPts val="2610"/>
              <a:buChar char="•"/>
              <a:defRPr/>
            </a:lvl4pPr>
            <a:lvl5pPr marL="2286000" lvl="4" indent="-394335" algn="l">
              <a:lnSpc>
                <a:spcPct val="100000"/>
              </a:lnSpc>
              <a:spcBef>
                <a:spcPts val="600"/>
              </a:spcBef>
              <a:spcAft>
                <a:spcPts val="0"/>
              </a:spcAft>
              <a:buSzPts val="2610"/>
              <a:buChar char="•"/>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endParaRPr/>
          </a:p>
        </p:txBody>
      </p:sp>
      <p:sp>
        <p:nvSpPr>
          <p:cNvPr id="38" name="Google Shape;38;p30"/>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30"/>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30"/>
          <p:cNvSpPr txBox="1">
            <a:spLocks noGrp="1"/>
          </p:cNvSpPr>
          <p:nvPr>
            <p:ph type="sldNum" idx="12"/>
          </p:nvPr>
        </p:nvSpPr>
        <p:spPr>
          <a:xfrm>
            <a:off x="10951856" y="5867131"/>
            <a:ext cx="55116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1"/>
        <p:cNvGrpSpPr/>
        <p:nvPr/>
      </p:nvGrpSpPr>
      <p:grpSpPr>
        <a:xfrm>
          <a:off x="0" y="0"/>
          <a:ext cx="0" cy="0"/>
          <a:chOff x="0" y="0"/>
          <a:chExt cx="0" cy="0"/>
        </a:xfrm>
      </p:grpSpPr>
      <p:sp>
        <p:nvSpPr>
          <p:cNvPr id="42" name="Google Shape;42;p31"/>
          <p:cNvSpPr txBox="1">
            <a:spLocks noGrp="1"/>
          </p:cNvSpPr>
          <p:nvPr>
            <p:ph type="title"/>
          </p:nvPr>
        </p:nvSpPr>
        <p:spPr>
          <a:xfrm>
            <a:off x="1484311" y="685800"/>
            <a:ext cx="10018713" cy="1752599"/>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31"/>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31"/>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31"/>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6"/>
        <p:cNvGrpSpPr/>
        <p:nvPr/>
      </p:nvGrpSpPr>
      <p:grpSpPr>
        <a:xfrm>
          <a:off x="0" y="0"/>
          <a:ext cx="0" cy="0"/>
          <a:chOff x="0" y="0"/>
          <a:chExt cx="0" cy="0"/>
        </a:xfrm>
      </p:grpSpPr>
      <p:sp>
        <p:nvSpPr>
          <p:cNvPr id="47" name="Google Shape;47;p32"/>
          <p:cNvSpPr txBox="1">
            <a:spLocks noGrp="1"/>
          </p:cNvSpPr>
          <p:nvPr>
            <p:ph type="title"/>
          </p:nvPr>
        </p:nvSpPr>
        <p:spPr>
          <a:xfrm>
            <a:off x="1484311" y="685800"/>
            <a:ext cx="10018713" cy="1752599"/>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32"/>
          <p:cNvSpPr txBox="1">
            <a:spLocks noGrp="1"/>
          </p:cNvSpPr>
          <p:nvPr>
            <p:ph type="body" idx="1"/>
          </p:nvPr>
        </p:nvSpPr>
        <p:spPr>
          <a:xfrm>
            <a:off x="1484312" y="2666999"/>
            <a:ext cx="4895055" cy="3124201"/>
          </a:xfrm>
          <a:prstGeom prst="rect">
            <a:avLst/>
          </a:prstGeom>
          <a:noFill/>
          <a:ln>
            <a:noFill/>
          </a:ln>
        </p:spPr>
        <p:txBody>
          <a:bodyPr spcFirstLastPara="1" wrap="square" lIns="91425" tIns="45700" rIns="91425" bIns="45700" anchor="ctr" anchorCtr="0">
            <a:normAutofit/>
          </a:bodyPr>
          <a:lstStyle>
            <a:lvl1pPr marL="457200" lvl="0" indent="-394335" algn="l">
              <a:lnSpc>
                <a:spcPct val="100000"/>
              </a:lnSpc>
              <a:spcBef>
                <a:spcPts val="360"/>
              </a:spcBef>
              <a:spcAft>
                <a:spcPts val="0"/>
              </a:spcAft>
              <a:buSzPts val="2610"/>
              <a:buChar char="•"/>
              <a:defRPr sz="1800"/>
            </a:lvl1pPr>
            <a:lvl2pPr marL="914400" lvl="1" indent="-375919" algn="l">
              <a:lnSpc>
                <a:spcPct val="100000"/>
              </a:lnSpc>
              <a:spcBef>
                <a:spcPts val="600"/>
              </a:spcBef>
              <a:spcAft>
                <a:spcPts val="0"/>
              </a:spcAft>
              <a:buSzPts val="2320"/>
              <a:buChar char="•"/>
              <a:defRPr sz="1600"/>
            </a:lvl2pPr>
            <a:lvl3pPr marL="1371600" lvl="2" indent="-357505" algn="l">
              <a:lnSpc>
                <a:spcPct val="100000"/>
              </a:lnSpc>
              <a:spcBef>
                <a:spcPts val="600"/>
              </a:spcBef>
              <a:spcAft>
                <a:spcPts val="0"/>
              </a:spcAft>
              <a:buSzPts val="2030"/>
              <a:buChar char="•"/>
              <a:defRPr sz="1400"/>
            </a:lvl3pPr>
            <a:lvl4pPr marL="1828800" lvl="3" indent="-339089" algn="l">
              <a:lnSpc>
                <a:spcPct val="100000"/>
              </a:lnSpc>
              <a:spcBef>
                <a:spcPts val="600"/>
              </a:spcBef>
              <a:spcAft>
                <a:spcPts val="0"/>
              </a:spcAft>
              <a:buSzPts val="1740"/>
              <a:buChar char="•"/>
              <a:defRPr sz="1200"/>
            </a:lvl4pPr>
            <a:lvl5pPr marL="2286000" lvl="4" indent="-339089" algn="l">
              <a:lnSpc>
                <a:spcPct val="100000"/>
              </a:lnSpc>
              <a:spcBef>
                <a:spcPts val="600"/>
              </a:spcBef>
              <a:spcAft>
                <a:spcPts val="0"/>
              </a:spcAft>
              <a:buSzPts val="1740"/>
              <a:buChar char="•"/>
              <a:defRPr sz="1200"/>
            </a:lvl5pPr>
            <a:lvl6pPr marL="2743200" lvl="5" indent="-339089" algn="l">
              <a:lnSpc>
                <a:spcPct val="100000"/>
              </a:lnSpc>
              <a:spcBef>
                <a:spcPts val="600"/>
              </a:spcBef>
              <a:spcAft>
                <a:spcPts val="0"/>
              </a:spcAft>
              <a:buSzPts val="1740"/>
              <a:buChar char="•"/>
              <a:defRPr sz="1200"/>
            </a:lvl6pPr>
            <a:lvl7pPr marL="3200400" lvl="6" indent="-339089" algn="l">
              <a:lnSpc>
                <a:spcPct val="100000"/>
              </a:lnSpc>
              <a:spcBef>
                <a:spcPts val="600"/>
              </a:spcBef>
              <a:spcAft>
                <a:spcPts val="0"/>
              </a:spcAft>
              <a:buSzPts val="1740"/>
              <a:buChar char="•"/>
              <a:defRPr sz="1200"/>
            </a:lvl7pPr>
            <a:lvl8pPr marL="3657600" lvl="7" indent="-339090" algn="l">
              <a:lnSpc>
                <a:spcPct val="100000"/>
              </a:lnSpc>
              <a:spcBef>
                <a:spcPts val="600"/>
              </a:spcBef>
              <a:spcAft>
                <a:spcPts val="0"/>
              </a:spcAft>
              <a:buSzPts val="1740"/>
              <a:buChar char="•"/>
              <a:defRPr sz="1200"/>
            </a:lvl8pPr>
            <a:lvl9pPr marL="4114800" lvl="8" indent="-339090" algn="l">
              <a:lnSpc>
                <a:spcPct val="100000"/>
              </a:lnSpc>
              <a:spcBef>
                <a:spcPts val="600"/>
              </a:spcBef>
              <a:spcAft>
                <a:spcPts val="600"/>
              </a:spcAft>
              <a:buSzPts val="1740"/>
              <a:buChar char="•"/>
              <a:defRPr sz="1200"/>
            </a:lvl9pPr>
          </a:lstStyle>
          <a:p>
            <a:endParaRPr/>
          </a:p>
        </p:txBody>
      </p:sp>
      <p:sp>
        <p:nvSpPr>
          <p:cNvPr id="49" name="Google Shape;49;p32"/>
          <p:cNvSpPr txBox="1">
            <a:spLocks noGrp="1"/>
          </p:cNvSpPr>
          <p:nvPr>
            <p:ph type="body" idx="2"/>
          </p:nvPr>
        </p:nvSpPr>
        <p:spPr>
          <a:xfrm>
            <a:off x="6607967" y="2667000"/>
            <a:ext cx="4895056" cy="3124200"/>
          </a:xfrm>
          <a:prstGeom prst="rect">
            <a:avLst/>
          </a:prstGeom>
          <a:noFill/>
          <a:ln>
            <a:noFill/>
          </a:ln>
        </p:spPr>
        <p:txBody>
          <a:bodyPr spcFirstLastPara="1" wrap="square" lIns="91425" tIns="45700" rIns="91425" bIns="45700" anchor="ctr" anchorCtr="0">
            <a:normAutofit/>
          </a:bodyPr>
          <a:lstStyle>
            <a:lvl1pPr marL="457200" lvl="0" indent="-394335" algn="l">
              <a:lnSpc>
                <a:spcPct val="100000"/>
              </a:lnSpc>
              <a:spcBef>
                <a:spcPts val="360"/>
              </a:spcBef>
              <a:spcAft>
                <a:spcPts val="0"/>
              </a:spcAft>
              <a:buSzPts val="2610"/>
              <a:buChar char="•"/>
              <a:defRPr sz="1800"/>
            </a:lvl1pPr>
            <a:lvl2pPr marL="914400" lvl="1" indent="-375919" algn="l">
              <a:lnSpc>
                <a:spcPct val="100000"/>
              </a:lnSpc>
              <a:spcBef>
                <a:spcPts val="600"/>
              </a:spcBef>
              <a:spcAft>
                <a:spcPts val="0"/>
              </a:spcAft>
              <a:buSzPts val="2320"/>
              <a:buChar char="•"/>
              <a:defRPr sz="1600"/>
            </a:lvl2pPr>
            <a:lvl3pPr marL="1371600" lvl="2" indent="-357505" algn="l">
              <a:lnSpc>
                <a:spcPct val="100000"/>
              </a:lnSpc>
              <a:spcBef>
                <a:spcPts val="600"/>
              </a:spcBef>
              <a:spcAft>
                <a:spcPts val="0"/>
              </a:spcAft>
              <a:buSzPts val="2030"/>
              <a:buChar char="•"/>
              <a:defRPr sz="1400"/>
            </a:lvl3pPr>
            <a:lvl4pPr marL="1828800" lvl="3" indent="-339089" algn="l">
              <a:lnSpc>
                <a:spcPct val="100000"/>
              </a:lnSpc>
              <a:spcBef>
                <a:spcPts val="600"/>
              </a:spcBef>
              <a:spcAft>
                <a:spcPts val="0"/>
              </a:spcAft>
              <a:buSzPts val="1740"/>
              <a:buChar char="•"/>
              <a:defRPr sz="1200"/>
            </a:lvl4pPr>
            <a:lvl5pPr marL="2286000" lvl="4" indent="-339089" algn="l">
              <a:lnSpc>
                <a:spcPct val="100000"/>
              </a:lnSpc>
              <a:spcBef>
                <a:spcPts val="600"/>
              </a:spcBef>
              <a:spcAft>
                <a:spcPts val="0"/>
              </a:spcAft>
              <a:buSzPts val="1740"/>
              <a:buChar char="•"/>
              <a:defRPr sz="1200"/>
            </a:lvl5pPr>
            <a:lvl6pPr marL="2743200" lvl="5" indent="-339089" algn="l">
              <a:lnSpc>
                <a:spcPct val="100000"/>
              </a:lnSpc>
              <a:spcBef>
                <a:spcPts val="600"/>
              </a:spcBef>
              <a:spcAft>
                <a:spcPts val="0"/>
              </a:spcAft>
              <a:buSzPts val="1740"/>
              <a:buChar char="•"/>
              <a:defRPr sz="1200"/>
            </a:lvl6pPr>
            <a:lvl7pPr marL="3200400" lvl="6" indent="-339089" algn="l">
              <a:lnSpc>
                <a:spcPct val="100000"/>
              </a:lnSpc>
              <a:spcBef>
                <a:spcPts val="600"/>
              </a:spcBef>
              <a:spcAft>
                <a:spcPts val="0"/>
              </a:spcAft>
              <a:buSzPts val="1740"/>
              <a:buChar char="•"/>
              <a:defRPr sz="1200"/>
            </a:lvl7pPr>
            <a:lvl8pPr marL="3657600" lvl="7" indent="-339090" algn="l">
              <a:lnSpc>
                <a:spcPct val="100000"/>
              </a:lnSpc>
              <a:spcBef>
                <a:spcPts val="600"/>
              </a:spcBef>
              <a:spcAft>
                <a:spcPts val="0"/>
              </a:spcAft>
              <a:buSzPts val="1740"/>
              <a:buChar char="•"/>
              <a:defRPr sz="1200"/>
            </a:lvl8pPr>
            <a:lvl9pPr marL="4114800" lvl="8" indent="-339090" algn="l">
              <a:lnSpc>
                <a:spcPct val="100000"/>
              </a:lnSpc>
              <a:spcBef>
                <a:spcPts val="600"/>
              </a:spcBef>
              <a:spcAft>
                <a:spcPts val="600"/>
              </a:spcAft>
              <a:buSzPts val="1740"/>
              <a:buChar char="•"/>
              <a:defRPr sz="1200"/>
            </a:lvl9pPr>
          </a:lstStyle>
          <a:p>
            <a:endParaRPr/>
          </a:p>
        </p:txBody>
      </p:sp>
      <p:sp>
        <p:nvSpPr>
          <p:cNvPr id="50" name="Google Shape;50;p32"/>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32"/>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32"/>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36"/>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36"/>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36"/>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over Text" type="objOverTx">
  <p:cSld name="OBJECT_OVER_TEXT">
    <p:spTree>
      <p:nvGrpSpPr>
        <p:cNvPr id="1" name="Shape 57"/>
        <p:cNvGrpSpPr/>
        <p:nvPr/>
      </p:nvGrpSpPr>
      <p:grpSpPr>
        <a:xfrm>
          <a:off x="0" y="0"/>
          <a:ext cx="0" cy="0"/>
          <a:chOff x="0" y="0"/>
          <a:chExt cx="0" cy="0"/>
        </a:xfrm>
      </p:grpSpPr>
      <p:sp>
        <p:nvSpPr>
          <p:cNvPr id="58" name="Google Shape;58;p33"/>
          <p:cNvSpPr txBox="1">
            <a:spLocks noGrp="1"/>
          </p:cNvSpPr>
          <p:nvPr>
            <p:ph type="title"/>
          </p:nvPr>
        </p:nvSpPr>
        <p:spPr>
          <a:xfrm>
            <a:off x="711200" y="228600"/>
            <a:ext cx="103632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33"/>
          <p:cNvSpPr txBox="1">
            <a:spLocks noGrp="1"/>
          </p:cNvSpPr>
          <p:nvPr>
            <p:ph type="body" idx="1"/>
          </p:nvPr>
        </p:nvSpPr>
        <p:spPr>
          <a:xfrm>
            <a:off x="711200" y="1600200"/>
            <a:ext cx="10363200" cy="2247900"/>
          </a:xfrm>
          <a:prstGeom prst="rect">
            <a:avLst/>
          </a:prstGeom>
          <a:noFill/>
          <a:ln>
            <a:noFill/>
          </a:ln>
        </p:spPr>
        <p:txBody>
          <a:bodyPr spcFirstLastPara="1" wrap="square" lIns="91425" tIns="45700" rIns="91425" bIns="45700" anchor="ctr" anchorCtr="0">
            <a:normAutofit/>
          </a:bodyPr>
          <a:lstStyle>
            <a:lvl1pPr marL="457200" lvl="0" indent="-394335" algn="l">
              <a:lnSpc>
                <a:spcPct val="100000"/>
              </a:lnSpc>
              <a:spcBef>
                <a:spcPts val="360"/>
              </a:spcBef>
              <a:spcAft>
                <a:spcPts val="0"/>
              </a:spcAft>
              <a:buSzPts val="2610"/>
              <a:buChar char="•"/>
              <a:defRPr/>
            </a:lvl1pPr>
            <a:lvl2pPr marL="914400" lvl="1" indent="-394335" algn="l">
              <a:lnSpc>
                <a:spcPct val="100000"/>
              </a:lnSpc>
              <a:spcBef>
                <a:spcPts val="600"/>
              </a:spcBef>
              <a:spcAft>
                <a:spcPts val="0"/>
              </a:spcAft>
              <a:buSzPts val="2610"/>
              <a:buChar char="•"/>
              <a:defRPr/>
            </a:lvl2pPr>
            <a:lvl3pPr marL="1371600" lvl="2" indent="-394335" algn="l">
              <a:lnSpc>
                <a:spcPct val="100000"/>
              </a:lnSpc>
              <a:spcBef>
                <a:spcPts val="600"/>
              </a:spcBef>
              <a:spcAft>
                <a:spcPts val="0"/>
              </a:spcAft>
              <a:buSzPts val="2610"/>
              <a:buChar char="•"/>
              <a:defRPr/>
            </a:lvl3pPr>
            <a:lvl4pPr marL="1828800" lvl="3" indent="-394335" algn="l">
              <a:lnSpc>
                <a:spcPct val="100000"/>
              </a:lnSpc>
              <a:spcBef>
                <a:spcPts val="600"/>
              </a:spcBef>
              <a:spcAft>
                <a:spcPts val="0"/>
              </a:spcAft>
              <a:buSzPts val="2610"/>
              <a:buChar char="•"/>
              <a:defRPr/>
            </a:lvl4pPr>
            <a:lvl5pPr marL="2286000" lvl="4" indent="-394335" algn="l">
              <a:lnSpc>
                <a:spcPct val="100000"/>
              </a:lnSpc>
              <a:spcBef>
                <a:spcPts val="600"/>
              </a:spcBef>
              <a:spcAft>
                <a:spcPts val="0"/>
              </a:spcAft>
              <a:buSzPts val="2610"/>
              <a:buChar char="•"/>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endParaRPr/>
          </a:p>
        </p:txBody>
      </p:sp>
      <p:sp>
        <p:nvSpPr>
          <p:cNvPr id="60" name="Google Shape;60;p33"/>
          <p:cNvSpPr txBox="1">
            <a:spLocks noGrp="1"/>
          </p:cNvSpPr>
          <p:nvPr>
            <p:ph type="body" idx="2"/>
          </p:nvPr>
        </p:nvSpPr>
        <p:spPr>
          <a:xfrm>
            <a:off x="711200" y="4000500"/>
            <a:ext cx="10363200" cy="2247900"/>
          </a:xfrm>
          <a:prstGeom prst="rect">
            <a:avLst/>
          </a:prstGeom>
          <a:noFill/>
          <a:ln>
            <a:noFill/>
          </a:ln>
        </p:spPr>
        <p:txBody>
          <a:bodyPr spcFirstLastPara="1" wrap="square" lIns="91425" tIns="45700" rIns="91425" bIns="45700" anchor="ctr" anchorCtr="0">
            <a:normAutofit/>
          </a:bodyPr>
          <a:lstStyle>
            <a:lvl1pPr marL="457200" lvl="0" indent="-394335" algn="l">
              <a:lnSpc>
                <a:spcPct val="100000"/>
              </a:lnSpc>
              <a:spcBef>
                <a:spcPts val="360"/>
              </a:spcBef>
              <a:spcAft>
                <a:spcPts val="0"/>
              </a:spcAft>
              <a:buSzPts val="2610"/>
              <a:buChar char="•"/>
              <a:defRPr/>
            </a:lvl1pPr>
            <a:lvl2pPr marL="914400" lvl="1" indent="-394335" algn="l">
              <a:lnSpc>
                <a:spcPct val="100000"/>
              </a:lnSpc>
              <a:spcBef>
                <a:spcPts val="600"/>
              </a:spcBef>
              <a:spcAft>
                <a:spcPts val="0"/>
              </a:spcAft>
              <a:buSzPts val="2610"/>
              <a:buChar char="•"/>
              <a:defRPr/>
            </a:lvl2pPr>
            <a:lvl3pPr marL="1371600" lvl="2" indent="-394335" algn="l">
              <a:lnSpc>
                <a:spcPct val="100000"/>
              </a:lnSpc>
              <a:spcBef>
                <a:spcPts val="600"/>
              </a:spcBef>
              <a:spcAft>
                <a:spcPts val="0"/>
              </a:spcAft>
              <a:buSzPts val="2610"/>
              <a:buChar char="•"/>
              <a:defRPr/>
            </a:lvl3pPr>
            <a:lvl4pPr marL="1828800" lvl="3" indent="-394335" algn="l">
              <a:lnSpc>
                <a:spcPct val="100000"/>
              </a:lnSpc>
              <a:spcBef>
                <a:spcPts val="600"/>
              </a:spcBef>
              <a:spcAft>
                <a:spcPts val="0"/>
              </a:spcAft>
              <a:buSzPts val="2610"/>
              <a:buChar char="•"/>
              <a:defRPr/>
            </a:lvl4pPr>
            <a:lvl5pPr marL="2286000" lvl="4" indent="-394335" algn="l">
              <a:lnSpc>
                <a:spcPct val="100000"/>
              </a:lnSpc>
              <a:spcBef>
                <a:spcPts val="600"/>
              </a:spcBef>
              <a:spcAft>
                <a:spcPts val="0"/>
              </a:spcAft>
              <a:buSzPts val="2610"/>
              <a:buChar char="•"/>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endParaRPr/>
          </a:p>
        </p:txBody>
      </p:sp>
      <p:sp>
        <p:nvSpPr>
          <p:cNvPr id="61" name="Google Shape;61;p33"/>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33"/>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33"/>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9pPr>
          </a:lstStyle>
          <a:p>
            <a:pPr marL="0" lvl="0" indent="0" algn="r" rtl="0">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4"/>
        <p:cNvGrpSpPr/>
        <p:nvPr/>
      </p:nvGrpSpPr>
      <p:grpSpPr>
        <a:xfrm>
          <a:off x="0" y="0"/>
          <a:ext cx="0" cy="0"/>
          <a:chOff x="0" y="0"/>
          <a:chExt cx="0" cy="0"/>
        </a:xfrm>
      </p:grpSpPr>
      <p:sp>
        <p:nvSpPr>
          <p:cNvPr id="65" name="Google Shape;65;p34"/>
          <p:cNvSpPr txBox="1">
            <a:spLocks noGrp="1"/>
          </p:cNvSpPr>
          <p:nvPr>
            <p:ph type="title"/>
          </p:nvPr>
        </p:nvSpPr>
        <p:spPr>
          <a:xfrm>
            <a:off x="2572279" y="2666999"/>
            <a:ext cx="8930747" cy="2110382"/>
          </a:xfrm>
          <a:prstGeom prst="rect">
            <a:avLst/>
          </a:prstGeom>
          <a:noFill/>
          <a:ln>
            <a:noFill/>
          </a:ln>
        </p:spPr>
        <p:txBody>
          <a:bodyPr spcFirstLastPara="1" wrap="square" lIns="91425" tIns="45700" rIns="91425" bIns="45700" anchor="b" anchorCtr="0">
            <a:normAutofit/>
          </a:bodyPr>
          <a:lstStyle>
            <a:lvl1pPr lvl="0" algn="r">
              <a:lnSpc>
                <a:spcPct val="100000"/>
              </a:lnSpc>
              <a:spcBef>
                <a:spcPts val="0"/>
              </a:spcBef>
              <a:spcAft>
                <a:spcPts val="0"/>
              </a:spcAft>
              <a:buClr>
                <a:schemeClr val="dk1"/>
              </a:buClr>
              <a:buSzPts val="4000"/>
              <a:buFont typeface="Corbel"/>
              <a:buNone/>
              <a:defRPr sz="4000" b="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4"/>
          <p:cNvSpPr txBox="1">
            <a:spLocks noGrp="1"/>
          </p:cNvSpPr>
          <p:nvPr>
            <p:ph type="body" idx="1"/>
          </p:nvPr>
        </p:nvSpPr>
        <p:spPr>
          <a:xfrm>
            <a:off x="2572278" y="4777381"/>
            <a:ext cx="8930748" cy="860400"/>
          </a:xfrm>
          <a:prstGeom prst="rect">
            <a:avLst/>
          </a:prstGeom>
          <a:noFill/>
          <a:ln>
            <a:noFill/>
          </a:ln>
        </p:spPr>
        <p:txBody>
          <a:bodyPr spcFirstLastPara="1" wrap="square" lIns="91425" tIns="45700" rIns="91425" bIns="45700" anchor="t" anchorCtr="0">
            <a:normAutofit/>
          </a:bodyPr>
          <a:lstStyle>
            <a:lvl1pPr marL="457200" lvl="0" indent="-228600" algn="r">
              <a:lnSpc>
                <a:spcPct val="100000"/>
              </a:lnSpc>
              <a:spcBef>
                <a:spcPts val="400"/>
              </a:spcBef>
              <a:spcAft>
                <a:spcPts val="0"/>
              </a:spcAft>
              <a:buSzPts val="2900"/>
              <a:buNone/>
              <a:defRPr sz="2000">
                <a:solidFill>
                  <a:schemeClr val="dk1"/>
                </a:solidFill>
              </a:defRPr>
            </a:lvl1pPr>
            <a:lvl2pPr marL="914400" lvl="1" indent="-228600" algn="l">
              <a:lnSpc>
                <a:spcPct val="100000"/>
              </a:lnSpc>
              <a:spcBef>
                <a:spcPts val="600"/>
              </a:spcBef>
              <a:spcAft>
                <a:spcPts val="0"/>
              </a:spcAft>
              <a:buSzPts val="2610"/>
              <a:buNone/>
              <a:defRPr sz="1800">
                <a:solidFill>
                  <a:srgbClr val="888888"/>
                </a:solidFill>
              </a:defRPr>
            </a:lvl2pPr>
            <a:lvl3pPr marL="1371600" lvl="2" indent="-228600" algn="l">
              <a:lnSpc>
                <a:spcPct val="100000"/>
              </a:lnSpc>
              <a:spcBef>
                <a:spcPts val="600"/>
              </a:spcBef>
              <a:spcAft>
                <a:spcPts val="0"/>
              </a:spcAft>
              <a:buSzPts val="2320"/>
              <a:buNone/>
              <a:defRPr sz="1600">
                <a:solidFill>
                  <a:srgbClr val="888888"/>
                </a:solidFill>
              </a:defRPr>
            </a:lvl3pPr>
            <a:lvl4pPr marL="1828800" lvl="3" indent="-228600" algn="l">
              <a:lnSpc>
                <a:spcPct val="100000"/>
              </a:lnSpc>
              <a:spcBef>
                <a:spcPts val="600"/>
              </a:spcBef>
              <a:spcAft>
                <a:spcPts val="0"/>
              </a:spcAft>
              <a:buSzPts val="2030"/>
              <a:buNone/>
              <a:defRPr sz="1400">
                <a:solidFill>
                  <a:srgbClr val="888888"/>
                </a:solidFill>
              </a:defRPr>
            </a:lvl4pPr>
            <a:lvl5pPr marL="2286000" lvl="4" indent="-228600" algn="l">
              <a:lnSpc>
                <a:spcPct val="100000"/>
              </a:lnSpc>
              <a:spcBef>
                <a:spcPts val="600"/>
              </a:spcBef>
              <a:spcAft>
                <a:spcPts val="0"/>
              </a:spcAft>
              <a:buSzPts val="2030"/>
              <a:buNone/>
              <a:defRPr sz="1400">
                <a:solidFill>
                  <a:srgbClr val="888888"/>
                </a:solidFill>
              </a:defRPr>
            </a:lvl5pPr>
            <a:lvl6pPr marL="2743200" lvl="5" indent="-228600" algn="l">
              <a:lnSpc>
                <a:spcPct val="100000"/>
              </a:lnSpc>
              <a:spcBef>
                <a:spcPts val="600"/>
              </a:spcBef>
              <a:spcAft>
                <a:spcPts val="0"/>
              </a:spcAft>
              <a:buSzPts val="2030"/>
              <a:buNone/>
              <a:defRPr sz="1400">
                <a:solidFill>
                  <a:srgbClr val="888888"/>
                </a:solidFill>
              </a:defRPr>
            </a:lvl6pPr>
            <a:lvl7pPr marL="3200400" lvl="6" indent="-228600" algn="l">
              <a:lnSpc>
                <a:spcPct val="100000"/>
              </a:lnSpc>
              <a:spcBef>
                <a:spcPts val="600"/>
              </a:spcBef>
              <a:spcAft>
                <a:spcPts val="0"/>
              </a:spcAft>
              <a:buSzPts val="2030"/>
              <a:buNone/>
              <a:defRPr sz="1400">
                <a:solidFill>
                  <a:srgbClr val="888888"/>
                </a:solidFill>
              </a:defRPr>
            </a:lvl7pPr>
            <a:lvl8pPr marL="3657600" lvl="7" indent="-228600" algn="l">
              <a:lnSpc>
                <a:spcPct val="100000"/>
              </a:lnSpc>
              <a:spcBef>
                <a:spcPts val="600"/>
              </a:spcBef>
              <a:spcAft>
                <a:spcPts val="0"/>
              </a:spcAft>
              <a:buSzPts val="2030"/>
              <a:buNone/>
              <a:defRPr sz="1400">
                <a:solidFill>
                  <a:srgbClr val="888888"/>
                </a:solidFill>
              </a:defRPr>
            </a:lvl8pPr>
            <a:lvl9pPr marL="4114800" lvl="8" indent="-228600" algn="l">
              <a:lnSpc>
                <a:spcPct val="100000"/>
              </a:lnSpc>
              <a:spcBef>
                <a:spcPts val="600"/>
              </a:spcBef>
              <a:spcAft>
                <a:spcPts val="600"/>
              </a:spcAft>
              <a:buSzPts val="2030"/>
              <a:buNone/>
              <a:defRPr sz="1400">
                <a:solidFill>
                  <a:srgbClr val="888888"/>
                </a:solidFill>
              </a:defRPr>
            </a:lvl9pPr>
          </a:lstStyle>
          <a:p>
            <a:endParaRPr/>
          </a:p>
        </p:txBody>
      </p:sp>
      <p:sp>
        <p:nvSpPr>
          <p:cNvPr id="67" name="Google Shape;67;p34"/>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34"/>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34"/>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70"/>
        <p:cNvGrpSpPr/>
        <p:nvPr/>
      </p:nvGrpSpPr>
      <p:grpSpPr>
        <a:xfrm>
          <a:off x="0" y="0"/>
          <a:ext cx="0" cy="0"/>
          <a:chOff x="0" y="0"/>
          <a:chExt cx="0" cy="0"/>
        </a:xfrm>
      </p:grpSpPr>
      <p:sp>
        <p:nvSpPr>
          <p:cNvPr id="71" name="Google Shape;71;p35"/>
          <p:cNvSpPr txBox="1">
            <a:spLocks noGrp="1"/>
          </p:cNvSpPr>
          <p:nvPr>
            <p:ph type="title"/>
          </p:nvPr>
        </p:nvSpPr>
        <p:spPr>
          <a:xfrm>
            <a:off x="1484311" y="685800"/>
            <a:ext cx="10018713" cy="1752599"/>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000"/>
              <a:buFont typeface="Corbe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5"/>
          <p:cNvSpPr txBox="1">
            <a:spLocks noGrp="1"/>
          </p:cNvSpPr>
          <p:nvPr>
            <p:ph type="body" idx="1"/>
          </p:nvPr>
        </p:nvSpPr>
        <p:spPr>
          <a:xfrm>
            <a:off x="1772179" y="2658533"/>
            <a:ext cx="4607188" cy="5762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560"/>
              </a:spcBef>
              <a:spcAft>
                <a:spcPts val="0"/>
              </a:spcAft>
              <a:buSzPts val="4060"/>
              <a:buNone/>
              <a:defRPr sz="2800" b="0">
                <a:solidFill>
                  <a:srgbClr val="1186C3"/>
                </a:solidFill>
              </a:defRPr>
            </a:lvl1pPr>
            <a:lvl2pPr marL="914400" lvl="1" indent="-228600" algn="l">
              <a:lnSpc>
                <a:spcPct val="100000"/>
              </a:lnSpc>
              <a:spcBef>
                <a:spcPts val="600"/>
              </a:spcBef>
              <a:spcAft>
                <a:spcPts val="0"/>
              </a:spcAft>
              <a:buSzPts val="2900"/>
              <a:buNone/>
              <a:defRPr sz="2000" b="1"/>
            </a:lvl2pPr>
            <a:lvl3pPr marL="1371600" lvl="2" indent="-228600" algn="l">
              <a:lnSpc>
                <a:spcPct val="100000"/>
              </a:lnSpc>
              <a:spcBef>
                <a:spcPts val="600"/>
              </a:spcBef>
              <a:spcAft>
                <a:spcPts val="0"/>
              </a:spcAft>
              <a:buSzPts val="2610"/>
              <a:buNone/>
              <a:defRPr sz="1800" b="1"/>
            </a:lvl3pPr>
            <a:lvl4pPr marL="1828800" lvl="3" indent="-228600" algn="l">
              <a:lnSpc>
                <a:spcPct val="100000"/>
              </a:lnSpc>
              <a:spcBef>
                <a:spcPts val="600"/>
              </a:spcBef>
              <a:spcAft>
                <a:spcPts val="0"/>
              </a:spcAft>
              <a:buSzPts val="2320"/>
              <a:buNone/>
              <a:defRPr sz="1600" b="1"/>
            </a:lvl4pPr>
            <a:lvl5pPr marL="2286000" lvl="4" indent="-228600" algn="l">
              <a:lnSpc>
                <a:spcPct val="100000"/>
              </a:lnSpc>
              <a:spcBef>
                <a:spcPts val="600"/>
              </a:spcBef>
              <a:spcAft>
                <a:spcPts val="0"/>
              </a:spcAft>
              <a:buSzPts val="2320"/>
              <a:buNone/>
              <a:defRPr sz="1600" b="1"/>
            </a:lvl5pPr>
            <a:lvl6pPr marL="2743200" lvl="5" indent="-228600" algn="l">
              <a:lnSpc>
                <a:spcPct val="100000"/>
              </a:lnSpc>
              <a:spcBef>
                <a:spcPts val="600"/>
              </a:spcBef>
              <a:spcAft>
                <a:spcPts val="0"/>
              </a:spcAft>
              <a:buSzPts val="2320"/>
              <a:buNone/>
              <a:defRPr sz="1600" b="1"/>
            </a:lvl6pPr>
            <a:lvl7pPr marL="3200400" lvl="6" indent="-228600" algn="l">
              <a:lnSpc>
                <a:spcPct val="100000"/>
              </a:lnSpc>
              <a:spcBef>
                <a:spcPts val="600"/>
              </a:spcBef>
              <a:spcAft>
                <a:spcPts val="0"/>
              </a:spcAft>
              <a:buSzPts val="2320"/>
              <a:buNone/>
              <a:defRPr sz="1600" b="1"/>
            </a:lvl7pPr>
            <a:lvl8pPr marL="3657600" lvl="7" indent="-228600" algn="l">
              <a:lnSpc>
                <a:spcPct val="100000"/>
              </a:lnSpc>
              <a:spcBef>
                <a:spcPts val="600"/>
              </a:spcBef>
              <a:spcAft>
                <a:spcPts val="0"/>
              </a:spcAft>
              <a:buSzPts val="2320"/>
              <a:buNone/>
              <a:defRPr sz="1600" b="1"/>
            </a:lvl8pPr>
            <a:lvl9pPr marL="4114800" lvl="8" indent="-228600" algn="l">
              <a:lnSpc>
                <a:spcPct val="100000"/>
              </a:lnSpc>
              <a:spcBef>
                <a:spcPts val="600"/>
              </a:spcBef>
              <a:spcAft>
                <a:spcPts val="600"/>
              </a:spcAft>
              <a:buSzPts val="2320"/>
              <a:buNone/>
              <a:defRPr sz="1600" b="1"/>
            </a:lvl9pPr>
          </a:lstStyle>
          <a:p>
            <a:endParaRPr/>
          </a:p>
        </p:txBody>
      </p:sp>
      <p:sp>
        <p:nvSpPr>
          <p:cNvPr id="73" name="Google Shape;73;p35"/>
          <p:cNvSpPr txBox="1">
            <a:spLocks noGrp="1"/>
          </p:cNvSpPr>
          <p:nvPr>
            <p:ph type="body" idx="2"/>
          </p:nvPr>
        </p:nvSpPr>
        <p:spPr>
          <a:xfrm>
            <a:off x="1484311" y="3335337"/>
            <a:ext cx="4895056" cy="2455862"/>
          </a:xfrm>
          <a:prstGeom prst="rect">
            <a:avLst/>
          </a:prstGeom>
          <a:noFill/>
          <a:ln>
            <a:noFill/>
          </a:ln>
        </p:spPr>
        <p:txBody>
          <a:bodyPr spcFirstLastPara="1" wrap="square" lIns="91425" tIns="45700" rIns="91425" bIns="45700" anchor="t" anchorCtr="0">
            <a:normAutofit/>
          </a:bodyPr>
          <a:lstStyle>
            <a:lvl1pPr marL="457200" lvl="0" indent="-394335" algn="l">
              <a:lnSpc>
                <a:spcPct val="100000"/>
              </a:lnSpc>
              <a:spcBef>
                <a:spcPts val="360"/>
              </a:spcBef>
              <a:spcAft>
                <a:spcPts val="0"/>
              </a:spcAft>
              <a:buSzPts val="2610"/>
              <a:buChar char="•"/>
              <a:defRPr sz="1800"/>
            </a:lvl1pPr>
            <a:lvl2pPr marL="914400" lvl="1" indent="-375919" algn="l">
              <a:lnSpc>
                <a:spcPct val="100000"/>
              </a:lnSpc>
              <a:spcBef>
                <a:spcPts val="600"/>
              </a:spcBef>
              <a:spcAft>
                <a:spcPts val="0"/>
              </a:spcAft>
              <a:buSzPts val="2320"/>
              <a:buChar char="•"/>
              <a:defRPr sz="1600"/>
            </a:lvl2pPr>
            <a:lvl3pPr marL="1371600" lvl="2" indent="-357505" algn="l">
              <a:lnSpc>
                <a:spcPct val="100000"/>
              </a:lnSpc>
              <a:spcBef>
                <a:spcPts val="600"/>
              </a:spcBef>
              <a:spcAft>
                <a:spcPts val="0"/>
              </a:spcAft>
              <a:buSzPts val="2030"/>
              <a:buChar char="•"/>
              <a:defRPr sz="1400"/>
            </a:lvl3pPr>
            <a:lvl4pPr marL="1828800" lvl="3" indent="-339089" algn="l">
              <a:lnSpc>
                <a:spcPct val="100000"/>
              </a:lnSpc>
              <a:spcBef>
                <a:spcPts val="600"/>
              </a:spcBef>
              <a:spcAft>
                <a:spcPts val="0"/>
              </a:spcAft>
              <a:buSzPts val="1740"/>
              <a:buChar char="•"/>
              <a:defRPr sz="1200"/>
            </a:lvl4pPr>
            <a:lvl5pPr marL="2286000" lvl="4" indent="-339089" algn="l">
              <a:lnSpc>
                <a:spcPct val="100000"/>
              </a:lnSpc>
              <a:spcBef>
                <a:spcPts val="600"/>
              </a:spcBef>
              <a:spcAft>
                <a:spcPts val="0"/>
              </a:spcAft>
              <a:buSzPts val="1740"/>
              <a:buChar char="•"/>
              <a:defRPr sz="1200"/>
            </a:lvl5pPr>
            <a:lvl6pPr marL="2743200" lvl="5" indent="-339089" algn="l">
              <a:lnSpc>
                <a:spcPct val="100000"/>
              </a:lnSpc>
              <a:spcBef>
                <a:spcPts val="600"/>
              </a:spcBef>
              <a:spcAft>
                <a:spcPts val="0"/>
              </a:spcAft>
              <a:buSzPts val="1740"/>
              <a:buChar char="•"/>
              <a:defRPr sz="1200"/>
            </a:lvl6pPr>
            <a:lvl7pPr marL="3200400" lvl="6" indent="-339089" algn="l">
              <a:lnSpc>
                <a:spcPct val="100000"/>
              </a:lnSpc>
              <a:spcBef>
                <a:spcPts val="600"/>
              </a:spcBef>
              <a:spcAft>
                <a:spcPts val="0"/>
              </a:spcAft>
              <a:buSzPts val="1740"/>
              <a:buChar char="•"/>
              <a:defRPr sz="1200"/>
            </a:lvl7pPr>
            <a:lvl8pPr marL="3657600" lvl="7" indent="-339090" algn="l">
              <a:lnSpc>
                <a:spcPct val="100000"/>
              </a:lnSpc>
              <a:spcBef>
                <a:spcPts val="600"/>
              </a:spcBef>
              <a:spcAft>
                <a:spcPts val="0"/>
              </a:spcAft>
              <a:buSzPts val="1740"/>
              <a:buChar char="•"/>
              <a:defRPr sz="1200"/>
            </a:lvl8pPr>
            <a:lvl9pPr marL="4114800" lvl="8" indent="-339090" algn="l">
              <a:lnSpc>
                <a:spcPct val="100000"/>
              </a:lnSpc>
              <a:spcBef>
                <a:spcPts val="600"/>
              </a:spcBef>
              <a:spcAft>
                <a:spcPts val="600"/>
              </a:spcAft>
              <a:buSzPts val="1740"/>
              <a:buChar char="•"/>
              <a:defRPr sz="1200"/>
            </a:lvl9pPr>
          </a:lstStyle>
          <a:p>
            <a:endParaRPr/>
          </a:p>
        </p:txBody>
      </p:sp>
      <p:sp>
        <p:nvSpPr>
          <p:cNvPr id="74" name="Google Shape;74;p35"/>
          <p:cNvSpPr txBox="1">
            <a:spLocks noGrp="1"/>
          </p:cNvSpPr>
          <p:nvPr>
            <p:ph type="body" idx="3"/>
          </p:nvPr>
        </p:nvSpPr>
        <p:spPr>
          <a:xfrm>
            <a:off x="6880487" y="2667000"/>
            <a:ext cx="4622537" cy="5762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560"/>
              </a:spcBef>
              <a:spcAft>
                <a:spcPts val="0"/>
              </a:spcAft>
              <a:buSzPts val="4060"/>
              <a:buNone/>
              <a:defRPr sz="2800" b="0">
                <a:solidFill>
                  <a:srgbClr val="1186C3"/>
                </a:solidFill>
              </a:defRPr>
            </a:lvl1pPr>
            <a:lvl2pPr marL="914400" lvl="1" indent="-228600" algn="l">
              <a:lnSpc>
                <a:spcPct val="100000"/>
              </a:lnSpc>
              <a:spcBef>
                <a:spcPts val="600"/>
              </a:spcBef>
              <a:spcAft>
                <a:spcPts val="0"/>
              </a:spcAft>
              <a:buSzPts val="2900"/>
              <a:buNone/>
              <a:defRPr sz="2000" b="1"/>
            </a:lvl2pPr>
            <a:lvl3pPr marL="1371600" lvl="2" indent="-228600" algn="l">
              <a:lnSpc>
                <a:spcPct val="100000"/>
              </a:lnSpc>
              <a:spcBef>
                <a:spcPts val="600"/>
              </a:spcBef>
              <a:spcAft>
                <a:spcPts val="0"/>
              </a:spcAft>
              <a:buSzPts val="2610"/>
              <a:buNone/>
              <a:defRPr sz="1800" b="1"/>
            </a:lvl3pPr>
            <a:lvl4pPr marL="1828800" lvl="3" indent="-228600" algn="l">
              <a:lnSpc>
                <a:spcPct val="100000"/>
              </a:lnSpc>
              <a:spcBef>
                <a:spcPts val="600"/>
              </a:spcBef>
              <a:spcAft>
                <a:spcPts val="0"/>
              </a:spcAft>
              <a:buSzPts val="2320"/>
              <a:buNone/>
              <a:defRPr sz="1600" b="1"/>
            </a:lvl4pPr>
            <a:lvl5pPr marL="2286000" lvl="4" indent="-228600" algn="l">
              <a:lnSpc>
                <a:spcPct val="100000"/>
              </a:lnSpc>
              <a:spcBef>
                <a:spcPts val="600"/>
              </a:spcBef>
              <a:spcAft>
                <a:spcPts val="0"/>
              </a:spcAft>
              <a:buSzPts val="2320"/>
              <a:buNone/>
              <a:defRPr sz="1600" b="1"/>
            </a:lvl5pPr>
            <a:lvl6pPr marL="2743200" lvl="5" indent="-228600" algn="l">
              <a:lnSpc>
                <a:spcPct val="100000"/>
              </a:lnSpc>
              <a:spcBef>
                <a:spcPts val="600"/>
              </a:spcBef>
              <a:spcAft>
                <a:spcPts val="0"/>
              </a:spcAft>
              <a:buSzPts val="2320"/>
              <a:buNone/>
              <a:defRPr sz="1600" b="1"/>
            </a:lvl6pPr>
            <a:lvl7pPr marL="3200400" lvl="6" indent="-228600" algn="l">
              <a:lnSpc>
                <a:spcPct val="100000"/>
              </a:lnSpc>
              <a:spcBef>
                <a:spcPts val="600"/>
              </a:spcBef>
              <a:spcAft>
                <a:spcPts val="0"/>
              </a:spcAft>
              <a:buSzPts val="2320"/>
              <a:buNone/>
              <a:defRPr sz="1600" b="1"/>
            </a:lvl7pPr>
            <a:lvl8pPr marL="3657600" lvl="7" indent="-228600" algn="l">
              <a:lnSpc>
                <a:spcPct val="100000"/>
              </a:lnSpc>
              <a:spcBef>
                <a:spcPts val="600"/>
              </a:spcBef>
              <a:spcAft>
                <a:spcPts val="0"/>
              </a:spcAft>
              <a:buSzPts val="2320"/>
              <a:buNone/>
              <a:defRPr sz="1600" b="1"/>
            </a:lvl8pPr>
            <a:lvl9pPr marL="4114800" lvl="8" indent="-228600" algn="l">
              <a:lnSpc>
                <a:spcPct val="100000"/>
              </a:lnSpc>
              <a:spcBef>
                <a:spcPts val="600"/>
              </a:spcBef>
              <a:spcAft>
                <a:spcPts val="600"/>
              </a:spcAft>
              <a:buSzPts val="2320"/>
              <a:buNone/>
              <a:defRPr sz="1600" b="1"/>
            </a:lvl9pPr>
          </a:lstStyle>
          <a:p>
            <a:endParaRPr/>
          </a:p>
        </p:txBody>
      </p:sp>
      <p:sp>
        <p:nvSpPr>
          <p:cNvPr id="75" name="Google Shape;75;p35"/>
          <p:cNvSpPr txBox="1">
            <a:spLocks noGrp="1"/>
          </p:cNvSpPr>
          <p:nvPr>
            <p:ph type="body" idx="4"/>
          </p:nvPr>
        </p:nvSpPr>
        <p:spPr>
          <a:xfrm>
            <a:off x="6607967" y="3335337"/>
            <a:ext cx="4895056" cy="2455862"/>
          </a:xfrm>
          <a:prstGeom prst="rect">
            <a:avLst/>
          </a:prstGeom>
          <a:noFill/>
          <a:ln>
            <a:noFill/>
          </a:ln>
        </p:spPr>
        <p:txBody>
          <a:bodyPr spcFirstLastPara="1" wrap="square" lIns="91425" tIns="45700" rIns="91425" bIns="45700" anchor="t" anchorCtr="0">
            <a:normAutofit/>
          </a:bodyPr>
          <a:lstStyle>
            <a:lvl1pPr marL="457200" lvl="0" indent="-394335" algn="l">
              <a:lnSpc>
                <a:spcPct val="100000"/>
              </a:lnSpc>
              <a:spcBef>
                <a:spcPts val="360"/>
              </a:spcBef>
              <a:spcAft>
                <a:spcPts val="0"/>
              </a:spcAft>
              <a:buSzPts val="2610"/>
              <a:buChar char="•"/>
              <a:defRPr sz="1800"/>
            </a:lvl1pPr>
            <a:lvl2pPr marL="914400" lvl="1" indent="-375919" algn="l">
              <a:lnSpc>
                <a:spcPct val="100000"/>
              </a:lnSpc>
              <a:spcBef>
                <a:spcPts val="600"/>
              </a:spcBef>
              <a:spcAft>
                <a:spcPts val="0"/>
              </a:spcAft>
              <a:buSzPts val="2320"/>
              <a:buChar char="•"/>
              <a:defRPr sz="1600"/>
            </a:lvl2pPr>
            <a:lvl3pPr marL="1371600" lvl="2" indent="-357505" algn="l">
              <a:lnSpc>
                <a:spcPct val="100000"/>
              </a:lnSpc>
              <a:spcBef>
                <a:spcPts val="600"/>
              </a:spcBef>
              <a:spcAft>
                <a:spcPts val="0"/>
              </a:spcAft>
              <a:buSzPts val="2030"/>
              <a:buChar char="•"/>
              <a:defRPr sz="1400"/>
            </a:lvl3pPr>
            <a:lvl4pPr marL="1828800" lvl="3" indent="-339089" algn="l">
              <a:lnSpc>
                <a:spcPct val="100000"/>
              </a:lnSpc>
              <a:spcBef>
                <a:spcPts val="600"/>
              </a:spcBef>
              <a:spcAft>
                <a:spcPts val="0"/>
              </a:spcAft>
              <a:buSzPts val="1740"/>
              <a:buChar char="•"/>
              <a:defRPr sz="1200"/>
            </a:lvl4pPr>
            <a:lvl5pPr marL="2286000" lvl="4" indent="-339089" algn="l">
              <a:lnSpc>
                <a:spcPct val="100000"/>
              </a:lnSpc>
              <a:spcBef>
                <a:spcPts val="600"/>
              </a:spcBef>
              <a:spcAft>
                <a:spcPts val="0"/>
              </a:spcAft>
              <a:buSzPts val="1740"/>
              <a:buChar char="•"/>
              <a:defRPr sz="1200"/>
            </a:lvl5pPr>
            <a:lvl6pPr marL="2743200" lvl="5" indent="-339089" algn="l">
              <a:lnSpc>
                <a:spcPct val="100000"/>
              </a:lnSpc>
              <a:spcBef>
                <a:spcPts val="600"/>
              </a:spcBef>
              <a:spcAft>
                <a:spcPts val="0"/>
              </a:spcAft>
              <a:buSzPts val="1740"/>
              <a:buChar char="•"/>
              <a:defRPr sz="1200"/>
            </a:lvl6pPr>
            <a:lvl7pPr marL="3200400" lvl="6" indent="-339089" algn="l">
              <a:lnSpc>
                <a:spcPct val="100000"/>
              </a:lnSpc>
              <a:spcBef>
                <a:spcPts val="600"/>
              </a:spcBef>
              <a:spcAft>
                <a:spcPts val="0"/>
              </a:spcAft>
              <a:buSzPts val="1740"/>
              <a:buChar char="•"/>
              <a:defRPr sz="1200"/>
            </a:lvl7pPr>
            <a:lvl8pPr marL="3657600" lvl="7" indent="-339090" algn="l">
              <a:lnSpc>
                <a:spcPct val="100000"/>
              </a:lnSpc>
              <a:spcBef>
                <a:spcPts val="600"/>
              </a:spcBef>
              <a:spcAft>
                <a:spcPts val="0"/>
              </a:spcAft>
              <a:buSzPts val="1740"/>
              <a:buChar char="•"/>
              <a:defRPr sz="1200"/>
            </a:lvl8pPr>
            <a:lvl9pPr marL="4114800" lvl="8" indent="-339090" algn="l">
              <a:lnSpc>
                <a:spcPct val="100000"/>
              </a:lnSpc>
              <a:spcBef>
                <a:spcPts val="600"/>
              </a:spcBef>
              <a:spcAft>
                <a:spcPts val="600"/>
              </a:spcAft>
              <a:buSzPts val="1740"/>
              <a:buChar char="•"/>
              <a:defRPr sz="1200"/>
            </a:lvl9pPr>
          </a:lstStyle>
          <a:p>
            <a:endParaRPr/>
          </a:p>
        </p:txBody>
      </p:sp>
      <p:sp>
        <p:nvSpPr>
          <p:cNvPr id="76" name="Google Shape;76;p35"/>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35"/>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35"/>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9"/>
        <p:cNvGrpSpPr/>
        <p:nvPr/>
      </p:nvGrpSpPr>
      <p:grpSpPr>
        <a:xfrm>
          <a:off x="0" y="0"/>
          <a:ext cx="0" cy="0"/>
          <a:chOff x="0" y="0"/>
          <a:chExt cx="0" cy="0"/>
        </a:xfrm>
      </p:grpSpPr>
      <p:sp>
        <p:nvSpPr>
          <p:cNvPr id="80" name="Google Shape;80;p37"/>
          <p:cNvSpPr txBox="1">
            <a:spLocks noGrp="1"/>
          </p:cNvSpPr>
          <p:nvPr>
            <p:ph type="title"/>
          </p:nvPr>
        </p:nvSpPr>
        <p:spPr>
          <a:xfrm>
            <a:off x="1484312" y="1600200"/>
            <a:ext cx="3549121" cy="1371600"/>
          </a:xfrm>
          <a:prstGeom prst="rect">
            <a:avLst/>
          </a:prstGeom>
          <a:noFill/>
          <a:ln>
            <a:noFill/>
          </a:ln>
        </p:spPr>
        <p:txBody>
          <a:bodyPr spcFirstLastPara="1" wrap="square" lIns="91425" tIns="45700" rIns="91425" bIns="45700" anchor="b" anchorCtr="0">
            <a:normAutofit/>
          </a:bodyPr>
          <a:lstStyle>
            <a:lvl1pPr lvl="0" algn="ctr">
              <a:lnSpc>
                <a:spcPct val="100000"/>
              </a:lnSpc>
              <a:spcBef>
                <a:spcPts val="0"/>
              </a:spcBef>
              <a:spcAft>
                <a:spcPts val="0"/>
              </a:spcAft>
              <a:buClr>
                <a:schemeClr val="dk1"/>
              </a:buClr>
              <a:buSzPts val="2400"/>
              <a:buFont typeface="Corbel"/>
              <a:buNone/>
              <a:defRPr sz="24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37"/>
          <p:cNvSpPr txBox="1">
            <a:spLocks noGrp="1"/>
          </p:cNvSpPr>
          <p:nvPr>
            <p:ph type="body" idx="1"/>
          </p:nvPr>
        </p:nvSpPr>
        <p:spPr>
          <a:xfrm>
            <a:off x="5262033" y="685799"/>
            <a:ext cx="6240990" cy="5105401"/>
          </a:xfrm>
          <a:prstGeom prst="rect">
            <a:avLst/>
          </a:prstGeom>
          <a:noFill/>
          <a:ln>
            <a:noFill/>
          </a:ln>
        </p:spPr>
        <p:txBody>
          <a:bodyPr spcFirstLastPara="1" wrap="square" lIns="91425" tIns="45700" rIns="91425" bIns="45700" anchor="ctr" anchorCtr="0">
            <a:normAutofit/>
          </a:bodyPr>
          <a:lstStyle>
            <a:lvl1pPr marL="457200" lvl="0" indent="-412750" algn="l">
              <a:lnSpc>
                <a:spcPct val="100000"/>
              </a:lnSpc>
              <a:spcBef>
                <a:spcPts val="400"/>
              </a:spcBef>
              <a:spcAft>
                <a:spcPts val="0"/>
              </a:spcAft>
              <a:buSzPts val="2900"/>
              <a:buChar char="•"/>
              <a:defRPr sz="2000"/>
            </a:lvl1pPr>
            <a:lvl2pPr marL="914400" lvl="1" indent="-394335" algn="l">
              <a:lnSpc>
                <a:spcPct val="100000"/>
              </a:lnSpc>
              <a:spcBef>
                <a:spcPts val="600"/>
              </a:spcBef>
              <a:spcAft>
                <a:spcPts val="0"/>
              </a:spcAft>
              <a:buSzPts val="2610"/>
              <a:buChar char="•"/>
              <a:defRPr sz="1800"/>
            </a:lvl2pPr>
            <a:lvl3pPr marL="1371600" lvl="2" indent="-375919" algn="l">
              <a:lnSpc>
                <a:spcPct val="100000"/>
              </a:lnSpc>
              <a:spcBef>
                <a:spcPts val="600"/>
              </a:spcBef>
              <a:spcAft>
                <a:spcPts val="0"/>
              </a:spcAft>
              <a:buSzPts val="2320"/>
              <a:buChar char="•"/>
              <a:defRPr sz="1600"/>
            </a:lvl3pPr>
            <a:lvl4pPr marL="1828800" lvl="3" indent="-357505" algn="l">
              <a:lnSpc>
                <a:spcPct val="100000"/>
              </a:lnSpc>
              <a:spcBef>
                <a:spcPts val="600"/>
              </a:spcBef>
              <a:spcAft>
                <a:spcPts val="0"/>
              </a:spcAft>
              <a:buSzPts val="2030"/>
              <a:buChar char="•"/>
              <a:defRPr sz="1400"/>
            </a:lvl4pPr>
            <a:lvl5pPr marL="2286000" lvl="4" indent="-357504" algn="l">
              <a:lnSpc>
                <a:spcPct val="100000"/>
              </a:lnSpc>
              <a:spcBef>
                <a:spcPts val="600"/>
              </a:spcBef>
              <a:spcAft>
                <a:spcPts val="0"/>
              </a:spcAft>
              <a:buSzPts val="2030"/>
              <a:buChar char="•"/>
              <a:defRPr sz="1400"/>
            </a:lvl5pPr>
            <a:lvl6pPr marL="2743200" lvl="5" indent="-357504" algn="l">
              <a:lnSpc>
                <a:spcPct val="100000"/>
              </a:lnSpc>
              <a:spcBef>
                <a:spcPts val="600"/>
              </a:spcBef>
              <a:spcAft>
                <a:spcPts val="0"/>
              </a:spcAft>
              <a:buSzPts val="2030"/>
              <a:buChar char="•"/>
              <a:defRPr sz="1400"/>
            </a:lvl6pPr>
            <a:lvl7pPr marL="3200400" lvl="6" indent="-357504" algn="l">
              <a:lnSpc>
                <a:spcPct val="100000"/>
              </a:lnSpc>
              <a:spcBef>
                <a:spcPts val="600"/>
              </a:spcBef>
              <a:spcAft>
                <a:spcPts val="0"/>
              </a:spcAft>
              <a:buSzPts val="2030"/>
              <a:buChar char="•"/>
              <a:defRPr sz="1400"/>
            </a:lvl7pPr>
            <a:lvl8pPr marL="3657600" lvl="7" indent="-357504" algn="l">
              <a:lnSpc>
                <a:spcPct val="100000"/>
              </a:lnSpc>
              <a:spcBef>
                <a:spcPts val="600"/>
              </a:spcBef>
              <a:spcAft>
                <a:spcPts val="0"/>
              </a:spcAft>
              <a:buSzPts val="2030"/>
              <a:buChar char="•"/>
              <a:defRPr sz="1400"/>
            </a:lvl8pPr>
            <a:lvl9pPr marL="4114800" lvl="8" indent="-357504" algn="l">
              <a:lnSpc>
                <a:spcPct val="100000"/>
              </a:lnSpc>
              <a:spcBef>
                <a:spcPts val="600"/>
              </a:spcBef>
              <a:spcAft>
                <a:spcPts val="600"/>
              </a:spcAft>
              <a:buSzPts val="2030"/>
              <a:buChar char="•"/>
              <a:defRPr sz="1400"/>
            </a:lvl9pPr>
          </a:lstStyle>
          <a:p>
            <a:endParaRPr/>
          </a:p>
        </p:txBody>
      </p:sp>
      <p:sp>
        <p:nvSpPr>
          <p:cNvPr id="82" name="Google Shape;82;p37"/>
          <p:cNvSpPr txBox="1">
            <a:spLocks noGrp="1"/>
          </p:cNvSpPr>
          <p:nvPr>
            <p:ph type="body" idx="2"/>
          </p:nvPr>
        </p:nvSpPr>
        <p:spPr>
          <a:xfrm>
            <a:off x="1484312" y="2971800"/>
            <a:ext cx="3549121" cy="1828800"/>
          </a:xfrm>
          <a:prstGeom prst="rect">
            <a:avLst/>
          </a:prstGeom>
          <a:noFill/>
          <a:ln>
            <a:noFill/>
          </a:ln>
        </p:spPr>
        <p:txBody>
          <a:bodyPr spcFirstLastPara="1" wrap="square" lIns="91425" tIns="45700" rIns="91425" bIns="45700" anchor="ctr" anchorCtr="0">
            <a:normAutofit/>
          </a:bodyPr>
          <a:lstStyle>
            <a:lvl1pPr marL="457200" lvl="0" indent="-228600" algn="ctr">
              <a:lnSpc>
                <a:spcPct val="100000"/>
              </a:lnSpc>
              <a:spcBef>
                <a:spcPts val="320"/>
              </a:spcBef>
              <a:spcAft>
                <a:spcPts val="0"/>
              </a:spcAft>
              <a:buSzPts val="2320"/>
              <a:buNone/>
              <a:defRPr sz="1600"/>
            </a:lvl1pPr>
            <a:lvl2pPr marL="914400" lvl="1" indent="-228600" algn="l">
              <a:lnSpc>
                <a:spcPct val="100000"/>
              </a:lnSpc>
              <a:spcBef>
                <a:spcPts val="600"/>
              </a:spcBef>
              <a:spcAft>
                <a:spcPts val="0"/>
              </a:spcAft>
              <a:buSzPts val="1740"/>
              <a:buNone/>
              <a:defRPr sz="1200"/>
            </a:lvl2pPr>
            <a:lvl3pPr marL="1371600" lvl="2" indent="-228600" algn="l">
              <a:lnSpc>
                <a:spcPct val="100000"/>
              </a:lnSpc>
              <a:spcBef>
                <a:spcPts val="600"/>
              </a:spcBef>
              <a:spcAft>
                <a:spcPts val="0"/>
              </a:spcAft>
              <a:buSzPts val="1450"/>
              <a:buNone/>
              <a:defRPr sz="1000"/>
            </a:lvl3pPr>
            <a:lvl4pPr marL="1828800" lvl="3" indent="-228600" algn="l">
              <a:lnSpc>
                <a:spcPct val="100000"/>
              </a:lnSpc>
              <a:spcBef>
                <a:spcPts val="600"/>
              </a:spcBef>
              <a:spcAft>
                <a:spcPts val="0"/>
              </a:spcAft>
              <a:buSzPts val="1305"/>
              <a:buNone/>
              <a:defRPr sz="900"/>
            </a:lvl4pPr>
            <a:lvl5pPr marL="2286000" lvl="4" indent="-228600" algn="l">
              <a:lnSpc>
                <a:spcPct val="100000"/>
              </a:lnSpc>
              <a:spcBef>
                <a:spcPts val="600"/>
              </a:spcBef>
              <a:spcAft>
                <a:spcPts val="0"/>
              </a:spcAft>
              <a:buSzPts val="1305"/>
              <a:buNone/>
              <a:defRPr sz="900"/>
            </a:lvl5pPr>
            <a:lvl6pPr marL="2743200" lvl="5" indent="-228600" algn="l">
              <a:lnSpc>
                <a:spcPct val="100000"/>
              </a:lnSpc>
              <a:spcBef>
                <a:spcPts val="600"/>
              </a:spcBef>
              <a:spcAft>
                <a:spcPts val="0"/>
              </a:spcAft>
              <a:buSzPts val="1305"/>
              <a:buNone/>
              <a:defRPr sz="900"/>
            </a:lvl6pPr>
            <a:lvl7pPr marL="3200400" lvl="6" indent="-228600" algn="l">
              <a:lnSpc>
                <a:spcPct val="100000"/>
              </a:lnSpc>
              <a:spcBef>
                <a:spcPts val="600"/>
              </a:spcBef>
              <a:spcAft>
                <a:spcPts val="0"/>
              </a:spcAft>
              <a:buSzPts val="1305"/>
              <a:buNone/>
              <a:defRPr sz="900"/>
            </a:lvl7pPr>
            <a:lvl8pPr marL="3657600" lvl="7" indent="-228600" algn="l">
              <a:lnSpc>
                <a:spcPct val="100000"/>
              </a:lnSpc>
              <a:spcBef>
                <a:spcPts val="600"/>
              </a:spcBef>
              <a:spcAft>
                <a:spcPts val="0"/>
              </a:spcAft>
              <a:buSzPts val="1305"/>
              <a:buNone/>
              <a:defRPr sz="900"/>
            </a:lvl8pPr>
            <a:lvl9pPr marL="4114800" lvl="8" indent="-228600" algn="l">
              <a:lnSpc>
                <a:spcPct val="100000"/>
              </a:lnSpc>
              <a:spcBef>
                <a:spcPts val="600"/>
              </a:spcBef>
              <a:spcAft>
                <a:spcPts val="600"/>
              </a:spcAft>
              <a:buSzPts val="1305"/>
              <a:buNone/>
              <a:defRPr sz="900"/>
            </a:lvl9pPr>
          </a:lstStyle>
          <a:p>
            <a:endParaRPr/>
          </a:p>
        </p:txBody>
      </p:sp>
      <p:sp>
        <p:nvSpPr>
          <p:cNvPr id="83" name="Google Shape;83;p37"/>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37"/>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37"/>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6"/>
        <p:cNvGrpSpPr/>
        <p:nvPr/>
      </p:nvGrpSpPr>
      <p:grpSpPr>
        <a:xfrm>
          <a:off x="0" y="0"/>
          <a:ext cx="0" cy="0"/>
          <a:chOff x="0" y="0"/>
          <a:chExt cx="0" cy="0"/>
        </a:xfrm>
      </p:grpSpPr>
      <p:sp>
        <p:nvSpPr>
          <p:cNvPr id="87" name="Google Shape;87;p38"/>
          <p:cNvSpPr txBox="1">
            <a:spLocks noGrp="1"/>
          </p:cNvSpPr>
          <p:nvPr>
            <p:ph type="title"/>
          </p:nvPr>
        </p:nvSpPr>
        <p:spPr>
          <a:xfrm>
            <a:off x="1482724" y="1752599"/>
            <a:ext cx="5426158" cy="1371600"/>
          </a:xfrm>
          <a:prstGeom prst="rect">
            <a:avLst/>
          </a:prstGeom>
          <a:noFill/>
          <a:ln>
            <a:noFill/>
          </a:ln>
        </p:spPr>
        <p:txBody>
          <a:bodyPr spcFirstLastPara="1" wrap="square" lIns="91425" tIns="45700" rIns="91425" bIns="45700" anchor="b" anchorCtr="0">
            <a:normAutofit/>
          </a:bodyPr>
          <a:lstStyle>
            <a:lvl1pPr lvl="0" algn="ctr">
              <a:lnSpc>
                <a:spcPct val="100000"/>
              </a:lnSpc>
              <a:spcBef>
                <a:spcPts val="0"/>
              </a:spcBef>
              <a:spcAft>
                <a:spcPts val="0"/>
              </a:spcAft>
              <a:buClr>
                <a:schemeClr val="dk1"/>
              </a:buClr>
              <a:buSzPts val="2800"/>
              <a:buFont typeface="Corbel"/>
              <a:buNone/>
              <a:defRPr sz="28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38"/>
          <p:cNvSpPr>
            <a:spLocks noGrp="1"/>
          </p:cNvSpPr>
          <p:nvPr>
            <p:ph type="pic" idx="2"/>
          </p:nvPr>
        </p:nvSpPr>
        <p:spPr>
          <a:xfrm>
            <a:off x="7594682" y="914400"/>
            <a:ext cx="3280974" cy="4572000"/>
          </a:xfrm>
          <a:prstGeom prst="roundRect">
            <a:avLst>
              <a:gd name="adj" fmla="val 4280"/>
            </a:avLst>
          </a:prstGeom>
          <a:noFill/>
          <a:ln w="38100" cap="flat" cmpd="sng">
            <a:solidFill>
              <a:schemeClr val="lt2"/>
            </a:solidFill>
            <a:prstDash val="solid"/>
            <a:round/>
            <a:headEnd type="none" w="sm" len="sm"/>
            <a:tailEnd type="none" w="sm" len="sm"/>
          </a:ln>
        </p:spPr>
      </p:sp>
      <p:sp>
        <p:nvSpPr>
          <p:cNvPr id="89" name="Google Shape;89;p38"/>
          <p:cNvSpPr txBox="1">
            <a:spLocks noGrp="1"/>
          </p:cNvSpPr>
          <p:nvPr>
            <p:ph type="body" idx="1"/>
          </p:nvPr>
        </p:nvSpPr>
        <p:spPr>
          <a:xfrm>
            <a:off x="1482724" y="3124199"/>
            <a:ext cx="5426158" cy="1828800"/>
          </a:xfrm>
          <a:prstGeom prst="rect">
            <a:avLst/>
          </a:prstGeom>
          <a:noFill/>
          <a:ln>
            <a:noFill/>
          </a:ln>
        </p:spPr>
        <p:txBody>
          <a:bodyPr spcFirstLastPara="1" wrap="square" lIns="91425" tIns="45700" rIns="91425" bIns="45700" anchor="ctr" anchorCtr="0">
            <a:normAutofit/>
          </a:bodyPr>
          <a:lstStyle>
            <a:lvl1pPr marL="457200" lvl="0" indent="-228600" algn="ctr">
              <a:lnSpc>
                <a:spcPct val="100000"/>
              </a:lnSpc>
              <a:spcBef>
                <a:spcPts val="360"/>
              </a:spcBef>
              <a:spcAft>
                <a:spcPts val="0"/>
              </a:spcAft>
              <a:buSzPts val="2610"/>
              <a:buNone/>
              <a:defRPr sz="1800"/>
            </a:lvl1pPr>
            <a:lvl2pPr marL="914400" lvl="1" indent="-228600" algn="l">
              <a:lnSpc>
                <a:spcPct val="100000"/>
              </a:lnSpc>
              <a:spcBef>
                <a:spcPts val="600"/>
              </a:spcBef>
              <a:spcAft>
                <a:spcPts val="0"/>
              </a:spcAft>
              <a:buSzPts val="1740"/>
              <a:buNone/>
              <a:defRPr sz="1200"/>
            </a:lvl2pPr>
            <a:lvl3pPr marL="1371600" lvl="2" indent="-228600" algn="l">
              <a:lnSpc>
                <a:spcPct val="100000"/>
              </a:lnSpc>
              <a:spcBef>
                <a:spcPts val="600"/>
              </a:spcBef>
              <a:spcAft>
                <a:spcPts val="0"/>
              </a:spcAft>
              <a:buSzPts val="1450"/>
              <a:buNone/>
              <a:defRPr sz="1000"/>
            </a:lvl3pPr>
            <a:lvl4pPr marL="1828800" lvl="3" indent="-228600" algn="l">
              <a:lnSpc>
                <a:spcPct val="100000"/>
              </a:lnSpc>
              <a:spcBef>
                <a:spcPts val="600"/>
              </a:spcBef>
              <a:spcAft>
                <a:spcPts val="0"/>
              </a:spcAft>
              <a:buSzPts val="1305"/>
              <a:buNone/>
              <a:defRPr sz="900"/>
            </a:lvl4pPr>
            <a:lvl5pPr marL="2286000" lvl="4" indent="-228600" algn="l">
              <a:lnSpc>
                <a:spcPct val="100000"/>
              </a:lnSpc>
              <a:spcBef>
                <a:spcPts val="600"/>
              </a:spcBef>
              <a:spcAft>
                <a:spcPts val="0"/>
              </a:spcAft>
              <a:buSzPts val="1305"/>
              <a:buNone/>
              <a:defRPr sz="900"/>
            </a:lvl5pPr>
            <a:lvl6pPr marL="2743200" lvl="5" indent="-228600" algn="l">
              <a:lnSpc>
                <a:spcPct val="100000"/>
              </a:lnSpc>
              <a:spcBef>
                <a:spcPts val="600"/>
              </a:spcBef>
              <a:spcAft>
                <a:spcPts val="0"/>
              </a:spcAft>
              <a:buSzPts val="1305"/>
              <a:buNone/>
              <a:defRPr sz="900"/>
            </a:lvl6pPr>
            <a:lvl7pPr marL="3200400" lvl="6" indent="-228600" algn="l">
              <a:lnSpc>
                <a:spcPct val="100000"/>
              </a:lnSpc>
              <a:spcBef>
                <a:spcPts val="600"/>
              </a:spcBef>
              <a:spcAft>
                <a:spcPts val="0"/>
              </a:spcAft>
              <a:buSzPts val="1305"/>
              <a:buNone/>
              <a:defRPr sz="900"/>
            </a:lvl7pPr>
            <a:lvl8pPr marL="3657600" lvl="7" indent="-228600" algn="l">
              <a:lnSpc>
                <a:spcPct val="100000"/>
              </a:lnSpc>
              <a:spcBef>
                <a:spcPts val="600"/>
              </a:spcBef>
              <a:spcAft>
                <a:spcPts val="0"/>
              </a:spcAft>
              <a:buSzPts val="1305"/>
              <a:buNone/>
              <a:defRPr sz="900"/>
            </a:lvl8pPr>
            <a:lvl9pPr marL="4114800" lvl="8" indent="-228600" algn="l">
              <a:lnSpc>
                <a:spcPct val="100000"/>
              </a:lnSpc>
              <a:spcBef>
                <a:spcPts val="600"/>
              </a:spcBef>
              <a:spcAft>
                <a:spcPts val="600"/>
              </a:spcAft>
              <a:buSzPts val="1305"/>
              <a:buNone/>
              <a:defRPr sz="900"/>
            </a:lvl9pPr>
          </a:lstStyle>
          <a:p>
            <a:endParaRPr/>
          </a:p>
        </p:txBody>
      </p:sp>
      <p:sp>
        <p:nvSpPr>
          <p:cNvPr id="90" name="Google Shape;90;p38"/>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38"/>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38"/>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93"/>
        <p:cNvGrpSpPr/>
        <p:nvPr/>
      </p:nvGrpSpPr>
      <p:grpSpPr>
        <a:xfrm>
          <a:off x="0" y="0"/>
          <a:ext cx="0" cy="0"/>
          <a:chOff x="0" y="0"/>
          <a:chExt cx="0" cy="0"/>
        </a:xfrm>
      </p:grpSpPr>
      <p:sp>
        <p:nvSpPr>
          <p:cNvPr id="94" name="Google Shape;94;p39"/>
          <p:cNvSpPr txBox="1">
            <a:spLocks noGrp="1"/>
          </p:cNvSpPr>
          <p:nvPr>
            <p:ph type="title"/>
          </p:nvPr>
        </p:nvSpPr>
        <p:spPr>
          <a:xfrm>
            <a:off x="1484311" y="4732865"/>
            <a:ext cx="10018711" cy="566738"/>
          </a:xfrm>
          <a:prstGeom prst="rect">
            <a:avLst/>
          </a:prstGeom>
          <a:noFill/>
          <a:ln>
            <a:noFill/>
          </a:ln>
        </p:spPr>
        <p:txBody>
          <a:bodyPr spcFirstLastPara="1" wrap="square" lIns="91425" tIns="45700" rIns="91425" bIns="45700" anchor="b" anchorCtr="0">
            <a:normAutofit/>
          </a:bodyPr>
          <a:lstStyle>
            <a:lvl1pPr lvl="0" algn="ctr">
              <a:lnSpc>
                <a:spcPct val="100000"/>
              </a:lnSpc>
              <a:spcBef>
                <a:spcPts val="0"/>
              </a:spcBef>
              <a:spcAft>
                <a:spcPts val="0"/>
              </a:spcAft>
              <a:buClr>
                <a:schemeClr val="dk1"/>
              </a:buClr>
              <a:buSzPts val="2400"/>
              <a:buFont typeface="Corbel"/>
              <a:buNone/>
              <a:defRPr sz="24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5" name="Google Shape;95;p39"/>
          <p:cNvSpPr>
            <a:spLocks noGrp="1"/>
          </p:cNvSpPr>
          <p:nvPr>
            <p:ph type="pic" idx="2"/>
          </p:nvPr>
        </p:nvSpPr>
        <p:spPr>
          <a:xfrm>
            <a:off x="2386012" y="932112"/>
            <a:ext cx="8225944" cy="3164976"/>
          </a:xfrm>
          <a:prstGeom prst="roundRect">
            <a:avLst>
              <a:gd name="adj" fmla="val 4380"/>
            </a:avLst>
          </a:prstGeom>
          <a:noFill/>
          <a:ln w="38100" cap="flat" cmpd="sng">
            <a:solidFill>
              <a:schemeClr val="lt2"/>
            </a:solidFill>
            <a:prstDash val="solid"/>
            <a:round/>
            <a:headEnd type="none" w="sm" len="sm"/>
            <a:tailEnd type="none" w="sm" len="sm"/>
          </a:ln>
        </p:spPr>
      </p:sp>
      <p:sp>
        <p:nvSpPr>
          <p:cNvPr id="96" name="Google Shape;96;p39"/>
          <p:cNvSpPr txBox="1">
            <a:spLocks noGrp="1"/>
          </p:cNvSpPr>
          <p:nvPr>
            <p:ph type="body" idx="1"/>
          </p:nvPr>
        </p:nvSpPr>
        <p:spPr>
          <a:xfrm>
            <a:off x="1484311" y="5299603"/>
            <a:ext cx="10018711" cy="493712"/>
          </a:xfrm>
          <a:prstGeom prst="rect">
            <a:avLst/>
          </a:prstGeom>
          <a:noFill/>
          <a:ln>
            <a:noFill/>
          </a:ln>
        </p:spPr>
        <p:txBody>
          <a:bodyPr spcFirstLastPara="1" wrap="square" lIns="91425" tIns="45700" rIns="91425" bIns="45700" anchor="ctr" anchorCtr="0">
            <a:normAutofit/>
          </a:bodyPr>
          <a:lstStyle>
            <a:lvl1pPr marL="457200" lvl="0" indent="-228600" algn="ctr">
              <a:lnSpc>
                <a:spcPct val="100000"/>
              </a:lnSpc>
              <a:spcBef>
                <a:spcPts val="280"/>
              </a:spcBef>
              <a:spcAft>
                <a:spcPts val="0"/>
              </a:spcAft>
              <a:buSzPts val="2030"/>
              <a:buNone/>
              <a:defRPr sz="1400"/>
            </a:lvl1pPr>
            <a:lvl2pPr marL="914400" lvl="1" indent="-228600" algn="l">
              <a:lnSpc>
                <a:spcPct val="100000"/>
              </a:lnSpc>
              <a:spcBef>
                <a:spcPts val="600"/>
              </a:spcBef>
              <a:spcAft>
                <a:spcPts val="0"/>
              </a:spcAft>
              <a:buSzPts val="1740"/>
              <a:buNone/>
              <a:defRPr sz="1200"/>
            </a:lvl2pPr>
            <a:lvl3pPr marL="1371600" lvl="2" indent="-228600" algn="l">
              <a:lnSpc>
                <a:spcPct val="100000"/>
              </a:lnSpc>
              <a:spcBef>
                <a:spcPts val="600"/>
              </a:spcBef>
              <a:spcAft>
                <a:spcPts val="0"/>
              </a:spcAft>
              <a:buSzPts val="1450"/>
              <a:buNone/>
              <a:defRPr sz="1000"/>
            </a:lvl3pPr>
            <a:lvl4pPr marL="1828800" lvl="3" indent="-228600" algn="l">
              <a:lnSpc>
                <a:spcPct val="100000"/>
              </a:lnSpc>
              <a:spcBef>
                <a:spcPts val="600"/>
              </a:spcBef>
              <a:spcAft>
                <a:spcPts val="0"/>
              </a:spcAft>
              <a:buSzPts val="1305"/>
              <a:buNone/>
              <a:defRPr sz="900"/>
            </a:lvl4pPr>
            <a:lvl5pPr marL="2286000" lvl="4" indent="-228600" algn="l">
              <a:lnSpc>
                <a:spcPct val="100000"/>
              </a:lnSpc>
              <a:spcBef>
                <a:spcPts val="600"/>
              </a:spcBef>
              <a:spcAft>
                <a:spcPts val="0"/>
              </a:spcAft>
              <a:buSzPts val="1305"/>
              <a:buNone/>
              <a:defRPr sz="900"/>
            </a:lvl5pPr>
            <a:lvl6pPr marL="2743200" lvl="5" indent="-228600" algn="l">
              <a:lnSpc>
                <a:spcPct val="100000"/>
              </a:lnSpc>
              <a:spcBef>
                <a:spcPts val="600"/>
              </a:spcBef>
              <a:spcAft>
                <a:spcPts val="0"/>
              </a:spcAft>
              <a:buSzPts val="1305"/>
              <a:buNone/>
              <a:defRPr sz="900"/>
            </a:lvl6pPr>
            <a:lvl7pPr marL="3200400" lvl="6" indent="-228600" algn="l">
              <a:lnSpc>
                <a:spcPct val="100000"/>
              </a:lnSpc>
              <a:spcBef>
                <a:spcPts val="600"/>
              </a:spcBef>
              <a:spcAft>
                <a:spcPts val="0"/>
              </a:spcAft>
              <a:buSzPts val="1305"/>
              <a:buNone/>
              <a:defRPr sz="900"/>
            </a:lvl7pPr>
            <a:lvl8pPr marL="3657600" lvl="7" indent="-228600" algn="l">
              <a:lnSpc>
                <a:spcPct val="100000"/>
              </a:lnSpc>
              <a:spcBef>
                <a:spcPts val="600"/>
              </a:spcBef>
              <a:spcAft>
                <a:spcPts val="0"/>
              </a:spcAft>
              <a:buSzPts val="1305"/>
              <a:buNone/>
              <a:defRPr sz="900"/>
            </a:lvl8pPr>
            <a:lvl9pPr marL="4114800" lvl="8" indent="-228600" algn="l">
              <a:lnSpc>
                <a:spcPct val="100000"/>
              </a:lnSpc>
              <a:spcBef>
                <a:spcPts val="600"/>
              </a:spcBef>
              <a:spcAft>
                <a:spcPts val="600"/>
              </a:spcAft>
              <a:buSzPts val="1305"/>
              <a:buNone/>
              <a:defRPr sz="900"/>
            </a:lvl9pPr>
          </a:lstStyle>
          <a:p>
            <a:endParaRPr/>
          </a:p>
        </p:txBody>
      </p:sp>
      <p:sp>
        <p:nvSpPr>
          <p:cNvPr id="97" name="Google Shape;97;p39"/>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39"/>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p39"/>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100"/>
        <p:cNvGrpSpPr/>
        <p:nvPr/>
      </p:nvGrpSpPr>
      <p:grpSpPr>
        <a:xfrm>
          <a:off x="0" y="0"/>
          <a:ext cx="0" cy="0"/>
          <a:chOff x="0" y="0"/>
          <a:chExt cx="0" cy="0"/>
        </a:xfrm>
      </p:grpSpPr>
      <p:sp>
        <p:nvSpPr>
          <p:cNvPr id="101" name="Google Shape;101;p40"/>
          <p:cNvSpPr txBox="1">
            <a:spLocks noGrp="1"/>
          </p:cNvSpPr>
          <p:nvPr>
            <p:ph type="title"/>
          </p:nvPr>
        </p:nvSpPr>
        <p:spPr>
          <a:xfrm>
            <a:off x="1484312" y="685800"/>
            <a:ext cx="10018711" cy="3048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3200"/>
              <a:buFont typeface="Corbel"/>
              <a:buNone/>
              <a:defRPr sz="3200" b="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2" name="Google Shape;102;p40"/>
          <p:cNvSpPr txBox="1">
            <a:spLocks noGrp="1"/>
          </p:cNvSpPr>
          <p:nvPr>
            <p:ph type="body" idx="1"/>
          </p:nvPr>
        </p:nvSpPr>
        <p:spPr>
          <a:xfrm>
            <a:off x="1484312" y="4343400"/>
            <a:ext cx="10018713" cy="1447800"/>
          </a:xfrm>
          <a:prstGeom prst="rect">
            <a:avLst/>
          </a:prstGeom>
          <a:noFill/>
          <a:ln>
            <a:noFill/>
          </a:ln>
        </p:spPr>
        <p:txBody>
          <a:bodyPr spcFirstLastPara="1" wrap="square" lIns="91425" tIns="45700" rIns="91425" bIns="45700" anchor="ctr" anchorCtr="0">
            <a:normAutofit/>
          </a:bodyPr>
          <a:lstStyle>
            <a:lvl1pPr marL="457200" lvl="0" indent="-228600" algn="ctr">
              <a:lnSpc>
                <a:spcPct val="100000"/>
              </a:lnSpc>
              <a:spcBef>
                <a:spcPts val="400"/>
              </a:spcBef>
              <a:spcAft>
                <a:spcPts val="0"/>
              </a:spcAft>
              <a:buSzPts val="2900"/>
              <a:buNone/>
              <a:defRPr sz="2000">
                <a:solidFill>
                  <a:schemeClr val="dk1"/>
                </a:solidFill>
              </a:defRPr>
            </a:lvl1pPr>
            <a:lvl2pPr marL="914400" lvl="1" indent="-228600" algn="l">
              <a:lnSpc>
                <a:spcPct val="100000"/>
              </a:lnSpc>
              <a:spcBef>
                <a:spcPts val="600"/>
              </a:spcBef>
              <a:spcAft>
                <a:spcPts val="0"/>
              </a:spcAft>
              <a:buSzPts val="2610"/>
              <a:buNone/>
              <a:defRPr sz="1800">
                <a:solidFill>
                  <a:srgbClr val="888888"/>
                </a:solidFill>
              </a:defRPr>
            </a:lvl2pPr>
            <a:lvl3pPr marL="1371600" lvl="2" indent="-228600" algn="l">
              <a:lnSpc>
                <a:spcPct val="100000"/>
              </a:lnSpc>
              <a:spcBef>
                <a:spcPts val="600"/>
              </a:spcBef>
              <a:spcAft>
                <a:spcPts val="0"/>
              </a:spcAft>
              <a:buSzPts val="2320"/>
              <a:buNone/>
              <a:defRPr sz="1600">
                <a:solidFill>
                  <a:srgbClr val="888888"/>
                </a:solidFill>
              </a:defRPr>
            </a:lvl3pPr>
            <a:lvl4pPr marL="1828800" lvl="3" indent="-228600" algn="l">
              <a:lnSpc>
                <a:spcPct val="100000"/>
              </a:lnSpc>
              <a:spcBef>
                <a:spcPts val="600"/>
              </a:spcBef>
              <a:spcAft>
                <a:spcPts val="0"/>
              </a:spcAft>
              <a:buSzPts val="2030"/>
              <a:buNone/>
              <a:defRPr sz="1400">
                <a:solidFill>
                  <a:srgbClr val="888888"/>
                </a:solidFill>
              </a:defRPr>
            </a:lvl4pPr>
            <a:lvl5pPr marL="2286000" lvl="4" indent="-228600" algn="l">
              <a:lnSpc>
                <a:spcPct val="100000"/>
              </a:lnSpc>
              <a:spcBef>
                <a:spcPts val="600"/>
              </a:spcBef>
              <a:spcAft>
                <a:spcPts val="0"/>
              </a:spcAft>
              <a:buSzPts val="2030"/>
              <a:buNone/>
              <a:defRPr sz="1400">
                <a:solidFill>
                  <a:srgbClr val="888888"/>
                </a:solidFill>
              </a:defRPr>
            </a:lvl5pPr>
            <a:lvl6pPr marL="2743200" lvl="5" indent="-228600" algn="l">
              <a:lnSpc>
                <a:spcPct val="100000"/>
              </a:lnSpc>
              <a:spcBef>
                <a:spcPts val="600"/>
              </a:spcBef>
              <a:spcAft>
                <a:spcPts val="0"/>
              </a:spcAft>
              <a:buSzPts val="2030"/>
              <a:buNone/>
              <a:defRPr sz="1400">
                <a:solidFill>
                  <a:srgbClr val="888888"/>
                </a:solidFill>
              </a:defRPr>
            </a:lvl6pPr>
            <a:lvl7pPr marL="3200400" lvl="6" indent="-228600" algn="l">
              <a:lnSpc>
                <a:spcPct val="100000"/>
              </a:lnSpc>
              <a:spcBef>
                <a:spcPts val="600"/>
              </a:spcBef>
              <a:spcAft>
                <a:spcPts val="0"/>
              </a:spcAft>
              <a:buSzPts val="2030"/>
              <a:buNone/>
              <a:defRPr sz="1400">
                <a:solidFill>
                  <a:srgbClr val="888888"/>
                </a:solidFill>
              </a:defRPr>
            </a:lvl7pPr>
            <a:lvl8pPr marL="3657600" lvl="7" indent="-228600" algn="l">
              <a:lnSpc>
                <a:spcPct val="100000"/>
              </a:lnSpc>
              <a:spcBef>
                <a:spcPts val="600"/>
              </a:spcBef>
              <a:spcAft>
                <a:spcPts val="0"/>
              </a:spcAft>
              <a:buSzPts val="2030"/>
              <a:buNone/>
              <a:defRPr sz="1400">
                <a:solidFill>
                  <a:srgbClr val="888888"/>
                </a:solidFill>
              </a:defRPr>
            </a:lvl8pPr>
            <a:lvl9pPr marL="4114800" lvl="8" indent="-228600" algn="l">
              <a:lnSpc>
                <a:spcPct val="100000"/>
              </a:lnSpc>
              <a:spcBef>
                <a:spcPts val="600"/>
              </a:spcBef>
              <a:spcAft>
                <a:spcPts val="600"/>
              </a:spcAft>
              <a:buSzPts val="2030"/>
              <a:buNone/>
              <a:defRPr sz="1400">
                <a:solidFill>
                  <a:srgbClr val="888888"/>
                </a:solidFill>
              </a:defRPr>
            </a:lvl9pPr>
          </a:lstStyle>
          <a:p>
            <a:endParaRPr/>
          </a:p>
        </p:txBody>
      </p:sp>
      <p:sp>
        <p:nvSpPr>
          <p:cNvPr id="103" name="Google Shape;103;p40"/>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40"/>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5" name="Google Shape;105;p40"/>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106"/>
        <p:cNvGrpSpPr/>
        <p:nvPr/>
      </p:nvGrpSpPr>
      <p:grpSpPr>
        <a:xfrm>
          <a:off x="0" y="0"/>
          <a:ext cx="0" cy="0"/>
          <a:chOff x="0" y="0"/>
          <a:chExt cx="0" cy="0"/>
        </a:xfrm>
      </p:grpSpPr>
      <p:sp>
        <p:nvSpPr>
          <p:cNvPr id="107" name="Google Shape;107;p41"/>
          <p:cNvSpPr txBox="1"/>
          <p:nvPr/>
        </p:nvSpPr>
        <p:spPr>
          <a:xfrm>
            <a:off x="1598612" y="863023"/>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8000"/>
              <a:buFont typeface="Corbel"/>
              <a:buNone/>
            </a:pPr>
            <a:r>
              <a:rPr lang="en-US" sz="8000" b="0" i="0" u="none" strike="noStrike" cap="none">
                <a:solidFill>
                  <a:schemeClr val="dk1"/>
                </a:solidFill>
                <a:latin typeface="Corbel"/>
                <a:ea typeface="Corbel"/>
                <a:cs typeface="Corbel"/>
                <a:sym typeface="Corbel"/>
              </a:rPr>
              <a:t>“</a:t>
            </a:r>
            <a:endParaRPr sz="1400" b="0" i="0" u="none" strike="noStrike" cap="none">
              <a:solidFill>
                <a:srgbClr val="000000"/>
              </a:solidFill>
              <a:latin typeface="Arial"/>
              <a:ea typeface="Arial"/>
              <a:cs typeface="Arial"/>
              <a:sym typeface="Arial"/>
            </a:endParaRPr>
          </a:p>
        </p:txBody>
      </p:sp>
      <p:sp>
        <p:nvSpPr>
          <p:cNvPr id="108" name="Google Shape;108;p41"/>
          <p:cNvSpPr txBox="1"/>
          <p:nvPr/>
        </p:nvSpPr>
        <p:spPr>
          <a:xfrm>
            <a:off x="10893425" y="2819399"/>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8000"/>
              <a:buFont typeface="Corbel"/>
              <a:buNone/>
            </a:pPr>
            <a:r>
              <a:rPr lang="en-US" sz="8000" b="0" i="0" u="none" strike="noStrike" cap="none">
                <a:solidFill>
                  <a:schemeClr val="dk1"/>
                </a:solidFill>
                <a:latin typeface="Corbel"/>
                <a:ea typeface="Corbel"/>
                <a:cs typeface="Corbel"/>
                <a:sym typeface="Corbel"/>
              </a:rPr>
              <a:t>”</a:t>
            </a:r>
            <a:endParaRPr sz="1400" b="0" i="0" u="none" strike="noStrike" cap="none">
              <a:solidFill>
                <a:srgbClr val="000000"/>
              </a:solidFill>
              <a:latin typeface="Arial"/>
              <a:ea typeface="Arial"/>
              <a:cs typeface="Arial"/>
              <a:sym typeface="Arial"/>
            </a:endParaRPr>
          </a:p>
        </p:txBody>
      </p:sp>
      <p:sp>
        <p:nvSpPr>
          <p:cNvPr id="109" name="Google Shape;109;p41"/>
          <p:cNvSpPr txBox="1">
            <a:spLocks noGrp="1"/>
          </p:cNvSpPr>
          <p:nvPr>
            <p:ph type="title"/>
          </p:nvPr>
        </p:nvSpPr>
        <p:spPr>
          <a:xfrm>
            <a:off x="2208212" y="685800"/>
            <a:ext cx="8990012" cy="2743199"/>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3200"/>
              <a:buFont typeface="Corbel"/>
              <a:buNone/>
              <a:defRPr sz="3200" b="0" cap="none">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0" name="Google Shape;110;p41"/>
          <p:cNvSpPr txBox="1">
            <a:spLocks noGrp="1"/>
          </p:cNvSpPr>
          <p:nvPr>
            <p:ph type="body" idx="1"/>
          </p:nvPr>
        </p:nvSpPr>
        <p:spPr>
          <a:xfrm>
            <a:off x="2436811" y="3428999"/>
            <a:ext cx="8532815" cy="381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360"/>
              </a:spcBef>
              <a:spcAft>
                <a:spcPts val="0"/>
              </a:spcAft>
              <a:buSzPts val="2610"/>
              <a:buFont typeface="Corbel"/>
              <a:buNone/>
              <a:defRPr sz="1800"/>
            </a:lvl1pPr>
            <a:lvl2pPr marL="914400" lvl="1" indent="-228600" algn="l">
              <a:lnSpc>
                <a:spcPct val="100000"/>
              </a:lnSpc>
              <a:spcBef>
                <a:spcPts val="600"/>
              </a:spcBef>
              <a:spcAft>
                <a:spcPts val="0"/>
              </a:spcAft>
              <a:buSzPts val="2900"/>
              <a:buFont typeface="Corbel"/>
              <a:buNone/>
              <a:defRPr/>
            </a:lvl2pPr>
            <a:lvl3pPr marL="1371600" lvl="2" indent="-228600" algn="l">
              <a:lnSpc>
                <a:spcPct val="100000"/>
              </a:lnSpc>
              <a:spcBef>
                <a:spcPts val="600"/>
              </a:spcBef>
              <a:spcAft>
                <a:spcPts val="0"/>
              </a:spcAft>
              <a:buSzPts val="2610"/>
              <a:buFont typeface="Corbel"/>
              <a:buNone/>
              <a:defRPr/>
            </a:lvl3pPr>
            <a:lvl4pPr marL="1828800" lvl="3" indent="-228600" algn="l">
              <a:lnSpc>
                <a:spcPct val="100000"/>
              </a:lnSpc>
              <a:spcBef>
                <a:spcPts val="600"/>
              </a:spcBef>
              <a:spcAft>
                <a:spcPts val="0"/>
              </a:spcAft>
              <a:buSzPts val="2320"/>
              <a:buFont typeface="Corbel"/>
              <a:buNone/>
              <a:defRPr/>
            </a:lvl4pPr>
            <a:lvl5pPr marL="2286000" lvl="4" indent="-228600" algn="l">
              <a:lnSpc>
                <a:spcPct val="100000"/>
              </a:lnSpc>
              <a:spcBef>
                <a:spcPts val="600"/>
              </a:spcBef>
              <a:spcAft>
                <a:spcPts val="0"/>
              </a:spcAft>
              <a:buSzPts val="2030"/>
              <a:buFont typeface="Corbel"/>
              <a:buNone/>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endParaRPr/>
          </a:p>
        </p:txBody>
      </p:sp>
      <p:sp>
        <p:nvSpPr>
          <p:cNvPr id="111" name="Google Shape;111;p41"/>
          <p:cNvSpPr txBox="1">
            <a:spLocks noGrp="1"/>
          </p:cNvSpPr>
          <p:nvPr>
            <p:ph type="body" idx="2"/>
          </p:nvPr>
        </p:nvSpPr>
        <p:spPr>
          <a:xfrm>
            <a:off x="1484311" y="4343400"/>
            <a:ext cx="10018711" cy="1447800"/>
          </a:xfrm>
          <a:prstGeom prst="rect">
            <a:avLst/>
          </a:prstGeom>
          <a:noFill/>
          <a:ln>
            <a:noFill/>
          </a:ln>
        </p:spPr>
        <p:txBody>
          <a:bodyPr spcFirstLastPara="1" wrap="square" lIns="91425" tIns="45700" rIns="91425" bIns="45700" anchor="ctr" anchorCtr="0">
            <a:normAutofit/>
          </a:bodyPr>
          <a:lstStyle>
            <a:lvl1pPr marL="457200" lvl="0" indent="-228600" algn="ctr">
              <a:lnSpc>
                <a:spcPct val="100000"/>
              </a:lnSpc>
              <a:spcBef>
                <a:spcPts val="400"/>
              </a:spcBef>
              <a:spcAft>
                <a:spcPts val="0"/>
              </a:spcAft>
              <a:buSzPts val="2900"/>
              <a:buNone/>
              <a:defRPr sz="2000">
                <a:solidFill>
                  <a:schemeClr val="dk1"/>
                </a:solidFill>
              </a:defRPr>
            </a:lvl1pPr>
            <a:lvl2pPr marL="914400" lvl="1" indent="-228600" algn="l">
              <a:lnSpc>
                <a:spcPct val="100000"/>
              </a:lnSpc>
              <a:spcBef>
                <a:spcPts val="600"/>
              </a:spcBef>
              <a:spcAft>
                <a:spcPts val="0"/>
              </a:spcAft>
              <a:buSzPts val="2610"/>
              <a:buNone/>
              <a:defRPr sz="1800">
                <a:solidFill>
                  <a:srgbClr val="888888"/>
                </a:solidFill>
              </a:defRPr>
            </a:lvl2pPr>
            <a:lvl3pPr marL="1371600" lvl="2" indent="-228600" algn="l">
              <a:lnSpc>
                <a:spcPct val="100000"/>
              </a:lnSpc>
              <a:spcBef>
                <a:spcPts val="600"/>
              </a:spcBef>
              <a:spcAft>
                <a:spcPts val="0"/>
              </a:spcAft>
              <a:buSzPts val="2320"/>
              <a:buNone/>
              <a:defRPr sz="1600">
                <a:solidFill>
                  <a:srgbClr val="888888"/>
                </a:solidFill>
              </a:defRPr>
            </a:lvl3pPr>
            <a:lvl4pPr marL="1828800" lvl="3" indent="-228600" algn="l">
              <a:lnSpc>
                <a:spcPct val="100000"/>
              </a:lnSpc>
              <a:spcBef>
                <a:spcPts val="600"/>
              </a:spcBef>
              <a:spcAft>
                <a:spcPts val="0"/>
              </a:spcAft>
              <a:buSzPts val="2030"/>
              <a:buNone/>
              <a:defRPr sz="1400">
                <a:solidFill>
                  <a:srgbClr val="888888"/>
                </a:solidFill>
              </a:defRPr>
            </a:lvl4pPr>
            <a:lvl5pPr marL="2286000" lvl="4" indent="-228600" algn="l">
              <a:lnSpc>
                <a:spcPct val="100000"/>
              </a:lnSpc>
              <a:spcBef>
                <a:spcPts val="600"/>
              </a:spcBef>
              <a:spcAft>
                <a:spcPts val="0"/>
              </a:spcAft>
              <a:buSzPts val="2030"/>
              <a:buNone/>
              <a:defRPr sz="1400">
                <a:solidFill>
                  <a:srgbClr val="888888"/>
                </a:solidFill>
              </a:defRPr>
            </a:lvl5pPr>
            <a:lvl6pPr marL="2743200" lvl="5" indent="-228600" algn="l">
              <a:lnSpc>
                <a:spcPct val="100000"/>
              </a:lnSpc>
              <a:spcBef>
                <a:spcPts val="600"/>
              </a:spcBef>
              <a:spcAft>
                <a:spcPts val="0"/>
              </a:spcAft>
              <a:buSzPts val="2030"/>
              <a:buNone/>
              <a:defRPr sz="1400">
                <a:solidFill>
                  <a:srgbClr val="888888"/>
                </a:solidFill>
              </a:defRPr>
            </a:lvl6pPr>
            <a:lvl7pPr marL="3200400" lvl="6" indent="-228600" algn="l">
              <a:lnSpc>
                <a:spcPct val="100000"/>
              </a:lnSpc>
              <a:spcBef>
                <a:spcPts val="600"/>
              </a:spcBef>
              <a:spcAft>
                <a:spcPts val="0"/>
              </a:spcAft>
              <a:buSzPts val="2030"/>
              <a:buNone/>
              <a:defRPr sz="1400">
                <a:solidFill>
                  <a:srgbClr val="888888"/>
                </a:solidFill>
              </a:defRPr>
            </a:lvl7pPr>
            <a:lvl8pPr marL="3657600" lvl="7" indent="-228600" algn="l">
              <a:lnSpc>
                <a:spcPct val="100000"/>
              </a:lnSpc>
              <a:spcBef>
                <a:spcPts val="600"/>
              </a:spcBef>
              <a:spcAft>
                <a:spcPts val="0"/>
              </a:spcAft>
              <a:buSzPts val="2030"/>
              <a:buNone/>
              <a:defRPr sz="1400">
                <a:solidFill>
                  <a:srgbClr val="888888"/>
                </a:solidFill>
              </a:defRPr>
            </a:lvl8pPr>
            <a:lvl9pPr marL="4114800" lvl="8" indent="-228600" algn="l">
              <a:lnSpc>
                <a:spcPct val="100000"/>
              </a:lnSpc>
              <a:spcBef>
                <a:spcPts val="600"/>
              </a:spcBef>
              <a:spcAft>
                <a:spcPts val="600"/>
              </a:spcAft>
              <a:buSzPts val="2030"/>
              <a:buNone/>
              <a:defRPr sz="1400">
                <a:solidFill>
                  <a:srgbClr val="888888"/>
                </a:solidFill>
              </a:defRPr>
            </a:lvl9pPr>
          </a:lstStyle>
          <a:p>
            <a:endParaRPr/>
          </a:p>
        </p:txBody>
      </p:sp>
      <p:sp>
        <p:nvSpPr>
          <p:cNvPr id="112" name="Google Shape;112;p41"/>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3" name="Google Shape;113;p41"/>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4" name="Google Shape;114;p41"/>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115"/>
        <p:cNvGrpSpPr/>
        <p:nvPr/>
      </p:nvGrpSpPr>
      <p:grpSpPr>
        <a:xfrm>
          <a:off x="0" y="0"/>
          <a:ext cx="0" cy="0"/>
          <a:chOff x="0" y="0"/>
          <a:chExt cx="0" cy="0"/>
        </a:xfrm>
      </p:grpSpPr>
      <p:sp>
        <p:nvSpPr>
          <p:cNvPr id="116" name="Google Shape;116;p42"/>
          <p:cNvSpPr txBox="1">
            <a:spLocks noGrp="1"/>
          </p:cNvSpPr>
          <p:nvPr>
            <p:ph type="title"/>
          </p:nvPr>
        </p:nvSpPr>
        <p:spPr>
          <a:xfrm>
            <a:off x="1484313" y="3308581"/>
            <a:ext cx="10018709" cy="1468800"/>
          </a:xfrm>
          <a:prstGeom prst="rect">
            <a:avLst/>
          </a:prstGeom>
          <a:noFill/>
          <a:ln>
            <a:noFill/>
          </a:ln>
        </p:spPr>
        <p:txBody>
          <a:bodyPr spcFirstLastPara="1" wrap="square" lIns="91425" tIns="45700" rIns="91425" bIns="45700" anchor="b" anchorCtr="0">
            <a:normAutofit/>
          </a:bodyPr>
          <a:lstStyle>
            <a:lvl1pPr lvl="0" algn="r">
              <a:lnSpc>
                <a:spcPct val="100000"/>
              </a:lnSpc>
              <a:spcBef>
                <a:spcPts val="0"/>
              </a:spcBef>
              <a:spcAft>
                <a:spcPts val="0"/>
              </a:spcAft>
              <a:buClr>
                <a:schemeClr val="dk1"/>
              </a:buClr>
              <a:buSzPts val="3200"/>
              <a:buFont typeface="Corbel"/>
              <a:buNone/>
              <a:defRPr sz="3200" b="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7" name="Google Shape;117;p42"/>
          <p:cNvSpPr txBox="1">
            <a:spLocks noGrp="1"/>
          </p:cNvSpPr>
          <p:nvPr>
            <p:ph type="body" idx="1"/>
          </p:nvPr>
        </p:nvSpPr>
        <p:spPr>
          <a:xfrm>
            <a:off x="1484312" y="4777381"/>
            <a:ext cx="10018710" cy="860400"/>
          </a:xfrm>
          <a:prstGeom prst="rect">
            <a:avLst/>
          </a:prstGeom>
          <a:noFill/>
          <a:ln>
            <a:noFill/>
          </a:ln>
        </p:spPr>
        <p:txBody>
          <a:bodyPr spcFirstLastPara="1" wrap="square" lIns="91425" tIns="45700" rIns="91425" bIns="45700" anchor="t" anchorCtr="0">
            <a:normAutofit/>
          </a:bodyPr>
          <a:lstStyle>
            <a:lvl1pPr marL="457200" lvl="0" indent="-228600" algn="r">
              <a:lnSpc>
                <a:spcPct val="100000"/>
              </a:lnSpc>
              <a:spcBef>
                <a:spcPts val="400"/>
              </a:spcBef>
              <a:spcAft>
                <a:spcPts val="0"/>
              </a:spcAft>
              <a:buSzPts val="2900"/>
              <a:buNone/>
              <a:defRPr sz="2000">
                <a:solidFill>
                  <a:schemeClr val="dk1"/>
                </a:solidFill>
              </a:defRPr>
            </a:lvl1pPr>
            <a:lvl2pPr marL="914400" lvl="1" indent="-228600" algn="l">
              <a:lnSpc>
                <a:spcPct val="100000"/>
              </a:lnSpc>
              <a:spcBef>
                <a:spcPts val="600"/>
              </a:spcBef>
              <a:spcAft>
                <a:spcPts val="0"/>
              </a:spcAft>
              <a:buSzPts val="2610"/>
              <a:buNone/>
              <a:defRPr sz="1800">
                <a:solidFill>
                  <a:srgbClr val="888888"/>
                </a:solidFill>
              </a:defRPr>
            </a:lvl2pPr>
            <a:lvl3pPr marL="1371600" lvl="2" indent="-228600" algn="l">
              <a:lnSpc>
                <a:spcPct val="100000"/>
              </a:lnSpc>
              <a:spcBef>
                <a:spcPts val="600"/>
              </a:spcBef>
              <a:spcAft>
                <a:spcPts val="0"/>
              </a:spcAft>
              <a:buSzPts val="2320"/>
              <a:buNone/>
              <a:defRPr sz="1600">
                <a:solidFill>
                  <a:srgbClr val="888888"/>
                </a:solidFill>
              </a:defRPr>
            </a:lvl3pPr>
            <a:lvl4pPr marL="1828800" lvl="3" indent="-228600" algn="l">
              <a:lnSpc>
                <a:spcPct val="100000"/>
              </a:lnSpc>
              <a:spcBef>
                <a:spcPts val="600"/>
              </a:spcBef>
              <a:spcAft>
                <a:spcPts val="0"/>
              </a:spcAft>
              <a:buSzPts val="2030"/>
              <a:buNone/>
              <a:defRPr sz="1400">
                <a:solidFill>
                  <a:srgbClr val="888888"/>
                </a:solidFill>
              </a:defRPr>
            </a:lvl4pPr>
            <a:lvl5pPr marL="2286000" lvl="4" indent="-228600" algn="l">
              <a:lnSpc>
                <a:spcPct val="100000"/>
              </a:lnSpc>
              <a:spcBef>
                <a:spcPts val="600"/>
              </a:spcBef>
              <a:spcAft>
                <a:spcPts val="0"/>
              </a:spcAft>
              <a:buSzPts val="2030"/>
              <a:buNone/>
              <a:defRPr sz="1400">
                <a:solidFill>
                  <a:srgbClr val="888888"/>
                </a:solidFill>
              </a:defRPr>
            </a:lvl5pPr>
            <a:lvl6pPr marL="2743200" lvl="5" indent="-228600" algn="l">
              <a:lnSpc>
                <a:spcPct val="100000"/>
              </a:lnSpc>
              <a:spcBef>
                <a:spcPts val="600"/>
              </a:spcBef>
              <a:spcAft>
                <a:spcPts val="0"/>
              </a:spcAft>
              <a:buSzPts val="2030"/>
              <a:buNone/>
              <a:defRPr sz="1400">
                <a:solidFill>
                  <a:srgbClr val="888888"/>
                </a:solidFill>
              </a:defRPr>
            </a:lvl6pPr>
            <a:lvl7pPr marL="3200400" lvl="6" indent="-228600" algn="l">
              <a:lnSpc>
                <a:spcPct val="100000"/>
              </a:lnSpc>
              <a:spcBef>
                <a:spcPts val="600"/>
              </a:spcBef>
              <a:spcAft>
                <a:spcPts val="0"/>
              </a:spcAft>
              <a:buSzPts val="2030"/>
              <a:buNone/>
              <a:defRPr sz="1400">
                <a:solidFill>
                  <a:srgbClr val="888888"/>
                </a:solidFill>
              </a:defRPr>
            </a:lvl7pPr>
            <a:lvl8pPr marL="3657600" lvl="7" indent="-228600" algn="l">
              <a:lnSpc>
                <a:spcPct val="100000"/>
              </a:lnSpc>
              <a:spcBef>
                <a:spcPts val="600"/>
              </a:spcBef>
              <a:spcAft>
                <a:spcPts val="0"/>
              </a:spcAft>
              <a:buSzPts val="2030"/>
              <a:buNone/>
              <a:defRPr sz="1400">
                <a:solidFill>
                  <a:srgbClr val="888888"/>
                </a:solidFill>
              </a:defRPr>
            </a:lvl8pPr>
            <a:lvl9pPr marL="4114800" lvl="8" indent="-228600" algn="l">
              <a:lnSpc>
                <a:spcPct val="100000"/>
              </a:lnSpc>
              <a:spcBef>
                <a:spcPts val="600"/>
              </a:spcBef>
              <a:spcAft>
                <a:spcPts val="600"/>
              </a:spcAft>
              <a:buSzPts val="2030"/>
              <a:buNone/>
              <a:defRPr sz="1400">
                <a:solidFill>
                  <a:srgbClr val="888888"/>
                </a:solidFill>
              </a:defRPr>
            </a:lvl9pPr>
          </a:lstStyle>
          <a:p>
            <a:endParaRPr/>
          </a:p>
        </p:txBody>
      </p:sp>
      <p:sp>
        <p:nvSpPr>
          <p:cNvPr id="118" name="Google Shape;118;p42"/>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9" name="Google Shape;119;p42"/>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0" name="Google Shape;120;p42"/>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Quote Name Card">
  <p:cSld name="Quote Name Card">
    <p:spTree>
      <p:nvGrpSpPr>
        <p:cNvPr id="1" name="Shape 121"/>
        <p:cNvGrpSpPr/>
        <p:nvPr/>
      </p:nvGrpSpPr>
      <p:grpSpPr>
        <a:xfrm>
          <a:off x="0" y="0"/>
          <a:ext cx="0" cy="0"/>
          <a:chOff x="0" y="0"/>
          <a:chExt cx="0" cy="0"/>
        </a:xfrm>
      </p:grpSpPr>
      <p:sp>
        <p:nvSpPr>
          <p:cNvPr id="122" name="Google Shape;122;p43"/>
          <p:cNvSpPr txBox="1"/>
          <p:nvPr/>
        </p:nvSpPr>
        <p:spPr>
          <a:xfrm>
            <a:off x="1598612" y="863023"/>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8000"/>
              <a:buFont typeface="Corbel"/>
              <a:buNone/>
            </a:pPr>
            <a:r>
              <a:rPr lang="en-US" sz="8000" b="0" i="0" u="none" strike="noStrike" cap="none">
                <a:solidFill>
                  <a:schemeClr val="dk1"/>
                </a:solidFill>
                <a:latin typeface="Corbel"/>
                <a:ea typeface="Corbel"/>
                <a:cs typeface="Corbel"/>
                <a:sym typeface="Corbel"/>
              </a:rPr>
              <a:t>“</a:t>
            </a:r>
            <a:endParaRPr sz="1400" b="0" i="0" u="none" strike="noStrike" cap="none">
              <a:solidFill>
                <a:srgbClr val="000000"/>
              </a:solidFill>
              <a:latin typeface="Arial"/>
              <a:ea typeface="Arial"/>
              <a:cs typeface="Arial"/>
              <a:sym typeface="Arial"/>
            </a:endParaRPr>
          </a:p>
        </p:txBody>
      </p:sp>
      <p:sp>
        <p:nvSpPr>
          <p:cNvPr id="123" name="Google Shape;123;p43"/>
          <p:cNvSpPr txBox="1"/>
          <p:nvPr/>
        </p:nvSpPr>
        <p:spPr>
          <a:xfrm>
            <a:off x="10893425" y="2819399"/>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8000"/>
              <a:buFont typeface="Corbel"/>
              <a:buNone/>
            </a:pPr>
            <a:r>
              <a:rPr lang="en-US" sz="8000" b="0" i="0" u="none" strike="noStrike" cap="none">
                <a:solidFill>
                  <a:schemeClr val="dk1"/>
                </a:solidFill>
                <a:latin typeface="Corbel"/>
                <a:ea typeface="Corbel"/>
                <a:cs typeface="Corbel"/>
                <a:sym typeface="Corbel"/>
              </a:rPr>
              <a:t>”</a:t>
            </a:r>
            <a:endParaRPr sz="1400" b="0" i="0" u="none" strike="noStrike" cap="none">
              <a:solidFill>
                <a:srgbClr val="000000"/>
              </a:solidFill>
              <a:latin typeface="Arial"/>
              <a:ea typeface="Arial"/>
              <a:cs typeface="Arial"/>
              <a:sym typeface="Arial"/>
            </a:endParaRPr>
          </a:p>
        </p:txBody>
      </p:sp>
      <p:sp>
        <p:nvSpPr>
          <p:cNvPr id="124" name="Google Shape;124;p43"/>
          <p:cNvSpPr txBox="1">
            <a:spLocks noGrp="1"/>
          </p:cNvSpPr>
          <p:nvPr>
            <p:ph type="title"/>
          </p:nvPr>
        </p:nvSpPr>
        <p:spPr>
          <a:xfrm>
            <a:off x="2208212" y="685800"/>
            <a:ext cx="8990012" cy="2743199"/>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3200"/>
              <a:buFont typeface="Corbel"/>
              <a:buNone/>
              <a:defRPr sz="3200" b="0" cap="none">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43"/>
          <p:cNvSpPr txBox="1">
            <a:spLocks noGrp="1"/>
          </p:cNvSpPr>
          <p:nvPr>
            <p:ph type="body" idx="1"/>
          </p:nvPr>
        </p:nvSpPr>
        <p:spPr>
          <a:xfrm>
            <a:off x="1484313" y="3886200"/>
            <a:ext cx="10018710" cy="889000"/>
          </a:xfrm>
          <a:prstGeom prst="rect">
            <a:avLst/>
          </a:prstGeom>
          <a:noFill/>
          <a:ln>
            <a:noFill/>
          </a:ln>
        </p:spPr>
        <p:txBody>
          <a:bodyPr spcFirstLastPara="1" wrap="square" lIns="91425" tIns="45700" rIns="91425" bIns="45700" anchor="b" anchorCtr="0">
            <a:normAutofit/>
          </a:bodyPr>
          <a:lstStyle>
            <a:lvl1pPr marL="457200" lvl="0" indent="-228600" algn="r">
              <a:lnSpc>
                <a:spcPct val="100000"/>
              </a:lnSpc>
              <a:spcBef>
                <a:spcPts val="480"/>
              </a:spcBef>
              <a:spcAft>
                <a:spcPts val="0"/>
              </a:spcAft>
              <a:buSzPts val="3480"/>
              <a:buNone/>
              <a:defRPr sz="2400" b="0" cap="none">
                <a:solidFill>
                  <a:schemeClr val="dk1"/>
                </a:solidFill>
              </a:defRPr>
            </a:lvl1pPr>
            <a:lvl2pPr marL="914400" lvl="1" indent="-394335" algn="l">
              <a:lnSpc>
                <a:spcPct val="100000"/>
              </a:lnSpc>
              <a:spcBef>
                <a:spcPts val="600"/>
              </a:spcBef>
              <a:spcAft>
                <a:spcPts val="0"/>
              </a:spcAft>
              <a:buSzPts val="2610"/>
              <a:buChar char="•"/>
              <a:defRPr/>
            </a:lvl2pPr>
            <a:lvl3pPr marL="1371600" lvl="2" indent="-394335" algn="l">
              <a:lnSpc>
                <a:spcPct val="100000"/>
              </a:lnSpc>
              <a:spcBef>
                <a:spcPts val="600"/>
              </a:spcBef>
              <a:spcAft>
                <a:spcPts val="0"/>
              </a:spcAft>
              <a:buSzPts val="2610"/>
              <a:buChar char="•"/>
              <a:defRPr/>
            </a:lvl3pPr>
            <a:lvl4pPr marL="1828800" lvl="3" indent="-394335" algn="l">
              <a:lnSpc>
                <a:spcPct val="100000"/>
              </a:lnSpc>
              <a:spcBef>
                <a:spcPts val="600"/>
              </a:spcBef>
              <a:spcAft>
                <a:spcPts val="0"/>
              </a:spcAft>
              <a:buSzPts val="2610"/>
              <a:buChar char="•"/>
              <a:defRPr/>
            </a:lvl4pPr>
            <a:lvl5pPr marL="2286000" lvl="4" indent="-394335" algn="l">
              <a:lnSpc>
                <a:spcPct val="100000"/>
              </a:lnSpc>
              <a:spcBef>
                <a:spcPts val="600"/>
              </a:spcBef>
              <a:spcAft>
                <a:spcPts val="0"/>
              </a:spcAft>
              <a:buSzPts val="2610"/>
              <a:buChar char="•"/>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endParaRPr/>
          </a:p>
        </p:txBody>
      </p:sp>
      <p:sp>
        <p:nvSpPr>
          <p:cNvPr id="126" name="Google Shape;126;p43"/>
          <p:cNvSpPr txBox="1">
            <a:spLocks noGrp="1"/>
          </p:cNvSpPr>
          <p:nvPr>
            <p:ph type="body" idx="2"/>
          </p:nvPr>
        </p:nvSpPr>
        <p:spPr>
          <a:xfrm>
            <a:off x="1484312" y="4775200"/>
            <a:ext cx="10018710" cy="1016000"/>
          </a:xfrm>
          <a:prstGeom prst="rect">
            <a:avLst/>
          </a:prstGeom>
          <a:noFill/>
          <a:ln>
            <a:noFill/>
          </a:ln>
        </p:spPr>
        <p:txBody>
          <a:bodyPr spcFirstLastPara="1" wrap="square" lIns="91425" tIns="45700" rIns="91425" bIns="45700" anchor="t" anchorCtr="0">
            <a:normAutofit/>
          </a:bodyPr>
          <a:lstStyle>
            <a:lvl1pPr marL="457200" lvl="0" indent="-228600" algn="r">
              <a:lnSpc>
                <a:spcPct val="100000"/>
              </a:lnSpc>
              <a:spcBef>
                <a:spcPts val="360"/>
              </a:spcBef>
              <a:spcAft>
                <a:spcPts val="0"/>
              </a:spcAft>
              <a:buSzPts val="2610"/>
              <a:buNone/>
              <a:defRPr sz="1800">
                <a:solidFill>
                  <a:schemeClr val="dk1"/>
                </a:solidFill>
              </a:defRPr>
            </a:lvl1pPr>
            <a:lvl2pPr marL="914400" lvl="1" indent="-228600" algn="l">
              <a:lnSpc>
                <a:spcPct val="100000"/>
              </a:lnSpc>
              <a:spcBef>
                <a:spcPts val="600"/>
              </a:spcBef>
              <a:spcAft>
                <a:spcPts val="0"/>
              </a:spcAft>
              <a:buSzPts val="2610"/>
              <a:buNone/>
              <a:defRPr sz="1800">
                <a:solidFill>
                  <a:srgbClr val="888888"/>
                </a:solidFill>
              </a:defRPr>
            </a:lvl2pPr>
            <a:lvl3pPr marL="1371600" lvl="2" indent="-228600" algn="l">
              <a:lnSpc>
                <a:spcPct val="100000"/>
              </a:lnSpc>
              <a:spcBef>
                <a:spcPts val="600"/>
              </a:spcBef>
              <a:spcAft>
                <a:spcPts val="0"/>
              </a:spcAft>
              <a:buSzPts val="2320"/>
              <a:buNone/>
              <a:defRPr sz="1600">
                <a:solidFill>
                  <a:srgbClr val="888888"/>
                </a:solidFill>
              </a:defRPr>
            </a:lvl3pPr>
            <a:lvl4pPr marL="1828800" lvl="3" indent="-228600" algn="l">
              <a:lnSpc>
                <a:spcPct val="100000"/>
              </a:lnSpc>
              <a:spcBef>
                <a:spcPts val="600"/>
              </a:spcBef>
              <a:spcAft>
                <a:spcPts val="0"/>
              </a:spcAft>
              <a:buSzPts val="2030"/>
              <a:buNone/>
              <a:defRPr sz="1400">
                <a:solidFill>
                  <a:srgbClr val="888888"/>
                </a:solidFill>
              </a:defRPr>
            </a:lvl4pPr>
            <a:lvl5pPr marL="2286000" lvl="4" indent="-228600" algn="l">
              <a:lnSpc>
                <a:spcPct val="100000"/>
              </a:lnSpc>
              <a:spcBef>
                <a:spcPts val="600"/>
              </a:spcBef>
              <a:spcAft>
                <a:spcPts val="0"/>
              </a:spcAft>
              <a:buSzPts val="2030"/>
              <a:buNone/>
              <a:defRPr sz="1400">
                <a:solidFill>
                  <a:srgbClr val="888888"/>
                </a:solidFill>
              </a:defRPr>
            </a:lvl5pPr>
            <a:lvl6pPr marL="2743200" lvl="5" indent="-228600" algn="l">
              <a:lnSpc>
                <a:spcPct val="100000"/>
              </a:lnSpc>
              <a:spcBef>
                <a:spcPts val="600"/>
              </a:spcBef>
              <a:spcAft>
                <a:spcPts val="0"/>
              </a:spcAft>
              <a:buSzPts val="2030"/>
              <a:buNone/>
              <a:defRPr sz="1400">
                <a:solidFill>
                  <a:srgbClr val="888888"/>
                </a:solidFill>
              </a:defRPr>
            </a:lvl6pPr>
            <a:lvl7pPr marL="3200400" lvl="6" indent="-228600" algn="l">
              <a:lnSpc>
                <a:spcPct val="100000"/>
              </a:lnSpc>
              <a:spcBef>
                <a:spcPts val="600"/>
              </a:spcBef>
              <a:spcAft>
                <a:spcPts val="0"/>
              </a:spcAft>
              <a:buSzPts val="2030"/>
              <a:buNone/>
              <a:defRPr sz="1400">
                <a:solidFill>
                  <a:srgbClr val="888888"/>
                </a:solidFill>
              </a:defRPr>
            </a:lvl7pPr>
            <a:lvl8pPr marL="3657600" lvl="7" indent="-228600" algn="l">
              <a:lnSpc>
                <a:spcPct val="100000"/>
              </a:lnSpc>
              <a:spcBef>
                <a:spcPts val="600"/>
              </a:spcBef>
              <a:spcAft>
                <a:spcPts val="0"/>
              </a:spcAft>
              <a:buSzPts val="2030"/>
              <a:buNone/>
              <a:defRPr sz="1400">
                <a:solidFill>
                  <a:srgbClr val="888888"/>
                </a:solidFill>
              </a:defRPr>
            </a:lvl8pPr>
            <a:lvl9pPr marL="4114800" lvl="8" indent="-228600" algn="l">
              <a:lnSpc>
                <a:spcPct val="100000"/>
              </a:lnSpc>
              <a:spcBef>
                <a:spcPts val="600"/>
              </a:spcBef>
              <a:spcAft>
                <a:spcPts val="600"/>
              </a:spcAft>
              <a:buSzPts val="2030"/>
              <a:buNone/>
              <a:defRPr sz="1400">
                <a:solidFill>
                  <a:srgbClr val="888888"/>
                </a:solidFill>
              </a:defRPr>
            </a:lvl9pPr>
          </a:lstStyle>
          <a:p>
            <a:endParaRPr/>
          </a:p>
        </p:txBody>
      </p:sp>
      <p:sp>
        <p:nvSpPr>
          <p:cNvPr id="127" name="Google Shape;127;p43"/>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8" name="Google Shape;128;p43"/>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43"/>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rue or False">
  <p:cSld name="True or False">
    <p:spTree>
      <p:nvGrpSpPr>
        <p:cNvPr id="1" name="Shape 130"/>
        <p:cNvGrpSpPr/>
        <p:nvPr/>
      </p:nvGrpSpPr>
      <p:grpSpPr>
        <a:xfrm>
          <a:off x="0" y="0"/>
          <a:ext cx="0" cy="0"/>
          <a:chOff x="0" y="0"/>
          <a:chExt cx="0" cy="0"/>
        </a:xfrm>
      </p:grpSpPr>
      <p:sp>
        <p:nvSpPr>
          <p:cNvPr id="131" name="Google Shape;131;p44"/>
          <p:cNvSpPr txBox="1">
            <a:spLocks noGrp="1"/>
          </p:cNvSpPr>
          <p:nvPr>
            <p:ph type="title"/>
          </p:nvPr>
        </p:nvSpPr>
        <p:spPr>
          <a:xfrm>
            <a:off x="1484313" y="685800"/>
            <a:ext cx="10018712" cy="27273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000"/>
              <a:buFont typeface="Corbel"/>
              <a:buNone/>
              <a:defRPr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44"/>
          <p:cNvSpPr txBox="1">
            <a:spLocks noGrp="1"/>
          </p:cNvSpPr>
          <p:nvPr>
            <p:ph type="body" idx="1"/>
          </p:nvPr>
        </p:nvSpPr>
        <p:spPr>
          <a:xfrm>
            <a:off x="1484312" y="3505200"/>
            <a:ext cx="10018713" cy="838200"/>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560"/>
              </a:spcBef>
              <a:spcAft>
                <a:spcPts val="0"/>
              </a:spcAft>
              <a:buSzPts val="4060"/>
              <a:buNone/>
              <a:defRPr sz="2800" b="0" cap="none">
                <a:solidFill>
                  <a:schemeClr val="dk1"/>
                </a:solidFill>
              </a:defRPr>
            </a:lvl1pPr>
            <a:lvl2pPr marL="914400" lvl="1" indent="-394335" algn="l">
              <a:lnSpc>
                <a:spcPct val="100000"/>
              </a:lnSpc>
              <a:spcBef>
                <a:spcPts val="600"/>
              </a:spcBef>
              <a:spcAft>
                <a:spcPts val="0"/>
              </a:spcAft>
              <a:buSzPts val="2610"/>
              <a:buChar char="•"/>
              <a:defRPr/>
            </a:lvl2pPr>
            <a:lvl3pPr marL="1371600" lvl="2" indent="-394335" algn="l">
              <a:lnSpc>
                <a:spcPct val="100000"/>
              </a:lnSpc>
              <a:spcBef>
                <a:spcPts val="600"/>
              </a:spcBef>
              <a:spcAft>
                <a:spcPts val="0"/>
              </a:spcAft>
              <a:buSzPts val="2610"/>
              <a:buChar char="•"/>
              <a:defRPr/>
            </a:lvl3pPr>
            <a:lvl4pPr marL="1828800" lvl="3" indent="-394335" algn="l">
              <a:lnSpc>
                <a:spcPct val="100000"/>
              </a:lnSpc>
              <a:spcBef>
                <a:spcPts val="600"/>
              </a:spcBef>
              <a:spcAft>
                <a:spcPts val="0"/>
              </a:spcAft>
              <a:buSzPts val="2610"/>
              <a:buChar char="•"/>
              <a:defRPr/>
            </a:lvl4pPr>
            <a:lvl5pPr marL="2286000" lvl="4" indent="-394335" algn="l">
              <a:lnSpc>
                <a:spcPct val="100000"/>
              </a:lnSpc>
              <a:spcBef>
                <a:spcPts val="600"/>
              </a:spcBef>
              <a:spcAft>
                <a:spcPts val="0"/>
              </a:spcAft>
              <a:buSzPts val="2610"/>
              <a:buChar char="•"/>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endParaRPr/>
          </a:p>
        </p:txBody>
      </p:sp>
      <p:sp>
        <p:nvSpPr>
          <p:cNvPr id="133" name="Google Shape;133;p44"/>
          <p:cNvSpPr txBox="1">
            <a:spLocks noGrp="1"/>
          </p:cNvSpPr>
          <p:nvPr>
            <p:ph type="body" idx="2"/>
          </p:nvPr>
        </p:nvSpPr>
        <p:spPr>
          <a:xfrm>
            <a:off x="1484311" y="4343400"/>
            <a:ext cx="10018713" cy="14478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SzPts val="2610"/>
              <a:buNone/>
              <a:defRPr sz="1800">
                <a:solidFill>
                  <a:schemeClr val="dk1"/>
                </a:solidFill>
              </a:defRPr>
            </a:lvl1pPr>
            <a:lvl2pPr marL="914400" lvl="1" indent="-228600" algn="l">
              <a:lnSpc>
                <a:spcPct val="100000"/>
              </a:lnSpc>
              <a:spcBef>
                <a:spcPts val="600"/>
              </a:spcBef>
              <a:spcAft>
                <a:spcPts val="0"/>
              </a:spcAft>
              <a:buSzPts val="2610"/>
              <a:buNone/>
              <a:defRPr sz="1800">
                <a:solidFill>
                  <a:srgbClr val="888888"/>
                </a:solidFill>
              </a:defRPr>
            </a:lvl2pPr>
            <a:lvl3pPr marL="1371600" lvl="2" indent="-228600" algn="l">
              <a:lnSpc>
                <a:spcPct val="100000"/>
              </a:lnSpc>
              <a:spcBef>
                <a:spcPts val="600"/>
              </a:spcBef>
              <a:spcAft>
                <a:spcPts val="0"/>
              </a:spcAft>
              <a:buSzPts val="2320"/>
              <a:buNone/>
              <a:defRPr sz="1600">
                <a:solidFill>
                  <a:srgbClr val="888888"/>
                </a:solidFill>
              </a:defRPr>
            </a:lvl3pPr>
            <a:lvl4pPr marL="1828800" lvl="3" indent="-228600" algn="l">
              <a:lnSpc>
                <a:spcPct val="100000"/>
              </a:lnSpc>
              <a:spcBef>
                <a:spcPts val="600"/>
              </a:spcBef>
              <a:spcAft>
                <a:spcPts val="0"/>
              </a:spcAft>
              <a:buSzPts val="2030"/>
              <a:buNone/>
              <a:defRPr sz="1400">
                <a:solidFill>
                  <a:srgbClr val="888888"/>
                </a:solidFill>
              </a:defRPr>
            </a:lvl4pPr>
            <a:lvl5pPr marL="2286000" lvl="4" indent="-228600" algn="l">
              <a:lnSpc>
                <a:spcPct val="100000"/>
              </a:lnSpc>
              <a:spcBef>
                <a:spcPts val="600"/>
              </a:spcBef>
              <a:spcAft>
                <a:spcPts val="0"/>
              </a:spcAft>
              <a:buSzPts val="2030"/>
              <a:buNone/>
              <a:defRPr sz="1400">
                <a:solidFill>
                  <a:srgbClr val="888888"/>
                </a:solidFill>
              </a:defRPr>
            </a:lvl5pPr>
            <a:lvl6pPr marL="2743200" lvl="5" indent="-228600" algn="l">
              <a:lnSpc>
                <a:spcPct val="100000"/>
              </a:lnSpc>
              <a:spcBef>
                <a:spcPts val="600"/>
              </a:spcBef>
              <a:spcAft>
                <a:spcPts val="0"/>
              </a:spcAft>
              <a:buSzPts val="2030"/>
              <a:buNone/>
              <a:defRPr sz="1400">
                <a:solidFill>
                  <a:srgbClr val="888888"/>
                </a:solidFill>
              </a:defRPr>
            </a:lvl6pPr>
            <a:lvl7pPr marL="3200400" lvl="6" indent="-228600" algn="l">
              <a:lnSpc>
                <a:spcPct val="100000"/>
              </a:lnSpc>
              <a:spcBef>
                <a:spcPts val="600"/>
              </a:spcBef>
              <a:spcAft>
                <a:spcPts val="0"/>
              </a:spcAft>
              <a:buSzPts val="2030"/>
              <a:buNone/>
              <a:defRPr sz="1400">
                <a:solidFill>
                  <a:srgbClr val="888888"/>
                </a:solidFill>
              </a:defRPr>
            </a:lvl7pPr>
            <a:lvl8pPr marL="3657600" lvl="7" indent="-228600" algn="l">
              <a:lnSpc>
                <a:spcPct val="100000"/>
              </a:lnSpc>
              <a:spcBef>
                <a:spcPts val="600"/>
              </a:spcBef>
              <a:spcAft>
                <a:spcPts val="0"/>
              </a:spcAft>
              <a:buSzPts val="2030"/>
              <a:buNone/>
              <a:defRPr sz="1400">
                <a:solidFill>
                  <a:srgbClr val="888888"/>
                </a:solidFill>
              </a:defRPr>
            </a:lvl8pPr>
            <a:lvl9pPr marL="4114800" lvl="8" indent="-228600" algn="l">
              <a:lnSpc>
                <a:spcPct val="100000"/>
              </a:lnSpc>
              <a:spcBef>
                <a:spcPts val="600"/>
              </a:spcBef>
              <a:spcAft>
                <a:spcPts val="600"/>
              </a:spcAft>
              <a:buSzPts val="2030"/>
              <a:buNone/>
              <a:defRPr sz="1400">
                <a:solidFill>
                  <a:srgbClr val="888888"/>
                </a:solidFill>
              </a:defRPr>
            </a:lvl9pPr>
          </a:lstStyle>
          <a:p>
            <a:endParaRPr/>
          </a:p>
        </p:txBody>
      </p:sp>
      <p:sp>
        <p:nvSpPr>
          <p:cNvPr id="134" name="Google Shape;134;p44"/>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5" name="Google Shape;135;p44"/>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44"/>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37"/>
        <p:cNvGrpSpPr/>
        <p:nvPr/>
      </p:nvGrpSpPr>
      <p:grpSpPr>
        <a:xfrm>
          <a:off x="0" y="0"/>
          <a:ext cx="0" cy="0"/>
          <a:chOff x="0" y="0"/>
          <a:chExt cx="0" cy="0"/>
        </a:xfrm>
      </p:grpSpPr>
      <p:sp>
        <p:nvSpPr>
          <p:cNvPr id="138" name="Google Shape;138;p45"/>
          <p:cNvSpPr txBox="1">
            <a:spLocks noGrp="1"/>
          </p:cNvSpPr>
          <p:nvPr>
            <p:ph type="title"/>
          </p:nvPr>
        </p:nvSpPr>
        <p:spPr>
          <a:xfrm>
            <a:off x="1484311" y="685800"/>
            <a:ext cx="10018713" cy="1752599"/>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000"/>
              <a:buFont typeface="Corbe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45"/>
          <p:cNvSpPr txBox="1">
            <a:spLocks noGrp="1"/>
          </p:cNvSpPr>
          <p:nvPr>
            <p:ph type="body" idx="1"/>
          </p:nvPr>
        </p:nvSpPr>
        <p:spPr>
          <a:xfrm rot="5400000">
            <a:off x="4931566" y="-780257"/>
            <a:ext cx="3124201" cy="10018713"/>
          </a:xfrm>
          <a:prstGeom prst="rect">
            <a:avLst/>
          </a:prstGeom>
          <a:noFill/>
          <a:ln>
            <a:noFill/>
          </a:ln>
        </p:spPr>
        <p:txBody>
          <a:bodyPr spcFirstLastPara="1" wrap="square" lIns="91425" tIns="45700" rIns="91425" bIns="45700" anchor="t" anchorCtr="0">
            <a:normAutofit/>
          </a:bodyPr>
          <a:lstStyle>
            <a:lvl1pPr marL="457200" lvl="0" indent="-394335" algn="l">
              <a:lnSpc>
                <a:spcPct val="100000"/>
              </a:lnSpc>
              <a:spcBef>
                <a:spcPts val="360"/>
              </a:spcBef>
              <a:spcAft>
                <a:spcPts val="0"/>
              </a:spcAft>
              <a:buSzPts val="2610"/>
              <a:buChar char="•"/>
              <a:defRPr/>
            </a:lvl1pPr>
            <a:lvl2pPr marL="914400" lvl="1" indent="-394335" algn="l">
              <a:lnSpc>
                <a:spcPct val="100000"/>
              </a:lnSpc>
              <a:spcBef>
                <a:spcPts val="600"/>
              </a:spcBef>
              <a:spcAft>
                <a:spcPts val="0"/>
              </a:spcAft>
              <a:buSzPts val="2610"/>
              <a:buChar char="•"/>
              <a:defRPr/>
            </a:lvl2pPr>
            <a:lvl3pPr marL="1371600" lvl="2" indent="-394335" algn="l">
              <a:lnSpc>
                <a:spcPct val="100000"/>
              </a:lnSpc>
              <a:spcBef>
                <a:spcPts val="600"/>
              </a:spcBef>
              <a:spcAft>
                <a:spcPts val="0"/>
              </a:spcAft>
              <a:buSzPts val="2610"/>
              <a:buChar char="•"/>
              <a:defRPr/>
            </a:lvl3pPr>
            <a:lvl4pPr marL="1828800" lvl="3" indent="-394335" algn="l">
              <a:lnSpc>
                <a:spcPct val="100000"/>
              </a:lnSpc>
              <a:spcBef>
                <a:spcPts val="600"/>
              </a:spcBef>
              <a:spcAft>
                <a:spcPts val="0"/>
              </a:spcAft>
              <a:buSzPts val="2610"/>
              <a:buChar char="•"/>
              <a:defRPr/>
            </a:lvl4pPr>
            <a:lvl5pPr marL="2286000" lvl="4" indent="-394335" algn="l">
              <a:lnSpc>
                <a:spcPct val="100000"/>
              </a:lnSpc>
              <a:spcBef>
                <a:spcPts val="600"/>
              </a:spcBef>
              <a:spcAft>
                <a:spcPts val="0"/>
              </a:spcAft>
              <a:buSzPts val="2610"/>
              <a:buChar char="•"/>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endParaRPr/>
          </a:p>
        </p:txBody>
      </p:sp>
      <p:sp>
        <p:nvSpPr>
          <p:cNvPr id="140" name="Google Shape;140;p45"/>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1" name="Google Shape;141;p45"/>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2" name="Google Shape;142;p45"/>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43"/>
        <p:cNvGrpSpPr/>
        <p:nvPr/>
      </p:nvGrpSpPr>
      <p:grpSpPr>
        <a:xfrm>
          <a:off x="0" y="0"/>
          <a:ext cx="0" cy="0"/>
          <a:chOff x="0" y="0"/>
          <a:chExt cx="0" cy="0"/>
        </a:xfrm>
      </p:grpSpPr>
      <p:sp>
        <p:nvSpPr>
          <p:cNvPr id="144" name="Google Shape;144;p46"/>
          <p:cNvSpPr txBox="1">
            <a:spLocks noGrp="1"/>
          </p:cNvSpPr>
          <p:nvPr>
            <p:ph type="title"/>
          </p:nvPr>
        </p:nvSpPr>
        <p:spPr>
          <a:xfrm rot="5400000">
            <a:off x="8065140" y="2353316"/>
            <a:ext cx="5105400" cy="1770369"/>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5" name="Google Shape;145;p46"/>
          <p:cNvSpPr txBox="1">
            <a:spLocks noGrp="1"/>
          </p:cNvSpPr>
          <p:nvPr>
            <p:ph type="body" idx="1"/>
          </p:nvPr>
        </p:nvSpPr>
        <p:spPr>
          <a:xfrm rot="5400000">
            <a:off x="2941483" y="-771371"/>
            <a:ext cx="5105400" cy="8019742"/>
          </a:xfrm>
          <a:prstGeom prst="rect">
            <a:avLst/>
          </a:prstGeom>
          <a:noFill/>
          <a:ln>
            <a:noFill/>
          </a:ln>
        </p:spPr>
        <p:txBody>
          <a:bodyPr spcFirstLastPara="1" wrap="square" lIns="91425" tIns="45700" rIns="91425" bIns="45700" anchor="t" anchorCtr="0">
            <a:normAutofit/>
          </a:bodyPr>
          <a:lstStyle>
            <a:lvl1pPr marL="457200" lvl="0" indent="-394335" algn="l">
              <a:lnSpc>
                <a:spcPct val="100000"/>
              </a:lnSpc>
              <a:spcBef>
                <a:spcPts val="360"/>
              </a:spcBef>
              <a:spcAft>
                <a:spcPts val="0"/>
              </a:spcAft>
              <a:buSzPts val="2610"/>
              <a:buChar char="•"/>
              <a:defRPr/>
            </a:lvl1pPr>
            <a:lvl2pPr marL="914400" lvl="1" indent="-394335" algn="l">
              <a:lnSpc>
                <a:spcPct val="100000"/>
              </a:lnSpc>
              <a:spcBef>
                <a:spcPts val="600"/>
              </a:spcBef>
              <a:spcAft>
                <a:spcPts val="0"/>
              </a:spcAft>
              <a:buSzPts val="2610"/>
              <a:buChar char="•"/>
              <a:defRPr/>
            </a:lvl2pPr>
            <a:lvl3pPr marL="1371600" lvl="2" indent="-394335" algn="l">
              <a:lnSpc>
                <a:spcPct val="100000"/>
              </a:lnSpc>
              <a:spcBef>
                <a:spcPts val="600"/>
              </a:spcBef>
              <a:spcAft>
                <a:spcPts val="0"/>
              </a:spcAft>
              <a:buSzPts val="2610"/>
              <a:buChar char="•"/>
              <a:defRPr/>
            </a:lvl3pPr>
            <a:lvl4pPr marL="1828800" lvl="3" indent="-394335" algn="l">
              <a:lnSpc>
                <a:spcPct val="100000"/>
              </a:lnSpc>
              <a:spcBef>
                <a:spcPts val="600"/>
              </a:spcBef>
              <a:spcAft>
                <a:spcPts val="0"/>
              </a:spcAft>
              <a:buSzPts val="2610"/>
              <a:buChar char="•"/>
              <a:defRPr/>
            </a:lvl4pPr>
            <a:lvl5pPr marL="2286000" lvl="4" indent="-394335" algn="l">
              <a:lnSpc>
                <a:spcPct val="100000"/>
              </a:lnSpc>
              <a:spcBef>
                <a:spcPts val="600"/>
              </a:spcBef>
              <a:spcAft>
                <a:spcPts val="0"/>
              </a:spcAft>
              <a:buSzPts val="2610"/>
              <a:buChar char="•"/>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endParaRPr/>
          </a:p>
        </p:txBody>
      </p:sp>
      <p:sp>
        <p:nvSpPr>
          <p:cNvPr id="146" name="Google Shape;146;p46"/>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7" name="Google Shape;147;p46"/>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8" name="Google Shape;148;p46"/>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20">
            <a:alphaModFix/>
          </a:blip>
          <a:stretch>
            <a:fillRect/>
          </a:stretch>
        </a:blipFill>
        <a:effectLst/>
      </p:bgPr>
    </p:bg>
    <p:spTree>
      <p:nvGrpSpPr>
        <p:cNvPr id="1" name="Shape 9"/>
        <p:cNvGrpSpPr/>
        <p:nvPr/>
      </p:nvGrpSpPr>
      <p:grpSpPr>
        <a:xfrm>
          <a:off x="0" y="0"/>
          <a:ext cx="0" cy="0"/>
          <a:chOff x="0" y="0"/>
          <a:chExt cx="0" cy="0"/>
        </a:xfrm>
      </p:grpSpPr>
      <p:grpSp>
        <p:nvGrpSpPr>
          <p:cNvPr id="10" name="Google Shape;10;p28"/>
          <p:cNvGrpSpPr/>
          <p:nvPr/>
        </p:nvGrpSpPr>
        <p:grpSpPr>
          <a:xfrm>
            <a:off x="150812" y="0"/>
            <a:ext cx="2436813" cy="6858001"/>
            <a:chOff x="1320800" y="0"/>
            <a:chExt cx="2436813" cy="6858001"/>
          </a:xfrm>
        </p:grpSpPr>
        <p:sp>
          <p:nvSpPr>
            <p:cNvPr id="11" name="Google Shape;11;p28"/>
            <p:cNvSpPr/>
            <p:nvPr/>
          </p:nvSpPr>
          <p:spPr>
            <a:xfrm>
              <a:off x="1627188" y="0"/>
              <a:ext cx="1122363" cy="5329238"/>
            </a:xfrm>
            <a:custGeom>
              <a:avLst/>
              <a:gdLst/>
              <a:ahLst/>
              <a:cxnLst/>
              <a:rect l="l" t="t" r="r" b="b"/>
              <a:pathLst>
                <a:path w="707" h="3357" extrusionOk="0">
                  <a:moveTo>
                    <a:pt x="0" y="3330"/>
                  </a:moveTo>
                  <a:lnTo>
                    <a:pt x="156" y="3357"/>
                  </a:lnTo>
                  <a:lnTo>
                    <a:pt x="707" y="0"/>
                  </a:lnTo>
                  <a:lnTo>
                    <a:pt x="547" y="0"/>
                  </a:lnTo>
                  <a:lnTo>
                    <a:pt x="0" y="3330"/>
                  </a:lnTo>
                  <a:close/>
                </a:path>
              </a:pathLst>
            </a:custGeom>
            <a:solidFill>
              <a:schemeClr val="accent1"/>
            </a:solidFill>
            <a:ln>
              <a:noFill/>
            </a:ln>
          </p:spPr>
        </p:sp>
        <p:sp>
          <p:nvSpPr>
            <p:cNvPr id="12" name="Google Shape;12;p28"/>
            <p:cNvSpPr/>
            <p:nvPr/>
          </p:nvSpPr>
          <p:spPr>
            <a:xfrm>
              <a:off x="1320800" y="0"/>
              <a:ext cx="1117600" cy="5276850"/>
            </a:xfrm>
            <a:custGeom>
              <a:avLst/>
              <a:gdLst/>
              <a:ahLst/>
              <a:cxnLst/>
              <a:rect l="l" t="t" r="r" b="b"/>
              <a:pathLst>
                <a:path w="704" h="3324" extrusionOk="0">
                  <a:moveTo>
                    <a:pt x="704" y="0"/>
                  </a:moveTo>
                  <a:lnTo>
                    <a:pt x="545" y="0"/>
                  </a:lnTo>
                  <a:lnTo>
                    <a:pt x="0" y="3300"/>
                  </a:lnTo>
                  <a:lnTo>
                    <a:pt x="157" y="3324"/>
                  </a:lnTo>
                  <a:lnTo>
                    <a:pt x="704" y="0"/>
                  </a:lnTo>
                  <a:close/>
                </a:path>
              </a:pathLst>
            </a:custGeom>
            <a:solidFill>
              <a:srgbClr val="595959"/>
            </a:solidFill>
            <a:ln>
              <a:noFill/>
            </a:ln>
          </p:spPr>
        </p:sp>
        <p:sp>
          <p:nvSpPr>
            <p:cNvPr id="13" name="Google Shape;13;p28"/>
            <p:cNvSpPr/>
            <p:nvPr/>
          </p:nvSpPr>
          <p:spPr>
            <a:xfrm>
              <a:off x="1320800" y="5238750"/>
              <a:ext cx="1228725" cy="1619250"/>
            </a:xfrm>
            <a:custGeom>
              <a:avLst/>
              <a:gdLst/>
              <a:ahLst/>
              <a:cxnLst/>
              <a:rect l="l" t="t" r="r" b="b"/>
              <a:pathLst>
                <a:path w="774" h="1020" extrusionOk="0">
                  <a:moveTo>
                    <a:pt x="0" y="0"/>
                  </a:moveTo>
                  <a:lnTo>
                    <a:pt x="740" y="1020"/>
                  </a:lnTo>
                  <a:lnTo>
                    <a:pt x="774" y="1020"/>
                  </a:lnTo>
                  <a:lnTo>
                    <a:pt x="0" y="0"/>
                  </a:lnTo>
                  <a:close/>
                </a:path>
              </a:pathLst>
            </a:custGeom>
            <a:solidFill>
              <a:srgbClr val="262626"/>
            </a:solidFill>
            <a:ln>
              <a:noFill/>
            </a:ln>
          </p:spPr>
        </p:sp>
        <p:sp>
          <p:nvSpPr>
            <p:cNvPr id="14" name="Google Shape;14;p28"/>
            <p:cNvSpPr/>
            <p:nvPr/>
          </p:nvSpPr>
          <p:spPr>
            <a:xfrm>
              <a:off x="1627188" y="5291138"/>
              <a:ext cx="1495425" cy="1566863"/>
            </a:xfrm>
            <a:custGeom>
              <a:avLst/>
              <a:gdLst/>
              <a:ahLst/>
              <a:cxnLst/>
              <a:rect l="l" t="t" r="r" b="b"/>
              <a:pathLst>
                <a:path w="942" h="987" extrusionOk="0">
                  <a:moveTo>
                    <a:pt x="0" y="0"/>
                  </a:moveTo>
                  <a:lnTo>
                    <a:pt x="909" y="987"/>
                  </a:lnTo>
                  <a:lnTo>
                    <a:pt x="942" y="987"/>
                  </a:lnTo>
                  <a:lnTo>
                    <a:pt x="0" y="0"/>
                  </a:lnTo>
                  <a:close/>
                </a:path>
              </a:pathLst>
            </a:custGeom>
            <a:solidFill>
              <a:srgbClr val="0B5982"/>
            </a:solidFill>
            <a:ln>
              <a:noFill/>
            </a:ln>
          </p:spPr>
        </p:sp>
        <p:sp>
          <p:nvSpPr>
            <p:cNvPr id="15" name="Google Shape;15;p28"/>
            <p:cNvSpPr/>
            <p:nvPr/>
          </p:nvSpPr>
          <p:spPr>
            <a:xfrm>
              <a:off x="1627188" y="5286375"/>
              <a:ext cx="2130425" cy="1571625"/>
            </a:xfrm>
            <a:custGeom>
              <a:avLst/>
              <a:gdLst/>
              <a:ahLst/>
              <a:cxnLst/>
              <a:rect l="l" t="t" r="r" b="b"/>
              <a:pathLst>
                <a:path w="1342" h="990" extrusionOk="0">
                  <a:moveTo>
                    <a:pt x="0" y="3"/>
                  </a:moveTo>
                  <a:lnTo>
                    <a:pt x="942" y="990"/>
                  </a:lnTo>
                  <a:lnTo>
                    <a:pt x="1342" y="990"/>
                  </a:lnTo>
                  <a:lnTo>
                    <a:pt x="156" y="27"/>
                  </a:lnTo>
                  <a:lnTo>
                    <a:pt x="0" y="0"/>
                  </a:lnTo>
                  <a:lnTo>
                    <a:pt x="0" y="3"/>
                  </a:lnTo>
                  <a:close/>
                </a:path>
              </a:pathLst>
            </a:custGeom>
            <a:solidFill>
              <a:srgbClr val="1186C3"/>
            </a:solidFill>
            <a:ln>
              <a:noFill/>
            </a:ln>
          </p:spPr>
        </p:sp>
        <p:sp>
          <p:nvSpPr>
            <p:cNvPr id="16" name="Google Shape;16;p28"/>
            <p:cNvSpPr/>
            <p:nvPr/>
          </p:nvSpPr>
          <p:spPr>
            <a:xfrm>
              <a:off x="1320800" y="5238750"/>
              <a:ext cx="1695450" cy="1619250"/>
            </a:xfrm>
            <a:custGeom>
              <a:avLst/>
              <a:gdLst/>
              <a:ahLst/>
              <a:cxnLst/>
              <a:rect l="l" t="t" r="r" b="b"/>
              <a:pathLst>
                <a:path w="1068" h="1020" extrusionOk="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3F3F3F"/>
            </a:solidFill>
            <a:ln>
              <a:noFill/>
            </a:ln>
          </p:spPr>
        </p:sp>
      </p:grpSp>
      <p:sp>
        <p:nvSpPr>
          <p:cNvPr id="17" name="Google Shape;17;p28"/>
          <p:cNvSpPr txBox="1">
            <a:spLocks noGrp="1"/>
          </p:cNvSpPr>
          <p:nvPr>
            <p:ph type="title"/>
          </p:nvPr>
        </p:nvSpPr>
        <p:spPr>
          <a:xfrm>
            <a:off x="1484311" y="685800"/>
            <a:ext cx="10018713" cy="1752599"/>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000"/>
              <a:buFont typeface="Corbel"/>
              <a:buNone/>
              <a:defRPr sz="4000" b="0" i="0" u="none" strike="noStrike" cap="none">
                <a:solidFill>
                  <a:schemeClr val="dk1"/>
                </a:solidFill>
                <a:latin typeface="Corbel"/>
                <a:ea typeface="Corbel"/>
                <a:cs typeface="Corbel"/>
                <a:sym typeface="Corbe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9pPr>
          </a:lstStyle>
          <a:p>
            <a:endParaRPr/>
          </a:p>
        </p:txBody>
      </p:sp>
      <p:sp>
        <p:nvSpPr>
          <p:cNvPr id="18" name="Google Shape;18;p28"/>
          <p:cNvSpPr txBox="1">
            <a:spLocks noGrp="1"/>
          </p:cNvSpPr>
          <p:nvPr>
            <p:ph type="body" idx="1"/>
          </p:nvPr>
        </p:nvSpPr>
        <p:spPr>
          <a:xfrm>
            <a:off x="1484310" y="2666999"/>
            <a:ext cx="10018713" cy="3124201"/>
          </a:xfrm>
          <a:prstGeom prst="rect">
            <a:avLst/>
          </a:prstGeom>
          <a:noFill/>
          <a:ln>
            <a:noFill/>
          </a:ln>
        </p:spPr>
        <p:txBody>
          <a:bodyPr spcFirstLastPara="1" wrap="square" lIns="91425" tIns="45700" rIns="91425" bIns="45700" anchor="ctr" anchorCtr="0">
            <a:normAutofit/>
          </a:bodyPr>
          <a:lstStyle>
            <a:lvl1pPr marL="457200" marR="0" lvl="0" indent="-449580" algn="l" rtl="0">
              <a:lnSpc>
                <a:spcPct val="100000"/>
              </a:lnSpc>
              <a:spcBef>
                <a:spcPts val="480"/>
              </a:spcBef>
              <a:spcAft>
                <a:spcPts val="0"/>
              </a:spcAft>
              <a:buClr>
                <a:srgbClr val="1186C3"/>
              </a:buClr>
              <a:buSzPts val="3480"/>
              <a:buFont typeface="Arial"/>
              <a:buChar char="•"/>
              <a:defRPr sz="2400" b="0" i="0" u="none" strike="noStrike" cap="none">
                <a:solidFill>
                  <a:schemeClr val="dk1"/>
                </a:solidFill>
                <a:latin typeface="Corbel"/>
                <a:ea typeface="Corbel"/>
                <a:cs typeface="Corbel"/>
                <a:sym typeface="Corbel"/>
              </a:defRPr>
            </a:lvl1pPr>
            <a:lvl2pPr marL="914400" marR="0" lvl="1" indent="-412750" algn="l" rtl="0">
              <a:lnSpc>
                <a:spcPct val="100000"/>
              </a:lnSpc>
              <a:spcBef>
                <a:spcPts val="600"/>
              </a:spcBef>
              <a:spcAft>
                <a:spcPts val="0"/>
              </a:spcAft>
              <a:buClr>
                <a:srgbClr val="1186C3"/>
              </a:buClr>
              <a:buSzPts val="2900"/>
              <a:buFont typeface="Arial"/>
              <a:buChar char="•"/>
              <a:defRPr sz="2000" b="0" i="0" u="none" strike="noStrike" cap="none">
                <a:solidFill>
                  <a:schemeClr val="dk1"/>
                </a:solidFill>
                <a:latin typeface="Corbel"/>
                <a:ea typeface="Corbel"/>
                <a:cs typeface="Corbel"/>
                <a:sym typeface="Corbel"/>
              </a:defRPr>
            </a:lvl2pPr>
            <a:lvl3pPr marL="1371600" marR="0" lvl="2" indent="-394335" algn="l" rtl="0">
              <a:lnSpc>
                <a:spcPct val="100000"/>
              </a:lnSpc>
              <a:spcBef>
                <a:spcPts val="600"/>
              </a:spcBef>
              <a:spcAft>
                <a:spcPts val="0"/>
              </a:spcAft>
              <a:buClr>
                <a:srgbClr val="1186C3"/>
              </a:buClr>
              <a:buSzPts val="2610"/>
              <a:buFont typeface="Arial"/>
              <a:buChar char="•"/>
              <a:defRPr sz="1800" b="0" i="0" u="none" strike="noStrike" cap="none">
                <a:solidFill>
                  <a:schemeClr val="dk1"/>
                </a:solidFill>
                <a:latin typeface="Corbel"/>
                <a:ea typeface="Corbel"/>
                <a:cs typeface="Corbel"/>
                <a:sym typeface="Corbel"/>
              </a:defRPr>
            </a:lvl3pPr>
            <a:lvl4pPr marL="1828800" marR="0" lvl="3" indent="-375919" algn="l" rtl="0">
              <a:lnSpc>
                <a:spcPct val="100000"/>
              </a:lnSpc>
              <a:spcBef>
                <a:spcPts val="600"/>
              </a:spcBef>
              <a:spcAft>
                <a:spcPts val="0"/>
              </a:spcAft>
              <a:buClr>
                <a:srgbClr val="1186C3"/>
              </a:buClr>
              <a:buSzPts val="2320"/>
              <a:buFont typeface="Arial"/>
              <a:buChar char="•"/>
              <a:defRPr sz="1600" b="0" i="0" u="none" strike="noStrike" cap="none">
                <a:solidFill>
                  <a:schemeClr val="dk1"/>
                </a:solidFill>
                <a:latin typeface="Corbel"/>
                <a:ea typeface="Corbel"/>
                <a:cs typeface="Corbel"/>
                <a:sym typeface="Corbel"/>
              </a:defRPr>
            </a:lvl4pPr>
            <a:lvl5pPr marL="2286000" marR="0" lvl="4" indent="-357504" algn="l" rtl="0">
              <a:lnSpc>
                <a:spcPct val="100000"/>
              </a:lnSpc>
              <a:spcBef>
                <a:spcPts val="600"/>
              </a:spcBef>
              <a:spcAft>
                <a:spcPts val="0"/>
              </a:spcAft>
              <a:buClr>
                <a:srgbClr val="1186C3"/>
              </a:buClr>
              <a:buSzPts val="2030"/>
              <a:buFont typeface="Arial"/>
              <a:buChar char="•"/>
              <a:defRPr sz="1400" b="0" i="0" u="none" strike="noStrike" cap="none">
                <a:solidFill>
                  <a:schemeClr val="dk1"/>
                </a:solidFill>
                <a:latin typeface="Corbel"/>
                <a:ea typeface="Corbel"/>
                <a:cs typeface="Corbel"/>
                <a:sym typeface="Corbel"/>
              </a:defRPr>
            </a:lvl5pPr>
            <a:lvl6pPr marL="2743200" marR="0" lvl="5" indent="-357504" algn="l" rtl="0">
              <a:lnSpc>
                <a:spcPct val="100000"/>
              </a:lnSpc>
              <a:spcBef>
                <a:spcPts val="600"/>
              </a:spcBef>
              <a:spcAft>
                <a:spcPts val="0"/>
              </a:spcAft>
              <a:buClr>
                <a:srgbClr val="1186C3"/>
              </a:buClr>
              <a:buSzPts val="2030"/>
              <a:buFont typeface="Arial"/>
              <a:buChar char="•"/>
              <a:defRPr sz="1400" b="0" i="0" u="none" strike="noStrike" cap="none">
                <a:solidFill>
                  <a:schemeClr val="dk1"/>
                </a:solidFill>
                <a:latin typeface="Corbel"/>
                <a:ea typeface="Corbel"/>
                <a:cs typeface="Corbel"/>
                <a:sym typeface="Corbel"/>
              </a:defRPr>
            </a:lvl6pPr>
            <a:lvl7pPr marL="3200400" marR="0" lvl="6" indent="-357504" algn="l" rtl="0">
              <a:lnSpc>
                <a:spcPct val="100000"/>
              </a:lnSpc>
              <a:spcBef>
                <a:spcPts val="600"/>
              </a:spcBef>
              <a:spcAft>
                <a:spcPts val="0"/>
              </a:spcAft>
              <a:buClr>
                <a:srgbClr val="1186C3"/>
              </a:buClr>
              <a:buSzPts val="2030"/>
              <a:buFont typeface="Arial"/>
              <a:buChar char="•"/>
              <a:defRPr sz="1400" b="0" i="0" u="none" strike="noStrike" cap="none">
                <a:solidFill>
                  <a:schemeClr val="dk1"/>
                </a:solidFill>
                <a:latin typeface="Corbel"/>
                <a:ea typeface="Corbel"/>
                <a:cs typeface="Corbel"/>
                <a:sym typeface="Corbel"/>
              </a:defRPr>
            </a:lvl7pPr>
            <a:lvl8pPr marL="3657600" marR="0" lvl="7" indent="-357504" algn="l" rtl="0">
              <a:lnSpc>
                <a:spcPct val="100000"/>
              </a:lnSpc>
              <a:spcBef>
                <a:spcPts val="600"/>
              </a:spcBef>
              <a:spcAft>
                <a:spcPts val="0"/>
              </a:spcAft>
              <a:buClr>
                <a:srgbClr val="1186C3"/>
              </a:buClr>
              <a:buSzPts val="2030"/>
              <a:buFont typeface="Arial"/>
              <a:buChar char="•"/>
              <a:defRPr sz="1400" b="0" i="0" u="none" strike="noStrike" cap="none">
                <a:solidFill>
                  <a:schemeClr val="dk1"/>
                </a:solidFill>
                <a:latin typeface="Corbel"/>
                <a:ea typeface="Corbel"/>
                <a:cs typeface="Corbel"/>
                <a:sym typeface="Corbel"/>
              </a:defRPr>
            </a:lvl8pPr>
            <a:lvl9pPr marL="4114800" marR="0" lvl="8" indent="-357504" algn="l" rtl="0">
              <a:lnSpc>
                <a:spcPct val="100000"/>
              </a:lnSpc>
              <a:spcBef>
                <a:spcPts val="600"/>
              </a:spcBef>
              <a:spcAft>
                <a:spcPts val="600"/>
              </a:spcAft>
              <a:buClr>
                <a:srgbClr val="1186C3"/>
              </a:buClr>
              <a:buSzPts val="2030"/>
              <a:buFont typeface="Arial"/>
              <a:buChar char="•"/>
              <a:defRPr sz="1400" b="0" i="0" u="none" strike="noStrike" cap="none">
                <a:solidFill>
                  <a:schemeClr val="dk1"/>
                </a:solidFill>
                <a:latin typeface="Corbel"/>
                <a:ea typeface="Corbel"/>
                <a:cs typeface="Corbel"/>
                <a:sym typeface="Corbel"/>
              </a:defRPr>
            </a:lvl9pPr>
          </a:lstStyle>
          <a:p>
            <a:endParaRPr/>
          </a:p>
        </p:txBody>
      </p:sp>
      <p:sp>
        <p:nvSpPr>
          <p:cNvPr id="19" name="Google Shape;19;p28"/>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00" b="0" i="0" u="none" strike="noStrike" cap="none">
                <a:solidFill>
                  <a:schemeClr val="dk1"/>
                </a:solidFill>
                <a:latin typeface="Corbel"/>
                <a:ea typeface="Corbel"/>
                <a:cs typeface="Corbel"/>
                <a:sym typeface="Corbe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orbel"/>
                <a:ea typeface="Corbel"/>
                <a:cs typeface="Corbel"/>
                <a:sym typeface="Corbe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orbel"/>
                <a:ea typeface="Corbel"/>
                <a:cs typeface="Corbel"/>
                <a:sym typeface="Corbe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orbel"/>
                <a:ea typeface="Corbel"/>
                <a:cs typeface="Corbel"/>
                <a:sym typeface="Corbe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orbel"/>
                <a:ea typeface="Corbel"/>
                <a:cs typeface="Corbel"/>
                <a:sym typeface="Corbe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orbel"/>
                <a:ea typeface="Corbel"/>
                <a:cs typeface="Corbel"/>
                <a:sym typeface="Corbe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orbel"/>
                <a:ea typeface="Corbel"/>
                <a:cs typeface="Corbel"/>
                <a:sym typeface="Corbe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orbel"/>
                <a:ea typeface="Corbel"/>
                <a:cs typeface="Corbel"/>
                <a:sym typeface="Corbe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orbel"/>
                <a:ea typeface="Corbel"/>
                <a:cs typeface="Corbel"/>
                <a:sym typeface="Corbel"/>
              </a:defRPr>
            </a:lvl9pPr>
          </a:lstStyle>
          <a:p>
            <a:endParaRPr/>
          </a:p>
        </p:txBody>
      </p:sp>
      <p:sp>
        <p:nvSpPr>
          <p:cNvPr id="20" name="Google Shape;20;p28"/>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00" b="0" i="0" u="none" strike="noStrike" cap="none">
                <a:solidFill>
                  <a:schemeClr val="dk1"/>
                </a:solidFill>
                <a:latin typeface="Corbel"/>
                <a:ea typeface="Corbel"/>
                <a:cs typeface="Corbel"/>
                <a:sym typeface="Corbe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orbel"/>
                <a:ea typeface="Corbel"/>
                <a:cs typeface="Corbel"/>
                <a:sym typeface="Corbe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orbel"/>
                <a:ea typeface="Corbel"/>
                <a:cs typeface="Corbel"/>
                <a:sym typeface="Corbe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orbel"/>
                <a:ea typeface="Corbel"/>
                <a:cs typeface="Corbel"/>
                <a:sym typeface="Corbe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orbel"/>
                <a:ea typeface="Corbel"/>
                <a:cs typeface="Corbel"/>
                <a:sym typeface="Corbe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orbel"/>
                <a:ea typeface="Corbel"/>
                <a:cs typeface="Corbel"/>
                <a:sym typeface="Corbe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orbel"/>
                <a:ea typeface="Corbel"/>
                <a:cs typeface="Corbel"/>
                <a:sym typeface="Corbe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orbel"/>
                <a:ea typeface="Corbel"/>
                <a:cs typeface="Corbel"/>
                <a:sym typeface="Corbe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orbel"/>
                <a:ea typeface="Corbel"/>
                <a:cs typeface="Corbel"/>
                <a:sym typeface="Corbel"/>
              </a:defRPr>
            </a:lvl9pPr>
          </a:lstStyle>
          <a:p>
            <a:endParaRPr/>
          </a:p>
        </p:txBody>
      </p:sp>
      <p:sp>
        <p:nvSpPr>
          <p:cNvPr id="21" name="Google Shape;21;p28"/>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slide" Target="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4.xml"/><Relationship Id="rId1" Type="http://schemas.openxmlformats.org/officeDocument/2006/relationships/slideLayout" Target="../slideLayouts/slideLayout5.xml"/><Relationship Id="rId4" Type="http://schemas.openxmlformats.org/officeDocument/2006/relationships/image" Target="../media/image11.jp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5.xml"/><Relationship Id="rId6" Type="http://schemas.openxmlformats.org/officeDocument/2006/relationships/image" Target="../media/image16.png"/><Relationship Id="rId5" Type="http://schemas.openxmlformats.org/officeDocument/2006/relationships/image" Target="../media/image15.jp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
          <p:cNvSpPr txBox="1">
            <a:spLocks noGrp="1"/>
          </p:cNvSpPr>
          <p:nvPr>
            <p:ph type="ctrTitle"/>
          </p:nvPr>
        </p:nvSpPr>
        <p:spPr>
          <a:xfrm>
            <a:off x="2928401" y="1380068"/>
            <a:ext cx="8574622" cy="2616199"/>
          </a:xfrm>
          <a:prstGeom prst="rect">
            <a:avLst/>
          </a:prstGeom>
          <a:noFill/>
          <a:ln>
            <a:noFill/>
          </a:ln>
        </p:spPr>
        <p:txBody>
          <a:bodyPr spcFirstLastPara="1" wrap="square" lIns="91425" tIns="45700" rIns="91425" bIns="45700" anchor="b" anchorCtr="0">
            <a:normAutofit/>
          </a:bodyPr>
          <a:lstStyle/>
          <a:p>
            <a:pPr marL="0" lvl="0" indent="0" algn="r" rtl="0">
              <a:lnSpc>
                <a:spcPct val="100000"/>
              </a:lnSpc>
              <a:spcBef>
                <a:spcPts val="0"/>
              </a:spcBef>
              <a:spcAft>
                <a:spcPts val="0"/>
              </a:spcAft>
              <a:buClr>
                <a:schemeClr val="dk1"/>
              </a:buClr>
              <a:buSzPts val="6000"/>
              <a:buFont typeface="Corbel"/>
              <a:buNone/>
            </a:pPr>
            <a:r>
              <a:rPr lang="en-US"/>
              <a:t>Application Layer (Electronic Mail &amp;DNS)</a:t>
            </a:r>
            <a:endParaRPr/>
          </a:p>
        </p:txBody>
      </p:sp>
      <p:sp>
        <p:nvSpPr>
          <p:cNvPr id="155" name="Google Shape;155;p1"/>
          <p:cNvSpPr txBox="1">
            <a:spLocks noGrp="1"/>
          </p:cNvSpPr>
          <p:nvPr>
            <p:ph type="subTitle" idx="1"/>
          </p:nvPr>
        </p:nvSpPr>
        <p:spPr>
          <a:xfrm>
            <a:off x="4515377" y="3996267"/>
            <a:ext cx="6987645" cy="1388534"/>
          </a:xfrm>
          <a:prstGeom prst="rect">
            <a:avLst/>
          </a:prstGeom>
          <a:noFill/>
          <a:ln>
            <a:noFill/>
          </a:ln>
        </p:spPr>
        <p:txBody>
          <a:bodyPr spcFirstLastPara="1" wrap="square" lIns="91425" tIns="45700" rIns="91425" bIns="45700" anchor="t" anchorCtr="0">
            <a:normAutofit lnSpcReduction="10000"/>
          </a:bodyPr>
          <a:lstStyle/>
          <a:p>
            <a:pPr marL="0" lvl="0" indent="0" algn="r" rtl="0">
              <a:lnSpc>
                <a:spcPct val="100000"/>
              </a:lnSpc>
              <a:spcBef>
                <a:spcPts val="0"/>
              </a:spcBef>
              <a:spcAft>
                <a:spcPts val="0"/>
              </a:spcAft>
              <a:buSzPts val="3045"/>
              <a:buNone/>
            </a:pPr>
            <a:r>
              <a:rPr lang="en-US"/>
              <a:t>Lecture 3 </a:t>
            </a:r>
            <a:endParaRPr/>
          </a:p>
          <a:p>
            <a:pPr marL="0" lvl="0" indent="0" algn="r" rtl="0">
              <a:lnSpc>
                <a:spcPct val="100000"/>
              </a:lnSpc>
              <a:spcBef>
                <a:spcPts val="0"/>
              </a:spcBef>
              <a:spcAft>
                <a:spcPts val="0"/>
              </a:spcAft>
              <a:buSzPts val="3045"/>
              <a:buNone/>
            </a:pPr>
            <a:r>
              <a:rPr lang="en-US"/>
              <a:t>CSE421 – Computer Networks</a:t>
            </a:r>
            <a:endParaRPr/>
          </a:p>
          <a:p>
            <a:pPr marL="0" lvl="0" indent="0" algn="r" rtl="0">
              <a:lnSpc>
                <a:spcPct val="100000"/>
              </a:lnSpc>
              <a:spcBef>
                <a:spcPts val="1020"/>
              </a:spcBef>
              <a:spcAft>
                <a:spcPts val="0"/>
              </a:spcAft>
              <a:buSzPts val="3045"/>
              <a:buNone/>
            </a:pPr>
            <a:r>
              <a:rPr lang="en-US"/>
              <a:t>Department of Computer Science and Engineering</a:t>
            </a:r>
            <a:br>
              <a:rPr lang="en-US"/>
            </a:br>
            <a:r>
              <a:rPr lang="en-US"/>
              <a:t>School of Data &amp; Science</a:t>
            </a:r>
            <a:endParaRPr/>
          </a:p>
        </p:txBody>
      </p:sp>
      <p:pic>
        <p:nvPicPr>
          <p:cNvPr id="156" name="Google Shape;156;p1"/>
          <p:cNvPicPr preferRelativeResize="0"/>
          <p:nvPr/>
        </p:nvPicPr>
        <p:blipFill rotWithShape="1">
          <a:blip r:embed="rId3">
            <a:alphaModFix/>
          </a:blip>
          <a:srcRect/>
          <a:stretch/>
        </p:blipFill>
        <p:spPr>
          <a:xfrm>
            <a:off x="5276333" y="217086"/>
            <a:ext cx="1639334" cy="1504089"/>
          </a:xfrm>
          <a:prstGeom prst="rect">
            <a:avLst/>
          </a:prstGeom>
          <a:noFill/>
          <a:ln>
            <a:noFill/>
          </a:ln>
        </p:spPr>
      </p:pic>
      <p:sp>
        <p:nvSpPr>
          <p:cNvPr id="157" name="Google Shape;157;p1"/>
          <p:cNvSpPr/>
          <p:nvPr/>
        </p:nvSpPr>
        <p:spPr>
          <a:xfrm>
            <a:off x="6772275" y="6195385"/>
            <a:ext cx="5000625" cy="563231"/>
          </a:xfrm>
          <a:prstGeom prst="rect">
            <a:avLst/>
          </a:prstGeom>
          <a:noFill/>
          <a:ln>
            <a:noFill/>
          </a:ln>
        </p:spPr>
        <p:txBody>
          <a:bodyPr spcFirstLastPara="1" wrap="square" lIns="91425" tIns="45700" rIns="91425" bIns="45700" anchor="t" anchorCtr="0">
            <a:spAutoFit/>
          </a:bodyPr>
          <a:lstStyle/>
          <a:p>
            <a:pPr marL="0" marR="0" lvl="0" indent="0" algn="l" rtl="0">
              <a:lnSpc>
                <a:spcPct val="85000"/>
              </a:lnSpc>
              <a:spcBef>
                <a:spcPts val="0"/>
              </a:spcBef>
              <a:spcAft>
                <a:spcPts val="0"/>
              </a:spcAft>
              <a:buClr>
                <a:srgbClr val="000000"/>
              </a:buClr>
              <a:buSzPts val="1800"/>
              <a:buFont typeface="Arial"/>
              <a:buNone/>
            </a:pPr>
            <a:r>
              <a:rPr lang="en-US" sz="1800" b="0" i="0" u="none" strike="noStrike" cap="none">
                <a:solidFill>
                  <a:schemeClr val="dk1"/>
                </a:solidFill>
                <a:latin typeface="Corbel"/>
                <a:ea typeface="Corbel"/>
                <a:cs typeface="Corbel"/>
                <a:sym typeface="Corbel"/>
              </a:rPr>
              <a:t>All material copyright 1996-2020</a:t>
            </a:r>
            <a:endParaRPr sz="1400" b="0" i="0" u="none" strike="noStrike" cap="none">
              <a:solidFill>
                <a:srgbClr val="000000"/>
              </a:solidFill>
              <a:latin typeface="Arial"/>
              <a:ea typeface="Arial"/>
              <a:cs typeface="Arial"/>
              <a:sym typeface="Arial"/>
            </a:endParaRPr>
          </a:p>
          <a:p>
            <a:pPr marL="0" marR="0" lvl="0" indent="0" algn="l" rtl="0">
              <a:lnSpc>
                <a:spcPct val="85000"/>
              </a:lnSpc>
              <a:spcBef>
                <a:spcPts val="0"/>
              </a:spcBef>
              <a:spcAft>
                <a:spcPts val="0"/>
              </a:spcAft>
              <a:buClr>
                <a:srgbClr val="000000"/>
              </a:buClr>
              <a:buSzPts val="1800"/>
              <a:buFont typeface="Arial"/>
              <a:buNone/>
            </a:pPr>
            <a:r>
              <a:rPr lang="en-US" sz="1800" b="0" i="0" u="none" strike="noStrike" cap="none">
                <a:solidFill>
                  <a:schemeClr val="dk1"/>
                </a:solidFill>
                <a:latin typeface="Corbel"/>
                <a:ea typeface="Corbel"/>
                <a:cs typeface="Corbel"/>
                <a:sym typeface="Corbel"/>
              </a:rPr>
              <a:t> J.F Kurose and K.W. Ross, All Rights Reserved</a:t>
            </a:r>
            <a:endParaRPr sz="1600" b="0" i="0" u="none" strike="noStrike" cap="none">
              <a:solidFill>
                <a:schemeClr val="dk1"/>
              </a:solidFill>
              <a:latin typeface="Corbel"/>
              <a:ea typeface="Corbel"/>
              <a:cs typeface="Corbel"/>
              <a:sym typeface="Corbe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
          <p:cNvSpPr txBox="1">
            <a:spLocks noGrp="1"/>
          </p:cNvSpPr>
          <p:nvPr>
            <p:ph type="body" idx="1"/>
          </p:nvPr>
        </p:nvSpPr>
        <p:spPr>
          <a:xfrm>
            <a:off x="1484309" y="1877029"/>
            <a:ext cx="10018713" cy="4724400"/>
          </a:xfrm>
          <a:prstGeom prst="rect">
            <a:avLst/>
          </a:prstGeom>
          <a:noFill/>
          <a:ln>
            <a:noFill/>
          </a:ln>
        </p:spPr>
        <p:txBody>
          <a:bodyPr spcFirstLastPara="1" wrap="square" lIns="91425" tIns="45700" rIns="91425" bIns="45700" anchor="ctr" anchorCtr="0">
            <a:normAutofit/>
          </a:bodyPr>
          <a:lstStyle/>
          <a:p>
            <a:pPr marL="285750" lvl="0" indent="-285750" algn="l" rtl="0">
              <a:lnSpc>
                <a:spcPct val="100000"/>
              </a:lnSpc>
              <a:spcBef>
                <a:spcPts val="0"/>
              </a:spcBef>
              <a:spcAft>
                <a:spcPts val="0"/>
              </a:spcAft>
              <a:buSzPts val="3480"/>
              <a:buFont typeface="Arial"/>
              <a:buChar char="•"/>
            </a:pPr>
            <a:r>
              <a:rPr lang="en-US" sz="3600"/>
              <a:t>Principles of network applications</a:t>
            </a:r>
            <a:endParaRPr sz="3600"/>
          </a:p>
          <a:p>
            <a:pPr marL="285750" lvl="0" indent="-285750" algn="l" rtl="0">
              <a:lnSpc>
                <a:spcPct val="100000"/>
              </a:lnSpc>
              <a:spcBef>
                <a:spcPts val="1080"/>
              </a:spcBef>
              <a:spcAft>
                <a:spcPts val="0"/>
              </a:spcAft>
              <a:buSzPts val="3480"/>
              <a:buFont typeface="Arial"/>
              <a:buChar char="•"/>
            </a:pPr>
            <a:r>
              <a:rPr lang="en-US" sz="3600"/>
              <a:t>Web and HTTP</a:t>
            </a:r>
            <a:endParaRPr sz="3600"/>
          </a:p>
          <a:p>
            <a:pPr marL="285750" lvl="0" indent="-285750" algn="l" rtl="0">
              <a:lnSpc>
                <a:spcPct val="100000"/>
              </a:lnSpc>
              <a:spcBef>
                <a:spcPts val="1080"/>
              </a:spcBef>
              <a:spcAft>
                <a:spcPts val="0"/>
              </a:spcAft>
              <a:buSzPts val="3480"/>
              <a:buFont typeface="Arial"/>
              <a:buChar char="•"/>
            </a:pPr>
            <a:r>
              <a:rPr lang="en-US" sz="3600" b="1">
                <a:solidFill>
                  <a:srgbClr val="7D28CD"/>
                </a:solidFill>
              </a:rPr>
              <a:t>Electronic mail</a:t>
            </a:r>
            <a:endParaRPr sz="3600"/>
          </a:p>
          <a:p>
            <a:pPr marL="793750" lvl="1" indent="-342900" algn="l" rtl="0">
              <a:lnSpc>
                <a:spcPct val="100000"/>
              </a:lnSpc>
              <a:spcBef>
                <a:spcPts val="1080"/>
              </a:spcBef>
              <a:spcAft>
                <a:spcPts val="0"/>
              </a:spcAft>
              <a:buSzPts val="3480"/>
              <a:buFont typeface="Arial"/>
              <a:buChar char="•"/>
            </a:pPr>
            <a:r>
              <a:rPr lang="en-US" sz="3600" b="1">
                <a:solidFill>
                  <a:srgbClr val="7D28CD"/>
                </a:solidFill>
              </a:rPr>
              <a:t>SMTP, POP3, IMAP</a:t>
            </a:r>
            <a:endParaRPr sz="3200"/>
          </a:p>
          <a:p>
            <a:pPr marL="285750" lvl="0" indent="-285750" algn="l" rtl="0">
              <a:lnSpc>
                <a:spcPct val="100000"/>
              </a:lnSpc>
              <a:spcBef>
                <a:spcPts val="1080"/>
              </a:spcBef>
              <a:spcAft>
                <a:spcPts val="0"/>
              </a:spcAft>
              <a:buSzPts val="3480"/>
              <a:buFont typeface="Arial"/>
              <a:buChar char="•"/>
            </a:pPr>
            <a:r>
              <a:rPr lang="en-US" sz="3600"/>
              <a:t>DNS</a:t>
            </a:r>
            <a:endParaRPr sz="3600"/>
          </a:p>
          <a:p>
            <a:pPr marL="285750" lvl="0" indent="-64770" algn="l" rtl="0">
              <a:lnSpc>
                <a:spcPct val="100000"/>
              </a:lnSpc>
              <a:spcBef>
                <a:spcPts val="1080"/>
              </a:spcBef>
              <a:spcAft>
                <a:spcPts val="0"/>
              </a:spcAft>
              <a:buSzPts val="3480"/>
              <a:buFont typeface="Arial"/>
              <a:buNone/>
            </a:pPr>
            <a:endParaRPr/>
          </a:p>
          <a:p>
            <a:pPr marL="285750" lvl="0" indent="-64770" algn="l" rtl="0">
              <a:lnSpc>
                <a:spcPct val="100000"/>
              </a:lnSpc>
              <a:spcBef>
                <a:spcPts val="1080"/>
              </a:spcBef>
              <a:spcAft>
                <a:spcPts val="0"/>
              </a:spcAft>
              <a:buSzPts val="3480"/>
              <a:buFont typeface="Arial"/>
              <a:buNone/>
            </a:pPr>
            <a:endParaRPr/>
          </a:p>
          <a:p>
            <a:pPr marL="285750" lvl="0" indent="-64770" algn="l" rtl="0">
              <a:lnSpc>
                <a:spcPct val="100000"/>
              </a:lnSpc>
              <a:spcBef>
                <a:spcPts val="1080"/>
              </a:spcBef>
              <a:spcAft>
                <a:spcPts val="0"/>
              </a:spcAft>
              <a:buSzPts val="3480"/>
              <a:buFont typeface="Arial"/>
              <a:buNone/>
            </a:pPr>
            <a:endParaRPr/>
          </a:p>
        </p:txBody>
      </p:sp>
      <p:pic>
        <p:nvPicPr>
          <p:cNvPr id="163" name="Google Shape;163;p2"/>
          <p:cNvPicPr preferRelativeResize="0"/>
          <p:nvPr/>
        </p:nvPicPr>
        <p:blipFill rotWithShape="1">
          <a:blip r:embed="rId3">
            <a:alphaModFix/>
          </a:blip>
          <a:srcRect/>
          <a:stretch/>
        </p:blipFill>
        <p:spPr>
          <a:xfrm>
            <a:off x="11029276" y="0"/>
            <a:ext cx="1162724" cy="1066799"/>
          </a:xfrm>
          <a:prstGeom prst="rect">
            <a:avLst/>
          </a:prstGeom>
          <a:noFill/>
          <a:ln>
            <a:noFill/>
          </a:ln>
        </p:spPr>
      </p:pic>
      <p:sp>
        <p:nvSpPr>
          <p:cNvPr id="164" name="Google Shape;164;p2"/>
          <p:cNvSpPr txBox="1">
            <a:spLocks noGrp="1"/>
          </p:cNvSpPr>
          <p:nvPr>
            <p:ph type="sldNum" idx="12"/>
          </p:nvPr>
        </p:nvSpPr>
        <p:spPr>
          <a:xfrm>
            <a:off x="10951856" y="5867131"/>
            <a:ext cx="551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US"/>
              <a:t>2</a:t>
            </a:fld>
            <a:endParaRPr/>
          </a:p>
        </p:txBody>
      </p:sp>
      <p:sp>
        <p:nvSpPr>
          <p:cNvPr id="165" name="Google Shape;165;p2"/>
          <p:cNvSpPr txBox="1"/>
          <p:nvPr/>
        </p:nvSpPr>
        <p:spPr>
          <a:xfrm>
            <a:off x="1306924" y="426530"/>
            <a:ext cx="10018800" cy="10428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chemeClr val="dk1"/>
              </a:buClr>
              <a:buSzPts val="4000"/>
              <a:buFont typeface="Corbel"/>
              <a:buNone/>
            </a:pPr>
            <a:r>
              <a:rPr lang="en-US" sz="4000" b="0" i="0" u="none" strike="noStrike" cap="none">
                <a:solidFill>
                  <a:schemeClr val="dk1"/>
                </a:solidFill>
                <a:latin typeface="Corbel"/>
                <a:ea typeface="Corbel"/>
                <a:cs typeface="Corbel"/>
                <a:sym typeface="Corbel"/>
              </a:rPr>
              <a:t>Application Layer :Objectives </a:t>
            </a:r>
            <a:endParaRPr sz="4000" b="0" i="0" u="none" strike="noStrike" cap="none">
              <a:solidFill>
                <a:schemeClr val="dk1"/>
              </a:solidFill>
              <a:latin typeface="Corbel"/>
              <a:ea typeface="Corbel"/>
              <a:cs typeface="Corbel"/>
              <a:sym typeface="Corbe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3"/>
          <p:cNvSpPr txBox="1"/>
          <p:nvPr/>
        </p:nvSpPr>
        <p:spPr>
          <a:xfrm>
            <a:off x="955094" y="1114425"/>
            <a:ext cx="5589444" cy="1966913"/>
          </a:xfrm>
          <a:prstGeom prst="rect">
            <a:avLst/>
          </a:prstGeom>
          <a:noFill/>
          <a:ln>
            <a:noFill/>
          </a:ln>
        </p:spPr>
        <p:txBody>
          <a:bodyPr spcFirstLastPara="1" wrap="square" lIns="91425" tIns="45700" rIns="91425" bIns="45700" anchor="t" anchorCtr="0">
            <a:noAutofit/>
          </a:bodyPr>
          <a:lstStyle/>
          <a:p>
            <a:pPr marL="352425" marR="0" lvl="0" indent="-222250" algn="l" rtl="0">
              <a:lnSpc>
                <a:spcPct val="90000"/>
              </a:lnSpc>
              <a:spcBef>
                <a:spcPts val="0"/>
              </a:spcBef>
              <a:spcAft>
                <a:spcPts val="0"/>
              </a:spcAft>
              <a:buClr>
                <a:srgbClr val="0000A3"/>
              </a:buClr>
              <a:buSzPts val="2800"/>
              <a:buFont typeface="Noto Sans"/>
              <a:buNone/>
            </a:pPr>
            <a:r>
              <a:rPr lang="en-US" sz="3600" b="0" i="0" u="none" strike="noStrike" cap="none">
                <a:solidFill>
                  <a:srgbClr val="7D28CD"/>
                </a:solidFill>
                <a:latin typeface="Calibri"/>
                <a:ea typeface="Calibri"/>
                <a:cs typeface="Calibri"/>
                <a:sym typeface="Calibri"/>
              </a:rPr>
              <a:t>Three major components: </a:t>
            </a:r>
            <a:endParaRPr sz="1800" b="0" i="0" u="none" strike="noStrike" cap="none">
              <a:solidFill>
                <a:srgbClr val="000000"/>
              </a:solidFill>
              <a:latin typeface="Arial"/>
              <a:ea typeface="Arial"/>
              <a:cs typeface="Arial"/>
              <a:sym typeface="Arial"/>
            </a:endParaRPr>
          </a:p>
          <a:p>
            <a:pPr marL="460375" marR="0" lvl="0" indent="-215900" algn="l" rtl="0">
              <a:lnSpc>
                <a:spcPct val="90000"/>
              </a:lnSpc>
              <a:spcBef>
                <a:spcPts val="400"/>
              </a:spcBef>
              <a:spcAft>
                <a:spcPts val="0"/>
              </a:spcAft>
              <a:buClr>
                <a:srgbClr val="0000A3"/>
              </a:buClr>
              <a:buSzPts val="2400"/>
              <a:buFont typeface="Noto Sans"/>
              <a:buChar char="▪"/>
            </a:pPr>
            <a:r>
              <a:rPr lang="en-US" sz="3200" b="0" i="0" u="none" strike="noStrike" cap="none">
                <a:solidFill>
                  <a:srgbClr val="000000"/>
                </a:solidFill>
                <a:latin typeface="Calibri"/>
                <a:ea typeface="Calibri"/>
                <a:cs typeface="Calibri"/>
                <a:sym typeface="Calibri"/>
              </a:rPr>
              <a:t>user agents </a:t>
            </a:r>
            <a:endParaRPr sz="1800" b="0" i="0" u="none" strike="noStrike" cap="none">
              <a:solidFill>
                <a:srgbClr val="000000"/>
              </a:solidFill>
              <a:latin typeface="Arial"/>
              <a:ea typeface="Arial"/>
              <a:cs typeface="Arial"/>
              <a:sym typeface="Arial"/>
            </a:endParaRPr>
          </a:p>
          <a:p>
            <a:pPr marL="460375" marR="0" lvl="0" indent="-215900" algn="l" rtl="0">
              <a:lnSpc>
                <a:spcPct val="90000"/>
              </a:lnSpc>
              <a:spcBef>
                <a:spcPts val="400"/>
              </a:spcBef>
              <a:spcAft>
                <a:spcPts val="0"/>
              </a:spcAft>
              <a:buClr>
                <a:srgbClr val="0000A3"/>
              </a:buClr>
              <a:buSzPts val="2400"/>
              <a:buFont typeface="Noto Sans"/>
              <a:buChar char="▪"/>
            </a:pPr>
            <a:r>
              <a:rPr lang="en-US" sz="3200" b="0" i="0" u="none" strike="noStrike" cap="none">
                <a:solidFill>
                  <a:srgbClr val="000000"/>
                </a:solidFill>
                <a:latin typeface="Calibri"/>
                <a:ea typeface="Calibri"/>
                <a:cs typeface="Calibri"/>
                <a:sym typeface="Calibri"/>
              </a:rPr>
              <a:t>mail servers </a:t>
            </a:r>
            <a:endParaRPr sz="1800" b="0" i="0" u="none" strike="noStrike" cap="none">
              <a:solidFill>
                <a:srgbClr val="000000"/>
              </a:solidFill>
              <a:latin typeface="Arial"/>
              <a:ea typeface="Arial"/>
              <a:cs typeface="Arial"/>
              <a:sym typeface="Arial"/>
            </a:endParaRPr>
          </a:p>
          <a:p>
            <a:pPr marL="460375" marR="0" lvl="0" indent="-215900" algn="l" rtl="0">
              <a:lnSpc>
                <a:spcPct val="90000"/>
              </a:lnSpc>
              <a:spcBef>
                <a:spcPts val="400"/>
              </a:spcBef>
              <a:spcAft>
                <a:spcPts val="0"/>
              </a:spcAft>
              <a:buClr>
                <a:srgbClr val="0000A3"/>
              </a:buClr>
              <a:buSzPts val="2400"/>
              <a:buFont typeface="Noto Sans"/>
              <a:buChar char="▪"/>
            </a:pPr>
            <a:r>
              <a:rPr lang="en-US" sz="3200" b="0" i="0" u="none" strike="noStrike" cap="none">
                <a:solidFill>
                  <a:srgbClr val="000000"/>
                </a:solidFill>
                <a:latin typeface="Calibri"/>
                <a:ea typeface="Calibri"/>
                <a:cs typeface="Calibri"/>
                <a:sym typeface="Calibri"/>
              </a:rPr>
              <a:t>simple mail transfer protocol: SMTP</a:t>
            </a:r>
            <a:endParaRPr sz="1800" b="0" i="0" u="none" strike="noStrike" cap="none">
              <a:solidFill>
                <a:srgbClr val="000000"/>
              </a:solidFill>
              <a:latin typeface="Arial"/>
              <a:ea typeface="Arial"/>
              <a:cs typeface="Arial"/>
              <a:sym typeface="Arial"/>
            </a:endParaRPr>
          </a:p>
        </p:txBody>
      </p:sp>
      <p:grpSp>
        <p:nvGrpSpPr>
          <p:cNvPr id="172" name="Google Shape;172;p3"/>
          <p:cNvGrpSpPr/>
          <p:nvPr/>
        </p:nvGrpSpPr>
        <p:grpSpPr>
          <a:xfrm>
            <a:off x="9926119" y="5308075"/>
            <a:ext cx="1736725" cy="973138"/>
            <a:chOff x="4458" y="3335"/>
            <a:chExt cx="1094" cy="613"/>
          </a:xfrm>
        </p:grpSpPr>
        <p:sp>
          <p:nvSpPr>
            <p:cNvPr id="173" name="Google Shape;173;p3"/>
            <p:cNvSpPr txBox="1"/>
            <p:nvPr/>
          </p:nvSpPr>
          <p:spPr>
            <a:xfrm>
              <a:off x="4527" y="3715"/>
              <a:ext cx="875" cy="23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user mailbox</a:t>
              </a:r>
              <a:endParaRPr sz="2800" b="0" i="0" u="none" strike="noStrike" cap="none">
                <a:solidFill>
                  <a:srgbClr val="000000"/>
                </a:solidFill>
                <a:latin typeface="Calibri"/>
                <a:ea typeface="Calibri"/>
                <a:cs typeface="Calibri"/>
                <a:sym typeface="Calibri"/>
              </a:endParaRPr>
            </a:p>
          </p:txBody>
        </p:sp>
        <p:grpSp>
          <p:nvGrpSpPr>
            <p:cNvPr id="174" name="Google Shape;174;p3"/>
            <p:cNvGrpSpPr/>
            <p:nvPr/>
          </p:nvGrpSpPr>
          <p:grpSpPr>
            <a:xfrm>
              <a:off x="4458" y="3408"/>
              <a:ext cx="450" cy="120"/>
              <a:chOff x="4314" y="3444"/>
              <a:chExt cx="450" cy="120"/>
            </a:xfrm>
          </p:grpSpPr>
          <p:sp>
            <p:nvSpPr>
              <p:cNvPr id="175" name="Google Shape;175;p3"/>
              <p:cNvSpPr/>
              <p:nvPr/>
            </p:nvSpPr>
            <p:spPr>
              <a:xfrm>
                <a:off x="4314" y="3444"/>
                <a:ext cx="450" cy="120"/>
              </a:xfrm>
              <a:prstGeom prst="rect">
                <a:avLst/>
              </a:prstGeom>
              <a:solidFill>
                <a:srgbClr val="00FF00"/>
              </a:solidFill>
              <a:ln w="190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cxnSp>
            <p:nvCxnSpPr>
              <p:cNvPr id="176" name="Google Shape;176;p3"/>
              <p:cNvCxnSpPr/>
              <p:nvPr/>
            </p:nvCxnSpPr>
            <p:spPr>
              <a:xfrm>
                <a:off x="4363" y="3472"/>
                <a:ext cx="0" cy="72"/>
              </a:xfrm>
              <a:prstGeom prst="straightConnector1">
                <a:avLst/>
              </a:prstGeom>
              <a:noFill/>
              <a:ln w="19050" cap="flat" cmpd="sng">
                <a:solidFill>
                  <a:srgbClr val="000000"/>
                </a:solidFill>
                <a:prstDash val="solid"/>
                <a:round/>
                <a:headEnd type="none" w="sm" len="sm"/>
                <a:tailEnd type="none" w="sm" len="sm"/>
              </a:ln>
            </p:spPr>
          </p:cxnSp>
          <p:cxnSp>
            <p:nvCxnSpPr>
              <p:cNvPr id="177" name="Google Shape;177;p3"/>
              <p:cNvCxnSpPr/>
              <p:nvPr/>
            </p:nvCxnSpPr>
            <p:spPr>
              <a:xfrm flipH="1">
                <a:off x="4472" y="3471"/>
                <a:ext cx="6" cy="72"/>
              </a:xfrm>
              <a:prstGeom prst="straightConnector1">
                <a:avLst/>
              </a:prstGeom>
              <a:noFill/>
              <a:ln w="19050" cap="flat" cmpd="sng">
                <a:solidFill>
                  <a:srgbClr val="000000"/>
                </a:solidFill>
                <a:prstDash val="solid"/>
                <a:round/>
                <a:headEnd type="none" w="sm" len="sm"/>
                <a:tailEnd type="none" w="sm" len="sm"/>
              </a:ln>
            </p:spPr>
          </p:cxnSp>
          <p:cxnSp>
            <p:nvCxnSpPr>
              <p:cNvPr id="178" name="Google Shape;178;p3"/>
              <p:cNvCxnSpPr/>
              <p:nvPr/>
            </p:nvCxnSpPr>
            <p:spPr>
              <a:xfrm>
                <a:off x="4527" y="3473"/>
                <a:ext cx="0" cy="72"/>
              </a:xfrm>
              <a:prstGeom prst="straightConnector1">
                <a:avLst/>
              </a:prstGeom>
              <a:noFill/>
              <a:ln w="19050" cap="flat" cmpd="sng">
                <a:solidFill>
                  <a:srgbClr val="000000"/>
                </a:solidFill>
                <a:prstDash val="solid"/>
                <a:round/>
                <a:headEnd type="none" w="sm" len="sm"/>
                <a:tailEnd type="none" w="sm" len="sm"/>
              </a:ln>
            </p:spPr>
          </p:cxnSp>
          <p:cxnSp>
            <p:nvCxnSpPr>
              <p:cNvPr id="179" name="Google Shape;179;p3"/>
              <p:cNvCxnSpPr/>
              <p:nvPr/>
            </p:nvCxnSpPr>
            <p:spPr>
              <a:xfrm>
                <a:off x="4584" y="3471"/>
                <a:ext cx="0" cy="72"/>
              </a:xfrm>
              <a:prstGeom prst="straightConnector1">
                <a:avLst/>
              </a:prstGeom>
              <a:noFill/>
              <a:ln w="19050" cap="flat" cmpd="sng">
                <a:solidFill>
                  <a:srgbClr val="000000"/>
                </a:solidFill>
                <a:prstDash val="solid"/>
                <a:round/>
                <a:headEnd type="none" w="sm" len="sm"/>
                <a:tailEnd type="none" w="sm" len="sm"/>
              </a:ln>
            </p:spPr>
          </p:cxnSp>
          <p:cxnSp>
            <p:nvCxnSpPr>
              <p:cNvPr id="180" name="Google Shape;180;p3"/>
              <p:cNvCxnSpPr/>
              <p:nvPr/>
            </p:nvCxnSpPr>
            <p:spPr>
              <a:xfrm>
                <a:off x="4645" y="3471"/>
                <a:ext cx="0" cy="72"/>
              </a:xfrm>
              <a:prstGeom prst="straightConnector1">
                <a:avLst/>
              </a:prstGeom>
              <a:noFill/>
              <a:ln w="19050" cap="flat" cmpd="sng">
                <a:solidFill>
                  <a:srgbClr val="000000"/>
                </a:solidFill>
                <a:prstDash val="solid"/>
                <a:round/>
                <a:headEnd type="none" w="sm" len="sm"/>
                <a:tailEnd type="none" w="sm" len="sm"/>
              </a:ln>
            </p:spPr>
          </p:cxnSp>
          <p:cxnSp>
            <p:nvCxnSpPr>
              <p:cNvPr id="181" name="Google Shape;181;p3"/>
              <p:cNvCxnSpPr/>
              <p:nvPr/>
            </p:nvCxnSpPr>
            <p:spPr>
              <a:xfrm>
                <a:off x="4701" y="3471"/>
                <a:ext cx="0" cy="72"/>
              </a:xfrm>
              <a:prstGeom prst="straightConnector1">
                <a:avLst/>
              </a:prstGeom>
              <a:noFill/>
              <a:ln w="19050" cap="flat" cmpd="sng">
                <a:solidFill>
                  <a:srgbClr val="000000"/>
                </a:solidFill>
                <a:prstDash val="solid"/>
                <a:round/>
                <a:headEnd type="none" w="sm" len="sm"/>
                <a:tailEnd type="none" w="sm" len="sm"/>
              </a:ln>
            </p:spPr>
          </p:cxnSp>
          <p:cxnSp>
            <p:nvCxnSpPr>
              <p:cNvPr id="182" name="Google Shape;182;p3"/>
              <p:cNvCxnSpPr/>
              <p:nvPr/>
            </p:nvCxnSpPr>
            <p:spPr>
              <a:xfrm>
                <a:off x="4416" y="3472"/>
                <a:ext cx="0" cy="72"/>
              </a:xfrm>
              <a:prstGeom prst="straightConnector1">
                <a:avLst/>
              </a:prstGeom>
              <a:noFill/>
              <a:ln w="19050" cap="flat" cmpd="sng">
                <a:solidFill>
                  <a:srgbClr val="000000"/>
                </a:solidFill>
                <a:prstDash val="solid"/>
                <a:round/>
                <a:headEnd type="none" w="sm" len="sm"/>
                <a:tailEnd type="none" w="sm" len="sm"/>
              </a:ln>
            </p:spPr>
          </p:cxnSp>
        </p:grpSp>
        <p:sp>
          <p:nvSpPr>
            <p:cNvPr id="183" name="Google Shape;183;p3"/>
            <p:cNvSpPr/>
            <p:nvPr/>
          </p:nvSpPr>
          <p:spPr>
            <a:xfrm>
              <a:off x="4472" y="3779"/>
              <a:ext cx="64" cy="93"/>
            </a:xfrm>
            <a:prstGeom prst="rect">
              <a:avLst/>
            </a:prstGeom>
            <a:solidFill>
              <a:srgbClr val="FFFF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sp>
          <p:nvSpPr>
            <p:cNvPr id="184" name="Google Shape;184;p3"/>
            <p:cNvSpPr txBox="1"/>
            <p:nvPr/>
          </p:nvSpPr>
          <p:spPr>
            <a:xfrm>
              <a:off x="4514" y="3335"/>
              <a:ext cx="1038" cy="40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outgoing </a:t>
              </a:r>
              <a:endParaRPr sz="1400" b="0" i="0"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message queue</a:t>
              </a:r>
              <a:endParaRPr sz="2800" b="0" i="0" u="none" strike="noStrike" cap="none">
                <a:solidFill>
                  <a:srgbClr val="000000"/>
                </a:solidFill>
                <a:latin typeface="Calibri"/>
                <a:ea typeface="Calibri"/>
                <a:cs typeface="Calibri"/>
                <a:sym typeface="Calibri"/>
              </a:endParaRPr>
            </a:p>
          </p:txBody>
        </p:sp>
      </p:grpSp>
      <p:grpSp>
        <p:nvGrpSpPr>
          <p:cNvPr id="185" name="Google Shape;185;p3"/>
          <p:cNvGrpSpPr/>
          <p:nvPr/>
        </p:nvGrpSpPr>
        <p:grpSpPr>
          <a:xfrm>
            <a:off x="7241455" y="1311150"/>
            <a:ext cx="3138487" cy="3595688"/>
            <a:chOff x="7241455" y="1234950"/>
            <a:chExt cx="3138487" cy="3595688"/>
          </a:xfrm>
        </p:grpSpPr>
        <p:grpSp>
          <p:nvGrpSpPr>
            <p:cNvPr id="186" name="Google Shape;186;p3"/>
            <p:cNvGrpSpPr/>
            <p:nvPr/>
          </p:nvGrpSpPr>
          <p:grpSpPr>
            <a:xfrm>
              <a:off x="9233767" y="2182687"/>
              <a:ext cx="1146175" cy="1247776"/>
              <a:chOff x="9233767" y="2182687"/>
              <a:chExt cx="1146175" cy="1247776"/>
            </a:xfrm>
          </p:grpSpPr>
          <p:grpSp>
            <p:nvGrpSpPr>
              <p:cNvPr id="187" name="Google Shape;187;p3"/>
              <p:cNvGrpSpPr/>
              <p:nvPr/>
            </p:nvGrpSpPr>
            <p:grpSpPr>
              <a:xfrm>
                <a:off x="9233767" y="2182687"/>
                <a:ext cx="477838" cy="715963"/>
                <a:chOff x="4140" y="429"/>
                <a:chExt cx="1425" cy="2396"/>
              </a:xfrm>
            </p:grpSpPr>
            <p:sp>
              <p:nvSpPr>
                <p:cNvPr id="188" name="Google Shape;188;p3"/>
                <p:cNvSpPr/>
                <p:nvPr/>
              </p:nvSpPr>
              <p:spPr>
                <a:xfrm>
                  <a:off x="5268" y="433"/>
                  <a:ext cx="283" cy="2286"/>
                </a:xfrm>
                <a:custGeom>
                  <a:avLst/>
                  <a:gdLst/>
                  <a:ahLst/>
                  <a:cxnLst/>
                  <a:rect l="l" t="t" r="r" b="b"/>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189" name="Google Shape;189;p3"/>
                <p:cNvSpPr/>
                <p:nvPr/>
              </p:nvSpPr>
              <p:spPr>
                <a:xfrm>
                  <a:off x="4206" y="429"/>
                  <a:ext cx="1046" cy="2284"/>
                </a:xfrm>
                <a:prstGeom prst="rect">
                  <a:avLst/>
                </a:prstGeom>
                <a:gradFill>
                  <a:gsLst>
                    <a:gs pos="0">
                      <a:srgbClr val="292929"/>
                    </a:gs>
                    <a:gs pos="100000">
                      <a:srgbClr val="808080"/>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190" name="Google Shape;190;p3"/>
                <p:cNvSpPr/>
                <p:nvPr/>
              </p:nvSpPr>
              <p:spPr>
                <a:xfrm>
                  <a:off x="5321" y="570"/>
                  <a:ext cx="169" cy="2115"/>
                </a:xfrm>
                <a:custGeom>
                  <a:avLst/>
                  <a:gdLst/>
                  <a:ahLst/>
                  <a:cxnLst/>
                  <a:rect l="l" t="t" r="r" b="b"/>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191" name="Google Shape;191;p3"/>
                <p:cNvSpPr/>
                <p:nvPr/>
              </p:nvSpPr>
              <p:spPr>
                <a:xfrm>
                  <a:off x="5284" y="1640"/>
                  <a:ext cx="263" cy="189"/>
                </a:xfrm>
                <a:custGeom>
                  <a:avLst/>
                  <a:gdLst/>
                  <a:ahLst/>
                  <a:cxnLst/>
                  <a:rect l="l" t="t" r="r" b="b"/>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192" name="Google Shape;192;p3"/>
                <p:cNvSpPr/>
                <p:nvPr/>
              </p:nvSpPr>
              <p:spPr>
                <a:xfrm>
                  <a:off x="4211" y="695"/>
                  <a:ext cx="597" cy="48"/>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nvGrpSpPr>
                <p:cNvPr id="193" name="Google Shape;193;p3"/>
                <p:cNvGrpSpPr/>
                <p:nvPr/>
              </p:nvGrpSpPr>
              <p:grpSpPr>
                <a:xfrm>
                  <a:off x="4751" y="668"/>
                  <a:ext cx="578" cy="144"/>
                  <a:chOff x="616" y="2568"/>
                  <a:chExt cx="721" cy="138"/>
                </a:xfrm>
              </p:grpSpPr>
              <p:sp>
                <p:nvSpPr>
                  <p:cNvPr id="194" name="Google Shape;194;p3"/>
                  <p:cNvSpPr/>
                  <p:nvPr/>
                </p:nvSpPr>
                <p:spPr>
                  <a:xfrm>
                    <a:off x="616" y="2568"/>
                    <a:ext cx="721" cy="138"/>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195" name="Google Shape;195;p3"/>
                  <p:cNvSpPr/>
                  <p:nvPr/>
                </p:nvSpPr>
                <p:spPr>
                  <a:xfrm>
                    <a:off x="634" y="2583"/>
                    <a:ext cx="685" cy="107"/>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sp>
              <p:nvSpPr>
                <p:cNvPr id="196" name="Google Shape;196;p3"/>
                <p:cNvSpPr/>
                <p:nvPr/>
              </p:nvSpPr>
              <p:spPr>
                <a:xfrm>
                  <a:off x="4225" y="1019"/>
                  <a:ext cx="597" cy="48"/>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nvGrpSpPr>
                <p:cNvPr id="197" name="Google Shape;197;p3"/>
                <p:cNvGrpSpPr/>
                <p:nvPr/>
              </p:nvGrpSpPr>
              <p:grpSpPr>
                <a:xfrm>
                  <a:off x="4746" y="992"/>
                  <a:ext cx="583" cy="138"/>
                  <a:chOff x="613" y="2566"/>
                  <a:chExt cx="727" cy="143"/>
                </a:xfrm>
              </p:grpSpPr>
              <p:sp>
                <p:nvSpPr>
                  <p:cNvPr id="198" name="Google Shape;198;p3"/>
                  <p:cNvSpPr/>
                  <p:nvPr/>
                </p:nvSpPr>
                <p:spPr>
                  <a:xfrm>
                    <a:off x="613" y="2566"/>
                    <a:ext cx="727" cy="143"/>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199" name="Google Shape;199;p3"/>
                  <p:cNvSpPr/>
                  <p:nvPr/>
                </p:nvSpPr>
                <p:spPr>
                  <a:xfrm>
                    <a:off x="630" y="2583"/>
                    <a:ext cx="691" cy="110"/>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sp>
              <p:nvSpPr>
                <p:cNvPr id="200" name="Google Shape;200;p3"/>
                <p:cNvSpPr/>
                <p:nvPr/>
              </p:nvSpPr>
              <p:spPr>
                <a:xfrm>
                  <a:off x="4216" y="1359"/>
                  <a:ext cx="597" cy="48"/>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201" name="Google Shape;201;p3"/>
                <p:cNvSpPr/>
                <p:nvPr/>
              </p:nvSpPr>
              <p:spPr>
                <a:xfrm>
                  <a:off x="4230" y="1656"/>
                  <a:ext cx="592" cy="48"/>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nvGrpSpPr>
                <p:cNvPr id="202" name="Google Shape;202;p3"/>
                <p:cNvGrpSpPr/>
                <p:nvPr/>
              </p:nvGrpSpPr>
              <p:grpSpPr>
                <a:xfrm>
                  <a:off x="4737" y="1629"/>
                  <a:ext cx="582" cy="149"/>
                  <a:chOff x="616" y="2570"/>
                  <a:chExt cx="725" cy="137"/>
                </a:xfrm>
              </p:grpSpPr>
              <p:sp>
                <p:nvSpPr>
                  <p:cNvPr id="203" name="Google Shape;203;p3"/>
                  <p:cNvSpPr/>
                  <p:nvPr/>
                </p:nvSpPr>
                <p:spPr>
                  <a:xfrm>
                    <a:off x="616" y="2570"/>
                    <a:ext cx="725" cy="137"/>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204" name="Google Shape;204;p3"/>
                  <p:cNvSpPr/>
                  <p:nvPr/>
                </p:nvSpPr>
                <p:spPr>
                  <a:xfrm>
                    <a:off x="634" y="2585"/>
                    <a:ext cx="690" cy="108"/>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sp>
              <p:nvSpPr>
                <p:cNvPr id="205" name="Google Shape;205;p3"/>
                <p:cNvSpPr/>
                <p:nvPr/>
              </p:nvSpPr>
              <p:spPr>
                <a:xfrm>
                  <a:off x="5288" y="1354"/>
                  <a:ext cx="263" cy="188"/>
                </a:xfrm>
                <a:custGeom>
                  <a:avLst/>
                  <a:gdLst/>
                  <a:ahLst/>
                  <a:cxnLst/>
                  <a:rect l="l" t="t" r="r" b="b"/>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nvGrpSpPr>
                <p:cNvPr id="206" name="Google Shape;206;p3"/>
                <p:cNvGrpSpPr/>
                <p:nvPr/>
              </p:nvGrpSpPr>
              <p:grpSpPr>
                <a:xfrm>
                  <a:off x="4751" y="1327"/>
                  <a:ext cx="564" cy="138"/>
                  <a:chOff x="629" y="2568"/>
                  <a:chExt cx="702" cy="138"/>
                </a:xfrm>
              </p:grpSpPr>
              <p:sp>
                <p:nvSpPr>
                  <p:cNvPr id="207" name="Google Shape;207;p3"/>
                  <p:cNvSpPr/>
                  <p:nvPr/>
                </p:nvSpPr>
                <p:spPr>
                  <a:xfrm>
                    <a:off x="629" y="2568"/>
                    <a:ext cx="702" cy="138"/>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208" name="Google Shape;208;p3"/>
                  <p:cNvSpPr/>
                  <p:nvPr/>
                </p:nvSpPr>
                <p:spPr>
                  <a:xfrm>
                    <a:off x="634" y="2584"/>
                    <a:ext cx="672" cy="106"/>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sp>
              <p:nvSpPr>
                <p:cNvPr id="209" name="Google Shape;209;p3"/>
                <p:cNvSpPr/>
                <p:nvPr/>
              </p:nvSpPr>
              <p:spPr>
                <a:xfrm>
                  <a:off x="5248" y="429"/>
                  <a:ext cx="71" cy="2290"/>
                </a:xfrm>
                <a:prstGeom prst="rect">
                  <a:avLst/>
                </a:prstGeom>
                <a:gradFill>
                  <a:gsLst>
                    <a:gs pos="0">
                      <a:srgbClr val="333333"/>
                    </a:gs>
                    <a:gs pos="50000">
                      <a:srgbClr val="DDDDDD"/>
                    </a:gs>
                    <a:gs pos="100000">
                      <a:srgbClr val="333333"/>
                    </a:gs>
                  </a:gsLst>
                  <a:lin ang="0" scaled="0"/>
                </a:gra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210" name="Google Shape;210;p3"/>
                <p:cNvSpPr/>
                <p:nvPr/>
              </p:nvSpPr>
              <p:spPr>
                <a:xfrm>
                  <a:off x="5312" y="1007"/>
                  <a:ext cx="237" cy="213"/>
                </a:xfrm>
                <a:custGeom>
                  <a:avLst/>
                  <a:gdLst/>
                  <a:ahLst/>
                  <a:cxnLst/>
                  <a:rect l="l" t="t" r="r" b="b"/>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211" name="Google Shape;211;p3"/>
                <p:cNvSpPr/>
                <p:nvPr/>
              </p:nvSpPr>
              <p:spPr>
                <a:xfrm>
                  <a:off x="5315" y="680"/>
                  <a:ext cx="244" cy="240"/>
                </a:xfrm>
                <a:custGeom>
                  <a:avLst/>
                  <a:gdLst/>
                  <a:ahLst/>
                  <a:cxnLst/>
                  <a:rect l="l" t="t" r="r" b="b"/>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212" name="Google Shape;212;p3"/>
                <p:cNvSpPr/>
                <p:nvPr/>
              </p:nvSpPr>
              <p:spPr>
                <a:xfrm>
                  <a:off x="5518" y="2612"/>
                  <a:ext cx="47" cy="96"/>
                </a:xfrm>
                <a:prstGeom prst="ellipse">
                  <a:avLst/>
                </a:prstGeom>
                <a:solidFill>
                  <a:srgbClr val="3333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213" name="Google Shape;213;p3"/>
                <p:cNvSpPr/>
                <p:nvPr/>
              </p:nvSpPr>
              <p:spPr>
                <a:xfrm>
                  <a:off x="5302" y="2614"/>
                  <a:ext cx="245" cy="200"/>
                </a:xfrm>
                <a:custGeom>
                  <a:avLst/>
                  <a:gdLst/>
                  <a:ahLst/>
                  <a:cxnLst/>
                  <a:rect l="l" t="t" r="r" b="b"/>
                  <a:pathLst>
                    <a:path w="306" h="240" extrusionOk="0">
                      <a:moveTo>
                        <a:pt x="0" y="106"/>
                      </a:moveTo>
                      <a:lnTo>
                        <a:pt x="2" y="240"/>
                      </a:lnTo>
                      <a:lnTo>
                        <a:pt x="306" y="110"/>
                      </a:lnTo>
                      <a:lnTo>
                        <a:pt x="300" y="0"/>
                      </a:lnTo>
                      <a:lnTo>
                        <a:pt x="0" y="106"/>
                      </a:lnTo>
                      <a:close/>
                    </a:path>
                  </a:pathLst>
                </a:custGeom>
                <a:solidFill>
                  <a:srgbClr val="33333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214" name="Google Shape;214;p3"/>
                <p:cNvSpPr/>
                <p:nvPr/>
              </p:nvSpPr>
              <p:spPr>
                <a:xfrm>
                  <a:off x="4140" y="2676"/>
                  <a:ext cx="1198" cy="149"/>
                </a:xfrm>
                <a:prstGeom prst="roundRect">
                  <a:avLst>
                    <a:gd name="adj" fmla="val 50000"/>
                  </a:avLst>
                </a:prstGeom>
                <a:solidFill>
                  <a:srgbClr val="DDDDDD"/>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215" name="Google Shape;215;p3"/>
                <p:cNvSpPr/>
                <p:nvPr/>
              </p:nvSpPr>
              <p:spPr>
                <a:xfrm>
                  <a:off x="4206" y="2713"/>
                  <a:ext cx="1070" cy="80"/>
                </a:xfrm>
                <a:prstGeom prst="roundRect">
                  <a:avLst>
                    <a:gd name="adj" fmla="val 50000"/>
                  </a:avLst>
                </a:prstGeom>
                <a:gradFill>
                  <a:gsLst>
                    <a:gs pos="0">
                      <a:srgbClr val="000000"/>
                    </a:gs>
                    <a:gs pos="100000">
                      <a:srgbClr val="808080"/>
                    </a:gs>
                  </a:gsLst>
                  <a:lin ang="0" scaled="0"/>
                </a:gra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216" name="Google Shape;216;p3"/>
                <p:cNvSpPr/>
                <p:nvPr/>
              </p:nvSpPr>
              <p:spPr>
                <a:xfrm>
                  <a:off x="4306" y="2384"/>
                  <a:ext cx="161" cy="143"/>
                </a:xfrm>
                <a:prstGeom prst="ellipse">
                  <a:avLst/>
                </a:prstGeom>
                <a:solidFill>
                  <a:srgbClr val="33CC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217" name="Google Shape;217;p3"/>
                <p:cNvSpPr/>
                <p:nvPr/>
              </p:nvSpPr>
              <p:spPr>
                <a:xfrm>
                  <a:off x="4486" y="2384"/>
                  <a:ext cx="161" cy="14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000"/>
                    <a:buFont typeface="Arial"/>
                    <a:buNone/>
                  </a:pPr>
                  <a:endParaRPr sz="2000" b="0" i="0" u="none" strike="noStrike" cap="none">
                    <a:solidFill>
                      <a:srgbClr val="FF0000"/>
                    </a:solidFill>
                    <a:latin typeface="Calibri"/>
                    <a:ea typeface="Calibri"/>
                    <a:cs typeface="Calibri"/>
                    <a:sym typeface="Calibri"/>
                  </a:endParaRPr>
                </a:p>
              </p:txBody>
            </p:sp>
            <p:sp>
              <p:nvSpPr>
                <p:cNvPr id="218" name="Google Shape;218;p3"/>
                <p:cNvSpPr/>
                <p:nvPr/>
              </p:nvSpPr>
              <p:spPr>
                <a:xfrm>
                  <a:off x="4661" y="2379"/>
                  <a:ext cx="161" cy="143"/>
                </a:xfrm>
                <a:prstGeom prst="ellipse">
                  <a:avLst/>
                </a:prstGeom>
                <a:solidFill>
                  <a:srgbClr val="33CC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219" name="Google Shape;219;p3"/>
                <p:cNvSpPr/>
                <p:nvPr/>
              </p:nvSpPr>
              <p:spPr>
                <a:xfrm>
                  <a:off x="5063" y="1837"/>
                  <a:ext cx="85" cy="760"/>
                </a:xfrm>
                <a:prstGeom prst="rect">
                  <a:avLst/>
                </a:prstGeom>
                <a:solidFill>
                  <a:srgbClr val="292929"/>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grpSp>
            <p:nvGrpSpPr>
              <p:cNvPr id="220" name="Google Shape;220;p3"/>
              <p:cNvGrpSpPr/>
              <p:nvPr/>
            </p:nvGrpSpPr>
            <p:grpSpPr>
              <a:xfrm>
                <a:off x="9424267" y="2381125"/>
                <a:ext cx="955675" cy="1049338"/>
                <a:chOff x="4296" y="2627"/>
                <a:chExt cx="602" cy="661"/>
              </a:xfrm>
            </p:grpSpPr>
            <p:sp>
              <p:nvSpPr>
                <p:cNvPr id="221" name="Google Shape;221;p3"/>
                <p:cNvSpPr/>
                <p:nvPr/>
              </p:nvSpPr>
              <p:spPr>
                <a:xfrm>
                  <a:off x="4296" y="2652"/>
                  <a:ext cx="510" cy="636"/>
                </a:xfrm>
                <a:prstGeom prst="rect">
                  <a:avLst/>
                </a:prstGeom>
                <a:solidFill>
                  <a:srgbClr val="CCCCFF"/>
                </a:solidFill>
                <a:ln w="190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sp>
              <p:nvSpPr>
                <p:cNvPr id="222" name="Google Shape;222;p3"/>
                <p:cNvSpPr txBox="1"/>
                <p:nvPr/>
              </p:nvSpPr>
              <p:spPr>
                <a:xfrm>
                  <a:off x="4298" y="2627"/>
                  <a:ext cx="6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mail</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server</a:t>
                  </a:r>
                  <a:endParaRPr sz="2800" b="0" i="0" u="none" strike="noStrike" cap="none">
                    <a:solidFill>
                      <a:srgbClr val="000000"/>
                    </a:solidFill>
                    <a:latin typeface="Calibri"/>
                    <a:ea typeface="Calibri"/>
                    <a:cs typeface="Calibri"/>
                    <a:sym typeface="Calibri"/>
                  </a:endParaRPr>
                </a:p>
              </p:txBody>
            </p:sp>
            <p:sp>
              <p:nvSpPr>
                <p:cNvPr id="223" name="Google Shape;223;p3"/>
                <p:cNvSpPr/>
                <p:nvPr/>
              </p:nvSpPr>
              <p:spPr>
                <a:xfrm>
                  <a:off x="4320" y="3006"/>
                  <a:ext cx="450" cy="120"/>
                </a:xfrm>
                <a:prstGeom prst="rect">
                  <a:avLst/>
                </a:prstGeom>
                <a:solidFill>
                  <a:srgbClr val="00FF00"/>
                </a:solidFill>
                <a:ln w="190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cxnSp>
              <p:nvCxnSpPr>
                <p:cNvPr id="224" name="Google Shape;224;p3"/>
                <p:cNvCxnSpPr/>
                <p:nvPr/>
              </p:nvCxnSpPr>
              <p:spPr>
                <a:xfrm>
                  <a:off x="4369" y="3034"/>
                  <a:ext cx="0" cy="72"/>
                </a:xfrm>
                <a:prstGeom prst="straightConnector1">
                  <a:avLst/>
                </a:prstGeom>
                <a:noFill/>
                <a:ln w="19050" cap="flat" cmpd="sng">
                  <a:solidFill>
                    <a:srgbClr val="000000"/>
                  </a:solidFill>
                  <a:prstDash val="solid"/>
                  <a:round/>
                  <a:headEnd type="none" w="sm" len="sm"/>
                  <a:tailEnd type="none" w="sm" len="sm"/>
                </a:ln>
              </p:spPr>
            </p:cxnSp>
            <p:cxnSp>
              <p:nvCxnSpPr>
                <p:cNvPr id="225" name="Google Shape;225;p3"/>
                <p:cNvCxnSpPr/>
                <p:nvPr/>
              </p:nvCxnSpPr>
              <p:spPr>
                <a:xfrm>
                  <a:off x="4478" y="3033"/>
                  <a:ext cx="0" cy="72"/>
                </a:xfrm>
                <a:prstGeom prst="straightConnector1">
                  <a:avLst/>
                </a:prstGeom>
                <a:noFill/>
                <a:ln w="19050" cap="flat" cmpd="sng">
                  <a:solidFill>
                    <a:srgbClr val="000000"/>
                  </a:solidFill>
                  <a:prstDash val="solid"/>
                  <a:round/>
                  <a:headEnd type="none" w="sm" len="sm"/>
                  <a:tailEnd type="none" w="sm" len="sm"/>
                </a:ln>
              </p:spPr>
            </p:cxnSp>
            <p:cxnSp>
              <p:nvCxnSpPr>
                <p:cNvPr id="226" name="Google Shape;226;p3"/>
                <p:cNvCxnSpPr/>
                <p:nvPr/>
              </p:nvCxnSpPr>
              <p:spPr>
                <a:xfrm>
                  <a:off x="4533" y="3035"/>
                  <a:ext cx="0" cy="72"/>
                </a:xfrm>
                <a:prstGeom prst="straightConnector1">
                  <a:avLst/>
                </a:prstGeom>
                <a:noFill/>
                <a:ln w="19050" cap="flat" cmpd="sng">
                  <a:solidFill>
                    <a:srgbClr val="000000"/>
                  </a:solidFill>
                  <a:prstDash val="solid"/>
                  <a:round/>
                  <a:headEnd type="none" w="sm" len="sm"/>
                  <a:tailEnd type="none" w="sm" len="sm"/>
                </a:ln>
              </p:spPr>
            </p:cxnSp>
            <p:cxnSp>
              <p:nvCxnSpPr>
                <p:cNvPr id="227" name="Google Shape;227;p3"/>
                <p:cNvCxnSpPr/>
                <p:nvPr/>
              </p:nvCxnSpPr>
              <p:spPr>
                <a:xfrm>
                  <a:off x="4590" y="3033"/>
                  <a:ext cx="0" cy="72"/>
                </a:xfrm>
                <a:prstGeom prst="straightConnector1">
                  <a:avLst/>
                </a:prstGeom>
                <a:noFill/>
                <a:ln w="19050" cap="flat" cmpd="sng">
                  <a:solidFill>
                    <a:srgbClr val="000000"/>
                  </a:solidFill>
                  <a:prstDash val="solid"/>
                  <a:round/>
                  <a:headEnd type="none" w="sm" len="sm"/>
                  <a:tailEnd type="none" w="sm" len="sm"/>
                </a:ln>
              </p:spPr>
            </p:cxnSp>
            <p:cxnSp>
              <p:nvCxnSpPr>
                <p:cNvPr id="228" name="Google Shape;228;p3"/>
                <p:cNvCxnSpPr/>
                <p:nvPr/>
              </p:nvCxnSpPr>
              <p:spPr>
                <a:xfrm>
                  <a:off x="4651" y="3033"/>
                  <a:ext cx="0" cy="72"/>
                </a:xfrm>
                <a:prstGeom prst="straightConnector1">
                  <a:avLst/>
                </a:prstGeom>
                <a:noFill/>
                <a:ln w="19050" cap="flat" cmpd="sng">
                  <a:solidFill>
                    <a:srgbClr val="000000"/>
                  </a:solidFill>
                  <a:prstDash val="solid"/>
                  <a:round/>
                  <a:headEnd type="none" w="sm" len="sm"/>
                  <a:tailEnd type="none" w="sm" len="sm"/>
                </a:ln>
              </p:spPr>
            </p:cxnSp>
            <p:cxnSp>
              <p:nvCxnSpPr>
                <p:cNvPr id="229" name="Google Shape;229;p3"/>
                <p:cNvCxnSpPr/>
                <p:nvPr/>
              </p:nvCxnSpPr>
              <p:spPr>
                <a:xfrm>
                  <a:off x="4707" y="3033"/>
                  <a:ext cx="0" cy="72"/>
                </a:xfrm>
                <a:prstGeom prst="straightConnector1">
                  <a:avLst/>
                </a:prstGeom>
                <a:noFill/>
                <a:ln w="19050" cap="flat" cmpd="sng">
                  <a:solidFill>
                    <a:srgbClr val="000000"/>
                  </a:solidFill>
                  <a:prstDash val="solid"/>
                  <a:round/>
                  <a:headEnd type="none" w="sm" len="sm"/>
                  <a:tailEnd type="none" w="sm" len="sm"/>
                </a:ln>
              </p:spPr>
            </p:cxnSp>
            <p:cxnSp>
              <p:nvCxnSpPr>
                <p:cNvPr id="230" name="Google Shape;230;p3"/>
                <p:cNvCxnSpPr/>
                <p:nvPr/>
              </p:nvCxnSpPr>
              <p:spPr>
                <a:xfrm>
                  <a:off x="4422" y="3034"/>
                  <a:ext cx="0" cy="72"/>
                </a:xfrm>
                <a:prstGeom prst="straightConnector1">
                  <a:avLst/>
                </a:prstGeom>
                <a:noFill/>
                <a:ln w="19050" cap="flat" cmpd="sng">
                  <a:solidFill>
                    <a:srgbClr val="000000"/>
                  </a:solidFill>
                  <a:prstDash val="solid"/>
                  <a:round/>
                  <a:headEnd type="none" w="sm" len="sm"/>
                  <a:tailEnd type="none" w="sm" len="sm"/>
                </a:ln>
              </p:spPr>
            </p:cxnSp>
            <p:sp>
              <p:nvSpPr>
                <p:cNvPr id="231" name="Google Shape;231;p3"/>
                <p:cNvSpPr/>
                <p:nvPr/>
              </p:nvSpPr>
              <p:spPr>
                <a:xfrm>
                  <a:off x="4328" y="3173"/>
                  <a:ext cx="64" cy="93"/>
                </a:xfrm>
                <a:prstGeom prst="rect">
                  <a:avLst/>
                </a:prstGeom>
                <a:solidFill>
                  <a:srgbClr val="FFFF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sp>
              <p:nvSpPr>
                <p:cNvPr id="232" name="Google Shape;232;p3"/>
                <p:cNvSpPr/>
                <p:nvPr/>
              </p:nvSpPr>
              <p:spPr>
                <a:xfrm>
                  <a:off x="4414" y="3173"/>
                  <a:ext cx="64" cy="93"/>
                </a:xfrm>
                <a:prstGeom prst="rect">
                  <a:avLst/>
                </a:prstGeom>
                <a:solidFill>
                  <a:srgbClr val="FFFF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sp>
              <p:nvSpPr>
                <p:cNvPr id="233" name="Google Shape;233;p3"/>
                <p:cNvSpPr/>
                <p:nvPr/>
              </p:nvSpPr>
              <p:spPr>
                <a:xfrm>
                  <a:off x="4500" y="3172"/>
                  <a:ext cx="64" cy="93"/>
                </a:xfrm>
                <a:prstGeom prst="rect">
                  <a:avLst/>
                </a:prstGeom>
                <a:solidFill>
                  <a:srgbClr val="FFFF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sp>
              <p:nvSpPr>
                <p:cNvPr id="234" name="Google Shape;234;p3"/>
                <p:cNvSpPr/>
                <p:nvPr/>
              </p:nvSpPr>
              <p:spPr>
                <a:xfrm>
                  <a:off x="4597" y="3170"/>
                  <a:ext cx="64" cy="93"/>
                </a:xfrm>
                <a:prstGeom prst="rect">
                  <a:avLst/>
                </a:prstGeom>
                <a:solidFill>
                  <a:srgbClr val="FFFF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sp>
              <p:nvSpPr>
                <p:cNvPr id="235" name="Google Shape;235;p3"/>
                <p:cNvSpPr/>
                <p:nvPr/>
              </p:nvSpPr>
              <p:spPr>
                <a:xfrm>
                  <a:off x="4693" y="3170"/>
                  <a:ext cx="64" cy="93"/>
                </a:xfrm>
                <a:prstGeom prst="rect">
                  <a:avLst/>
                </a:prstGeom>
                <a:solidFill>
                  <a:srgbClr val="FFFF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grpSp>
        </p:grpSp>
        <p:grpSp>
          <p:nvGrpSpPr>
            <p:cNvPr id="236" name="Google Shape;236;p3"/>
            <p:cNvGrpSpPr/>
            <p:nvPr/>
          </p:nvGrpSpPr>
          <p:grpSpPr>
            <a:xfrm>
              <a:off x="7241455" y="3576512"/>
              <a:ext cx="1138237" cy="1254126"/>
              <a:chOff x="7241455" y="3576512"/>
              <a:chExt cx="1138237" cy="1254126"/>
            </a:xfrm>
          </p:grpSpPr>
          <p:grpSp>
            <p:nvGrpSpPr>
              <p:cNvPr id="237" name="Google Shape;237;p3"/>
              <p:cNvGrpSpPr/>
              <p:nvPr/>
            </p:nvGrpSpPr>
            <p:grpSpPr>
              <a:xfrm>
                <a:off x="7241455" y="3576512"/>
                <a:ext cx="477838" cy="715963"/>
                <a:chOff x="4140" y="429"/>
                <a:chExt cx="1425" cy="2396"/>
              </a:xfrm>
            </p:grpSpPr>
            <p:sp>
              <p:nvSpPr>
                <p:cNvPr id="238" name="Google Shape;238;p3"/>
                <p:cNvSpPr/>
                <p:nvPr/>
              </p:nvSpPr>
              <p:spPr>
                <a:xfrm>
                  <a:off x="5268" y="433"/>
                  <a:ext cx="283" cy="2286"/>
                </a:xfrm>
                <a:custGeom>
                  <a:avLst/>
                  <a:gdLst/>
                  <a:ahLst/>
                  <a:cxnLst/>
                  <a:rect l="l" t="t" r="r" b="b"/>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239" name="Google Shape;239;p3"/>
                <p:cNvSpPr/>
                <p:nvPr/>
              </p:nvSpPr>
              <p:spPr>
                <a:xfrm>
                  <a:off x="4206" y="429"/>
                  <a:ext cx="1046" cy="2284"/>
                </a:xfrm>
                <a:prstGeom prst="rect">
                  <a:avLst/>
                </a:prstGeom>
                <a:gradFill>
                  <a:gsLst>
                    <a:gs pos="0">
                      <a:srgbClr val="292929"/>
                    </a:gs>
                    <a:gs pos="100000">
                      <a:srgbClr val="808080"/>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240" name="Google Shape;240;p3"/>
                <p:cNvSpPr/>
                <p:nvPr/>
              </p:nvSpPr>
              <p:spPr>
                <a:xfrm>
                  <a:off x="5321" y="570"/>
                  <a:ext cx="169" cy="2115"/>
                </a:xfrm>
                <a:custGeom>
                  <a:avLst/>
                  <a:gdLst/>
                  <a:ahLst/>
                  <a:cxnLst/>
                  <a:rect l="l" t="t" r="r" b="b"/>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241" name="Google Shape;241;p3"/>
                <p:cNvSpPr/>
                <p:nvPr/>
              </p:nvSpPr>
              <p:spPr>
                <a:xfrm>
                  <a:off x="5284" y="1640"/>
                  <a:ext cx="263" cy="189"/>
                </a:xfrm>
                <a:custGeom>
                  <a:avLst/>
                  <a:gdLst/>
                  <a:ahLst/>
                  <a:cxnLst/>
                  <a:rect l="l" t="t" r="r" b="b"/>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242" name="Google Shape;242;p3"/>
                <p:cNvSpPr/>
                <p:nvPr/>
              </p:nvSpPr>
              <p:spPr>
                <a:xfrm>
                  <a:off x="4211" y="695"/>
                  <a:ext cx="597" cy="48"/>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nvGrpSpPr>
                <p:cNvPr id="243" name="Google Shape;243;p3"/>
                <p:cNvGrpSpPr/>
                <p:nvPr/>
              </p:nvGrpSpPr>
              <p:grpSpPr>
                <a:xfrm>
                  <a:off x="4751" y="668"/>
                  <a:ext cx="578" cy="144"/>
                  <a:chOff x="616" y="2568"/>
                  <a:chExt cx="721" cy="138"/>
                </a:xfrm>
              </p:grpSpPr>
              <p:sp>
                <p:nvSpPr>
                  <p:cNvPr id="244" name="Google Shape;244;p3"/>
                  <p:cNvSpPr/>
                  <p:nvPr/>
                </p:nvSpPr>
                <p:spPr>
                  <a:xfrm>
                    <a:off x="616" y="2568"/>
                    <a:ext cx="721" cy="138"/>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245" name="Google Shape;245;p3"/>
                  <p:cNvSpPr/>
                  <p:nvPr/>
                </p:nvSpPr>
                <p:spPr>
                  <a:xfrm>
                    <a:off x="634" y="2583"/>
                    <a:ext cx="685" cy="107"/>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sp>
              <p:nvSpPr>
                <p:cNvPr id="246" name="Google Shape;246;p3"/>
                <p:cNvSpPr/>
                <p:nvPr/>
              </p:nvSpPr>
              <p:spPr>
                <a:xfrm>
                  <a:off x="4225" y="1019"/>
                  <a:ext cx="597" cy="48"/>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nvGrpSpPr>
                <p:cNvPr id="247" name="Google Shape;247;p3"/>
                <p:cNvGrpSpPr/>
                <p:nvPr/>
              </p:nvGrpSpPr>
              <p:grpSpPr>
                <a:xfrm>
                  <a:off x="4746" y="992"/>
                  <a:ext cx="583" cy="138"/>
                  <a:chOff x="613" y="2566"/>
                  <a:chExt cx="727" cy="143"/>
                </a:xfrm>
              </p:grpSpPr>
              <p:sp>
                <p:nvSpPr>
                  <p:cNvPr id="248" name="Google Shape;248;p3"/>
                  <p:cNvSpPr/>
                  <p:nvPr/>
                </p:nvSpPr>
                <p:spPr>
                  <a:xfrm>
                    <a:off x="613" y="2566"/>
                    <a:ext cx="727" cy="143"/>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249" name="Google Shape;249;p3"/>
                  <p:cNvSpPr/>
                  <p:nvPr/>
                </p:nvSpPr>
                <p:spPr>
                  <a:xfrm>
                    <a:off x="630" y="2583"/>
                    <a:ext cx="691" cy="110"/>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sp>
              <p:nvSpPr>
                <p:cNvPr id="250" name="Google Shape;250;p3"/>
                <p:cNvSpPr/>
                <p:nvPr/>
              </p:nvSpPr>
              <p:spPr>
                <a:xfrm>
                  <a:off x="4216" y="1359"/>
                  <a:ext cx="597" cy="48"/>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251" name="Google Shape;251;p3"/>
                <p:cNvSpPr/>
                <p:nvPr/>
              </p:nvSpPr>
              <p:spPr>
                <a:xfrm>
                  <a:off x="4230" y="1656"/>
                  <a:ext cx="592" cy="48"/>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nvGrpSpPr>
                <p:cNvPr id="252" name="Google Shape;252;p3"/>
                <p:cNvGrpSpPr/>
                <p:nvPr/>
              </p:nvGrpSpPr>
              <p:grpSpPr>
                <a:xfrm>
                  <a:off x="4737" y="1629"/>
                  <a:ext cx="582" cy="149"/>
                  <a:chOff x="616" y="2570"/>
                  <a:chExt cx="725" cy="137"/>
                </a:xfrm>
              </p:grpSpPr>
              <p:sp>
                <p:nvSpPr>
                  <p:cNvPr id="253" name="Google Shape;253;p3"/>
                  <p:cNvSpPr/>
                  <p:nvPr/>
                </p:nvSpPr>
                <p:spPr>
                  <a:xfrm>
                    <a:off x="616" y="2570"/>
                    <a:ext cx="725" cy="137"/>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254" name="Google Shape;254;p3"/>
                  <p:cNvSpPr/>
                  <p:nvPr/>
                </p:nvSpPr>
                <p:spPr>
                  <a:xfrm>
                    <a:off x="634" y="2585"/>
                    <a:ext cx="690" cy="108"/>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sp>
              <p:nvSpPr>
                <p:cNvPr id="255" name="Google Shape;255;p3"/>
                <p:cNvSpPr/>
                <p:nvPr/>
              </p:nvSpPr>
              <p:spPr>
                <a:xfrm>
                  <a:off x="5288" y="1354"/>
                  <a:ext cx="263" cy="188"/>
                </a:xfrm>
                <a:custGeom>
                  <a:avLst/>
                  <a:gdLst/>
                  <a:ahLst/>
                  <a:cxnLst/>
                  <a:rect l="l" t="t" r="r" b="b"/>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nvGrpSpPr>
                <p:cNvPr id="256" name="Google Shape;256;p3"/>
                <p:cNvGrpSpPr/>
                <p:nvPr/>
              </p:nvGrpSpPr>
              <p:grpSpPr>
                <a:xfrm>
                  <a:off x="4751" y="1327"/>
                  <a:ext cx="564" cy="138"/>
                  <a:chOff x="629" y="2568"/>
                  <a:chExt cx="702" cy="138"/>
                </a:xfrm>
              </p:grpSpPr>
              <p:sp>
                <p:nvSpPr>
                  <p:cNvPr id="257" name="Google Shape;257;p3"/>
                  <p:cNvSpPr/>
                  <p:nvPr/>
                </p:nvSpPr>
                <p:spPr>
                  <a:xfrm>
                    <a:off x="629" y="2568"/>
                    <a:ext cx="702" cy="138"/>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258" name="Google Shape;258;p3"/>
                  <p:cNvSpPr/>
                  <p:nvPr/>
                </p:nvSpPr>
                <p:spPr>
                  <a:xfrm>
                    <a:off x="634" y="2584"/>
                    <a:ext cx="672" cy="106"/>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sp>
              <p:nvSpPr>
                <p:cNvPr id="259" name="Google Shape;259;p3"/>
                <p:cNvSpPr/>
                <p:nvPr/>
              </p:nvSpPr>
              <p:spPr>
                <a:xfrm>
                  <a:off x="5248" y="429"/>
                  <a:ext cx="71" cy="2290"/>
                </a:xfrm>
                <a:prstGeom prst="rect">
                  <a:avLst/>
                </a:prstGeom>
                <a:gradFill>
                  <a:gsLst>
                    <a:gs pos="0">
                      <a:srgbClr val="333333"/>
                    </a:gs>
                    <a:gs pos="50000">
                      <a:srgbClr val="DDDDDD"/>
                    </a:gs>
                    <a:gs pos="100000">
                      <a:srgbClr val="333333"/>
                    </a:gs>
                  </a:gsLst>
                  <a:lin ang="0" scaled="0"/>
                </a:gra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260" name="Google Shape;260;p3"/>
                <p:cNvSpPr/>
                <p:nvPr/>
              </p:nvSpPr>
              <p:spPr>
                <a:xfrm>
                  <a:off x="5312" y="1007"/>
                  <a:ext cx="237" cy="213"/>
                </a:xfrm>
                <a:custGeom>
                  <a:avLst/>
                  <a:gdLst/>
                  <a:ahLst/>
                  <a:cxnLst/>
                  <a:rect l="l" t="t" r="r" b="b"/>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261" name="Google Shape;261;p3"/>
                <p:cNvSpPr/>
                <p:nvPr/>
              </p:nvSpPr>
              <p:spPr>
                <a:xfrm>
                  <a:off x="5315" y="680"/>
                  <a:ext cx="244" cy="240"/>
                </a:xfrm>
                <a:custGeom>
                  <a:avLst/>
                  <a:gdLst/>
                  <a:ahLst/>
                  <a:cxnLst/>
                  <a:rect l="l" t="t" r="r" b="b"/>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262" name="Google Shape;262;p3"/>
                <p:cNvSpPr/>
                <p:nvPr/>
              </p:nvSpPr>
              <p:spPr>
                <a:xfrm>
                  <a:off x="5518" y="2612"/>
                  <a:ext cx="47" cy="96"/>
                </a:xfrm>
                <a:prstGeom prst="ellipse">
                  <a:avLst/>
                </a:prstGeom>
                <a:solidFill>
                  <a:srgbClr val="3333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263" name="Google Shape;263;p3"/>
                <p:cNvSpPr/>
                <p:nvPr/>
              </p:nvSpPr>
              <p:spPr>
                <a:xfrm>
                  <a:off x="5302" y="2614"/>
                  <a:ext cx="245" cy="200"/>
                </a:xfrm>
                <a:custGeom>
                  <a:avLst/>
                  <a:gdLst/>
                  <a:ahLst/>
                  <a:cxnLst/>
                  <a:rect l="l" t="t" r="r" b="b"/>
                  <a:pathLst>
                    <a:path w="306" h="240" extrusionOk="0">
                      <a:moveTo>
                        <a:pt x="0" y="106"/>
                      </a:moveTo>
                      <a:lnTo>
                        <a:pt x="2" y="240"/>
                      </a:lnTo>
                      <a:lnTo>
                        <a:pt x="306" y="110"/>
                      </a:lnTo>
                      <a:lnTo>
                        <a:pt x="300" y="0"/>
                      </a:lnTo>
                      <a:lnTo>
                        <a:pt x="0" y="106"/>
                      </a:lnTo>
                      <a:close/>
                    </a:path>
                  </a:pathLst>
                </a:custGeom>
                <a:solidFill>
                  <a:srgbClr val="33333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264" name="Google Shape;264;p3"/>
                <p:cNvSpPr/>
                <p:nvPr/>
              </p:nvSpPr>
              <p:spPr>
                <a:xfrm>
                  <a:off x="4140" y="2676"/>
                  <a:ext cx="1198" cy="149"/>
                </a:xfrm>
                <a:prstGeom prst="roundRect">
                  <a:avLst>
                    <a:gd name="adj" fmla="val 50000"/>
                  </a:avLst>
                </a:prstGeom>
                <a:solidFill>
                  <a:srgbClr val="DDDDDD"/>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265" name="Google Shape;265;p3"/>
                <p:cNvSpPr/>
                <p:nvPr/>
              </p:nvSpPr>
              <p:spPr>
                <a:xfrm>
                  <a:off x="4206" y="2713"/>
                  <a:ext cx="1070" cy="80"/>
                </a:xfrm>
                <a:prstGeom prst="roundRect">
                  <a:avLst>
                    <a:gd name="adj" fmla="val 50000"/>
                  </a:avLst>
                </a:prstGeom>
                <a:gradFill>
                  <a:gsLst>
                    <a:gs pos="0">
                      <a:srgbClr val="000000"/>
                    </a:gs>
                    <a:gs pos="100000">
                      <a:srgbClr val="808080"/>
                    </a:gs>
                  </a:gsLst>
                  <a:lin ang="0" scaled="0"/>
                </a:gra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266" name="Google Shape;266;p3"/>
                <p:cNvSpPr/>
                <p:nvPr/>
              </p:nvSpPr>
              <p:spPr>
                <a:xfrm>
                  <a:off x="4306" y="2384"/>
                  <a:ext cx="161" cy="143"/>
                </a:xfrm>
                <a:prstGeom prst="ellipse">
                  <a:avLst/>
                </a:prstGeom>
                <a:solidFill>
                  <a:srgbClr val="33CC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267" name="Google Shape;267;p3"/>
                <p:cNvSpPr/>
                <p:nvPr/>
              </p:nvSpPr>
              <p:spPr>
                <a:xfrm>
                  <a:off x="4486" y="2384"/>
                  <a:ext cx="161" cy="14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000"/>
                    <a:buFont typeface="Arial"/>
                    <a:buNone/>
                  </a:pPr>
                  <a:endParaRPr sz="2000" b="0" i="0" u="none" strike="noStrike" cap="none">
                    <a:solidFill>
                      <a:srgbClr val="FF0000"/>
                    </a:solidFill>
                    <a:latin typeface="Calibri"/>
                    <a:ea typeface="Calibri"/>
                    <a:cs typeface="Calibri"/>
                    <a:sym typeface="Calibri"/>
                  </a:endParaRPr>
                </a:p>
              </p:txBody>
            </p:sp>
            <p:sp>
              <p:nvSpPr>
                <p:cNvPr id="268" name="Google Shape;268;p3"/>
                <p:cNvSpPr/>
                <p:nvPr/>
              </p:nvSpPr>
              <p:spPr>
                <a:xfrm>
                  <a:off x="4661" y="2379"/>
                  <a:ext cx="161" cy="143"/>
                </a:xfrm>
                <a:prstGeom prst="ellipse">
                  <a:avLst/>
                </a:prstGeom>
                <a:solidFill>
                  <a:srgbClr val="33CC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269" name="Google Shape;269;p3"/>
                <p:cNvSpPr/>
                <p:nvPr/>
              </p:nvSpPr>
              <p:spPr>
                <a:xfrm>
                  <a:off x="5063" y="1837"/>
                  <a:ext cx="85" cy="760"/>
                </a:xfrm>
                <a:prstGeom prst="rect">
                  <a:avLst/>
                </a:prstGeom>
                <a:solidFill>
                  <a:srgbClr val="292929"/>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grpSp>
            <p:nvGrpSpPr>
              <p:cNvPr id="270" name="Google Shape;270;p3"/>
              <p:cNvGrpSpPr/>
              <p:nvPr/>
            </p:nvGrpSpPr>
            <p:grpSpPr>
              <a:xfrm>
                <a:off x="7424017" y="3781300"/>
                <a:ext cx="955675" cy="1049338"/>
                <a:chOff x="4296" y="2627"/>
                <a:chExt cx="602" cy="661"/>
              </a:xfrm>
            </p:grpSpPr>
            <p:sp>
              <p:nvSpPr>
                <p:cNvPr id="271" name="Google Shape;271;p3"/>
                <p:cNvSpPr/>
                <p:nvPr/>
              </p:nvSpPr>
              <p:spPr>
                <a:xfrm>
                  <a:off x="4296" y="2652"/>
                  <a:ext cx="510" cy="636"/>
                </a:xfrm>
                <a:prstGeom prst="rect">
                  <a:avLst/>
                </a:prstGeom>
                <a:solidFill>
                  <a:srgbClr val="CCCCFF"/>
                </a:solidFill>
                <a:ln w="190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sp>
              <p:nvSpPr>
                <p:cNvPr id="272" name="Google Shape;272;p3"/>
                <p:cNvSpPr txBox="1"/>
                <p:nvPr/>
              </p:nvSpPr>
              <p:spPr>
                <a:xfrm>
                  <a:off x="4298" y="2627"/>
                  <a:ext cx="6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mail</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server</a:t>
                  </a:r>
                  <a:endParaRPr sz="2800" b="0" i="0" u="none" strike="noStrike" cap="none">
                    <a:solidFill>
                      <a:srgbClr val="000000"/>
                    </a:solidFill>
                    <a:latin typeface="Calibri"/>
                    <a:ea typeface="Calibri"/>
                    <a:cs typeface="Calibri"/>
                    <a:sym typeface="Calibri"/>
                  </a:endParaRPr>
                </a:p>
              </p:txBody>
            </p:sp>
            <p:sp>
              <p:nvSpPr>
                <p:cNvPr id="273" name="Google Shape;273;p3"/>
                <p:cNvSpPr/>
                <p:nvPr/>
              </p:nvSpPr>
              <p:spPr>
                <a:xfrm>
                  <a:off x="4320" y="3006"/>
                  <a:ext cx="450" cy="120"/>
                </a:xfrm>
                <a:prstGeom prst="rect">
                  <a:avLst/>
                </a:prstGeom>
                <a:solidFill>
                  <a:srgbClr val="00FF00"/>
                </a:solidFill>
                <a:ln w="190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cxnSp>
              <p:nvCxnSpPr>
                <p:cNvPr id="274" name="Google Shape;274;p3"/>
                <p:cNvCxnSpPr/>
                <p:nvPr/>
              </p:nvCxnSpPr>
              <p:spPr>
                <a:xfrm>
                  <a:off x="4369" y="3034"/>
                  <a:ext cx="0" cy="72"/>
                </a:xfrm>
                <a:prstGeom prst="straightConnector1">
                  <a:avLst/>
                </a:prstGeom>
                <a:noFill/>
                <a:ln w="19050" cap="flat" cmpd="sng">
                  <a:solidFill>
                    <a:srgbClr val="000000"/>
                  </a:solidFill>
                  <a:prstDash val="solid"/>
                  <a:round/>
                  <a:headEnd type="none" w="sm" len="sm"/>
                  <a:tailEnd type="none" w="sm" len="sm"/>
                </a:ln>
              </p:spPr>
            </p:cxnSp>
            <p:cxnSp>
              <p:nvCxnSpPr>
                <p:cNvPr id="275" name="Google Shape;275;p3"/>
                <p:cNvCxnSpPr/>
                <p:nvPr/>
              </p:nvCxnSpPr>
              <p:spPr>
                <a:xfrm>
                  <a:off x="4478" y="3033"/>
                  <a:ext cx="0" cy="72"/>
                </a:xfrm>
                <a:prstGeom prst="straightConnector1">
                  <a:avLst/>
                </a:prstGeom>
                <a:noFill/>
                <a:ln w="19050" cap="flat" cmpd="sng">
                  <a:solidFill>
                    <a:srgbClr val="000000"/>
                  </a:solidFill>
                  <a:prstDash val="solid"/>
                  <a:round/>
                  <a:headEnd type="none" w="sm" len="sm"/>
                  <a:tailEnd type="none" w="sm" len="sm"/>
                </a:ln>
              </p:spPr>
            </p:cxnSp>
            <p:cxnSp>
              <p:nvCxnSpPr>
                <p:cNvPr id="276" name="Google Shape;276;p3"/>
                <p:cNvCxnSpPr/>
                <p:nvPr/>
              </p:nvCxnSpPr>
              <p:spPr>
                <a:xfrm>
                  <a:off x="4533" y="3035"/>
                  <a:ext cx="0" cy="72"/>
                </a:xfrm>
                <a:prstGeom prst="straightConnector1">
                  <a:avLst/>
                </a:prstGeom>
                <a:noFill/>
                <a:ln w="19050" cap="flat" cmpd="sng">
                  <a:solidFill>
                    <a:srgbClr val="000000"/>
                  </a:solidFill>
                  <a:prstDash val="solid"/>
                  <a:round/>
                  <a:headEnd type="none" w="sm" len="sm"/>
                  <a:tailEnd type="none" w="sm" len="sm"/>
                </a:ln>
              </p:spPr>
            </p:cxnSp>
            <p:cxnSp>
              <p:nvCxnSpPr>
                <p:cNvPr id="277" name="Google Shape;277;p3"/>
                <p:cNvCxnSpPr/>
                <p:nvPr/>
              </p:nvCxnSpPr>
              <p:spPr>
                <a:xfrm>
                  <a:off x="4590" y="3033"/>
                  <a:ext cx="0" cy="72"/>
                </a:xfrm>
                <a:prstGeom prst="straightConnector1">
                  <a:avLst/>
                </a:prstGeom>
                <a:noFill/>
                <a:ln w="19050" cap="flat" cmpd="sng">
                  <a:solidFill>
                    <a:srgbClr val="000000"/>
                  </a:solidFill>
                  <a:prstDash val="solid"/>
                  <a:round/>
                  <a:headEnd type="none" w="sm" len="sm"/>
                  <a:tailEnd type="none" w="sm" len="sm"/>
                </a:ln>
              </p:spPr>
            </p:cxnSp>
            <p:cxnSp>
              <p:nvCxnSpPr>
                <p:cNvPr id="278" name="Google Shape;278;p3"/>
                <p:cNvCxnSpPr/>
                <p:nvPr/>
              </p:nvCxnSpPr>
              <p:spPr>
                <a:xfrm>
                  <a:off x="4651" y="3033"/>
                  <a:ext cx="0" cy="72"/>
                </a:xfrm>
                <a:prstGeom prst="straightConnector1">
                  <a:avLst/>
                </a:prstGeom>
                <a:noFill/>
                <a:ln w="19050" cap="flat" cmpd="sng">
                  <a:solidFill>
                    <a:srgbClr val="000000"/>
                  </a:solidFill>
                  <a:prstDash val="solid"/>
                  <a:round/>
                  <a:headEnd type="none" w="sm" len="sm"/>
                  <a:tailEnd type="none" w="sm" len="sm"/>
                </a:ln>
              </p:spPr>
            </p:cxnSp>
            <p:cxnSp>
              <p:nvCxnSpPr>
                <p:cNvPr id="279" name="Google Shape;279;p3"/>
                <p:cNvCxnSpPr/>
                <p:nvPr/>
              </p:nvCxnSpPr>
              <p:spPr>
                <a:xfrm>
                  <a:off x="4707" y="3033"/>
                  <a:ext cx="0" cy="72"/>
                </a:xfrm>
                <a:prstGeom prst="straightConnector1">
                  <a:avLst/>
                </a:prstGeom>
                <a:noFill/>
                <a:ln w="19050" cap="flat" cmpd="sng">
                  <a:solidFill>
                    <a:srgbClr val="000000"/>
                  </a:solidFill>
                  <a:prstDash val="solid"/>
                  <a:round/>
                  <a:headEnd type="none" w="sm" len="sm"/>
                  <a:tailEnd type="none" w="sm" len="sm"/>
                </a:ln>
              </p:spPr>
            </p:cxnSp>
            <p:cxnSp>
              <p:nvCxnSpPr>
                <p:cNvPr id="280" name="Google Shape;280;p3"/>
                <p:cNvCxnSpPr/>
                <p:nvPr/>
              </p:nvCxnSpPr>
              <p:spPr>
                <a:xfrm>
                  <a:off x="4422" y="3034"/>
                  <a:ext cx="0" cy="72"/>
                </a:xfrm>
                <a:prstGeom prst="straightConnector1">
                  <a:avLst/>
                </a:prstGeom>
                <a:noFill/>
                <a:ln w="19050" cap="flat" cmpd="sng">
                  <a:solidFill>
                    <a:srgbClr val="000000"/>
                  </a:solidFill>
                  <a:prstDash val="solid"/>
                  <a:round/>
                  <a:headEnd type="none" w="sm" len="sm"/>
                  <a:tailEnd type="none" w="sm" len="sm"/>
                </a:ln>
              </p:spPr>
            </p:cxnSp>
            <p:sp>
              <p:nvSpPr>
                <p:cNvPr id="281" name="Google Shape;281;p3"/>
                <p:cNvSpPr/>
                <p:nvPr/>
              </p:nvSpPr>
              <p:spPr>
                <a:xfrm>
                  <a:off x="4328" y="3173"/>
                  <a:ext cx="64" cy="93"/>
                </a:xfrm>
                <a:prstGeom prst="rect">
                  <a:avLst/>
                </a:prstGeom>
                <a:solidFill>
                  <a:srgbClr val="FFFF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sp>
              <p:nvSpPr>
                <p:cNvPr id="282" name="Google Shape;282;p3"/>
                <p:cNvSpPr/>
                <p:nvPr/>
              </p:nvSpPr>
              <p:spPr>
                <a:xfrm>
                  <a:off x="4414" y="3173"/>
                  <a:ext cx="64" cy="93"/>
                </a:xfrm>
                <a:prstGeom prst="rect">
                  <a:avLst/>
                </a:prstGeom>
                <a:solidFill>
                  <a:srgbClr val="FFFF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sp>
              <p:nvSpPr>
                <p:cNvPr id="283" name="Google Shape;283;p3"/>
                <p:cNvSpPr/>
                <p:nvPr/>
              </p:nvSpPr>
              <p:spPr>
                <a:xfrm>
                  <a:off x="4500" y="3172"/>
                  <a:ext cx="64" cy="93"/>
                </a:xfrm>
                <a:prstGeom prst="rect">
                  <a:avLst/>
                </a:prstGeom>
                <a:solidFill>
                  <a:srgbClr val="FFFF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sp>
              <p:nvSpPr>
                <p:cNvPr id="284" name="Google Shape;284;p3"/>
                <p:cNvSpPr/>
                <p:nvPr/>
              </p:nvSpPr>
              <p:spPr>
                <a:xfrm>
                  <a:off x="4597" y="3170"/>
                  <a:ext cx="64" cy="93"/>
                </a:xfrm>
                <a:prstGeom prst="rect">
                  <a:avLst/>
                </a:prstGeom>
                <a:solidFill>
                  <a:srgbClr val="FFFF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sp>
              <p:nvSpPr>
                <p:cNvPr id="285" name="Google Shape;285;p3"/>
                <p:cNvSpPr/>
                <p:nvPr/>
              </p:nvSpPr>
              <p:spPr>
                <a:xfrm>
                  <a:off x="4693" y="3170"/>
                  <a:ext cx="64" cy="93"/>
                </a:xfrm>
                <a:prstGeom prst="rect">
                  <a:avLst/>
                </a:prstGeom>
                <a:solidFill>
                  <a:srgbClr val="FFFF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grpSp>
        </p:grpSp>
        <p:grpSp>
          <p:nvGrpSpPr>
            <p:cNvPr id="286" name="Google Shape;286;p3"/>
            <p:cNvGrpSpPr/>
            <p:nvPr/>
          </p:nvGrpSpPr>
          <p:grpSpPr>
            <a:xfrm>
              <a:off x="7263680" y="1234950"/>
              <a:ext cx="1116012" cy="1347788"/>
              <a:chOff x="7263680" y="1234950"/>
              <a:chExt cx="1116012" cy="1347788"/>
            </a:xfrm>
          </p:grpSpPr>
          <p:grpSp>
            <p:nvGrpSpPr>
              <p:cNvPr id="287" name="Google Shape;287;p3"/>
              <p:cNvGrpSpPr/>
              <p:nvPr/>
            </p:nvGrpSpPr>
            <p:grpSpPr>
              <a:xfrm>
                <a:off x="7263680" y="1234950"/>
                <a:ext cx="477838" cy="715963"/>
                <a:chOff x="4140" y="429"/>
                <a:chExt cx="1425" cy="2396"/>
              </a:xfrm>
            </p:grpSpPr>
            <p:sp>
              <p:nvSpPr>
                <p:cNvPr id="288" name="Google Shape;288;p3"/>
                <p:cNvSpPr/>
                <p:nvPr/>
              </p:nvSpPr>
              <p:spPr>
                <a:xfrm>
                  <a:off x="5268" y="433"/>
                  <a:ext cx="283" cy="2286"/>
                </a:xfrm>
                <a:custGeom>
                  <a:avLst/>
                  <a:gdLst/>
                  <a:ahLst/>
                  <a:cxnLst/>
                  <a:rect l="l" t="t" r="r" b="b"/>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289" name="Google Shape;289;p3"/>
                <p:cNvSpPr/>
                <p:nvPr/>
              </p:nvSpPr>
              <p:spPr>
                <a:xfrm>
                  <a:off x="4206" y="429"/>
                  <a:ext cx="1046" cy="2284"/>
                </a:xfrm>
                <a:prstGeom prst="rect">
                  <a:avLst/>
                </a:prstGeom>
                <a:gradFill>
                  <a:gsLst>
                    <a:gs pos="0">
                      <a:srgbClr val="292929"/>
                    </a:gs>
                    <a:gs pos="100000">
                      <a:srgbClr val="808080"/>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290" name="Google Shape;290;p3"/>
                <p:cNvSpPr/>
                <p:nvPr/>
              </p:nvSpPr>
              <p:spPr>
                <a:xfrm>
                  <a:off x="5321" y="570"/>
                  <a:ext cx="169" cy="2115"/>
                </a:xfrm>
                <a:custGeom>
                  <a:avLst/>
                  <a:gdLst/>
                  <a:ahLst/>
                  <a:cxnLst/>
                  <a:rect l="l" t="t" r="r" b="b"/>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291" name="Google Shape;291;p3"/>
                <p:cNvSpPr/>
                <p:nvPr/>
              </p:nvSpPr>
              <p:spPr>
                <a:xfrm>
                  <a:off x="5284" y="1640"/>
                  <a:ext cx="263" cy="189"/>
                </a:xfrm>
                <a:custGeom>
                  <a:avLst/>
                  <a:gdLst/>
                  <a:ahLst/>
                  <a:cxnLst/>
                  <a:rect l="l" t="t" r="r" b="b"/>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292" name="Google Shape;292;p3"/>
                <p:cNvSpPr/>
                <p:nvPr/>
              </p:nvSpPr>
              <p:spPr>
                <a:xfrm>
                  <a:off x="4211" y="695"/>
                  <a:ext cx="597" cy="48"/>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nvGrpSpPr>
                <p:cNvPr id="293" name="Google Shape;293;p3"/>
                <p:cNvGrpSpPr/>
                <p:nvPr/>
              </p:nvGrpSpPr>
              <p:grpSpPr>
                <a:xfrm>
                  <a:off x="4751" y="668"/>
                  <a:ext cx="578" cy="144"/>
                  <a:chOff x="616" y="2568"/>
                  <a:chExt cx="721" cy="138"/>
                </a:xfrm>
              </p:grpSpPr>
              <p:sp>
                <p:nvSpPr>
                  <p:cNvPr id="294" name="Google Shape;294;p3"/>
                  <p:cNvSpPr/>
                  <p:nvPr/>
                </p:nvSpPr>
                <p:spPr>
                  <a:xfrm>
                    <a:off x="616" y="2568"/>
                    <a:ext cx="721" cy="138"/>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295" name="Google Shape;295;p3"/>
                  <p:cNvSpPr/>
                  <p:nvPr/>
                </p:nvSpPr>
                <p:spPr>
                  <a:xfrm>
                    <a:off x="634" y="2583"/>
                    <a:ext cx="685" cy="107"/>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sp>
              <p:nvSpPr>
                <p:cNvPr id="296" name="Google Shape;296;p3"/>
                <p:cNvSpPr/>
                <p:nvPr/>
              </p:nvSpPr>
              <p:spPr>
                <a:xfrm>
                  <a:off x="4225" y="1019"/>
                  <a:ext cx="597" cy="48"/>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nvGrpSpPr>
                <p:cNvPr id="297" name="Google Shape;297;p3"/>
                <p:cNvGrpSpPr/>
                <p:nvPr/>
              </p:nvGrpSpPr>
              <p:grpSpPr>
                <a:xfrm>
                  <a:off x="4746" y="992"/>
                  <a:ext cx="583" cy="138"/>
                  <a:chOff x="613" y="2566"/>
                  <a:chExt cx="727" cy="143"/>
                </a:xfrm>
              </p:grpSpPr>
              <p:sp>
                <p:nvSpPr>
                  <p:cNvPr id="298" name="Google Shape;298;p3"/>
                  <p:cNvSpPr/>
                  <p:nvPr/>
                </p:nvSpPr>
                <p:spPr>
                  <a:xfrm>
                    <a:off x="613" y="2566"/>
                    <a:ext cx="727" cy="143"/>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299" name="Google Shape;299;p3"/>
                  <p:cNvSpPr/>
                  <p:nvPr/>
                </p:nvSpPr>
                <p:spPr>
                  <a:xfrm>
                    <a:off x="630" y="2583"/>
                    <a:ext cx="691" cy="110"/>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sp>
              <p:nvSpPr>
                <p:cNvPr id="300" name="Google Shape;300;p3"/>
                <p:cNvSpPr/>
                <p:nvPr/>
              </p:nvSpPr>
              <p:spPr>
                <a:xfrm>
                  <a:off x="4216" y="1359"/>
                  <a:ext cx="597" cy="48"/>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301" name="Google Shape;301;p3"/>
                <p:cNvSpPr/>
                <p:nvPr/>
              </p:nvSpPr>
              <p:spPr>
                <a:xfrm>
                  <a:off x="4230" y="1656"/>
                  <a:ext cx="592" cy="48"/>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nvGrpSpPr>
                <p:cNvPr id="302" name="Google Shape;302;p3"/>
                <p:cNvGrpSpPr/>
                <p:nvPr/>
              </p:nvGrpSpPr>
              <p:grpSpPr>
                <a:xfrm>
                  <a:off x="4737" y="1629"/>
                  <a:ext cx="582" cy="149"/>
                  <a:chOff x="616" y="2570"/>
                  <a:chExt cx="725" cy="137"/>
                </a:xfrm>
              </p:grpSpPr>
              <p:sp>
                <p:nvSpPr>
                  <p:cNvPr id="303" name="Google Shape;303;p3"/>
                  <p:cNvSpPr/>
                  <p:nvPr/>
                </p:nvSpPr>
                <p:spPr>
                  <a:xfrm>
                    <a:off x="616" y="2570"/>
                    <a:ext cx="725" cy="137"/>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304" name="Google Shape;304;p3"/>
                  <p:cNvSpPr/>
                  <p:nvPr/>
                </p:nvSpPr>
                <p:spPr>
                  <a:xfrm>
                    <a:off x="634" y="2585"/>
                    <a:ext cx="690" cy="108"/>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sp>
              <p:nvSpPr>
                <p:cNvPr id="305" name="Google Shape;305;p3"/>
                <p:cNvSpPr/>
                <p:nvPr/>
              </p:nvSpPr>
              <p:spPr>
                <a:xfrm>
                  <a:off x="5288" y="1354"/>
                  <a:ext cx="263" cy="188"/>
                </a:xfrm>
                <a:custGeom>
                  <a:avLst/>
                  <a:gdLst/>
                  <a:ahLst/>
                  <a:cxnLst/>
                  <a:rect l="l" t="t" r="r" b="b"/>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nvGrpSpPr>
                <p:cNvPr id="306" name="Google Shape;306;p3"/>
                <p:cNvGrpSpPr/>
                <p:nvPr/>
              </p:nvGrpSpPr>
              <p:grpSpPr>
                <a:xfrm>
                  <a:off x="4751" y="1327"/>
                  <a:ext cx="564" cy="138"/>
                  <a:chOff x="629" y="2568"/>
                  <a:chExt cx="702" cy="138"/>
                </a:xfrm>
              </p:grpSpPr>
              <p:sp>
                <p:nvSpPr>
                  <p:cNvPr id="307" name="Google Shape;307;p3"/>
                  <p:cNvSpPr/>
                  <p:nvPr/>
                </p:nvSpPr>
                <p:spPr>
                  <a:xfrm>
                    <a:off x="629" y="2568"/>
                    <a:ext cx="702" cy="138"/>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308" name="Google Shape;308;p3"/>
                  <p:cNvSpPr/>
                  <p:nvPr/>
                </p:nvSpPr>
                <p:spPr>
                  <a:xfrm>
                    <a:off x="634" y="2584"/>
                    <a:ext cx="672" cy="106"/>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sp>
              <p:nvSpPr>
                <p:cNvPr id="309" name="Google Shape;309;p3"/>
                <p:cNvSpPr/>
                <p:nvPr/>
              </p:nvSpPr>
              <p:spPr>
                <a:xfrm>
                  <a:off x="5248" y="429"/>
                  <a:ext cx="71" cy="2290"/>
                </a:xfrm>
                <a:prstGeom prst="rect">
                  <a:avLst/>
                </a:prstGeom>
                <a:gradFill>
                  <a:gsLst>
                    <a:gs pos="0">
                      <a:srgbClr val="333333"/>
                    </a:gs>
                    <a:gs pos="50000">
                      <a:srgbClr val="DDDDDD"/>
                    </a:gs>
                    <a:gs pos="100000">
                      <a:srgbClr val="333333"/>
                    </a:gs>
                  </a:gsLst>
                  <a:lin ang="0" scaled="0"/>
                </a:gra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310" name="Google Shape;310;p3"/>
                <p:cNvSpPr/>
                <p:nvPr/>
              </p:nvSpPr>
              <p:spPr>
                <a:xfrm>
                  <a:off x="5312" y="1007"/>
                  <a:ext cx="237" cy="213"/>
                </a:xfrm>
                <a:custGeom>
                  <a:avLst/>
                  <a:gdLst/>
                  <a:ahLst/>
                  <a:cxnLst/>
                  <a:rect l="l" t="t" r="r" b="b"/>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311" name="Google Shape;311;p3"/>
                <p:cNvSpPr/>
                <p:nvPr/>
              </p:nvSpPr>
              <p:spPr>
                <a:xfrm>
                  <a:off x="5315" y="680"/>
                  <a:ext cx="244" cy="240"/>
                </a:xfrm>
                <a:custGeom>
                  <a:avLst/>
                  <a:gdLst/>
                  <a:ahLst/>
                  <a:cxnLst/>
                  <a:rect l="l" t="t" r="r" b="b"/>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312" name="Google Shape;312;p3"/>
                <p:cNvSpPr/>
                <p:nvPr/>
              </p:nvSpPr>
              <p:spPr>
                <a:xfrm>
                  <a:off x="5518" y="2612"/>
                  <a:ext cx="47" cy="96"/>
                </a:xfrm>
                <a:prstGeom prst="ellipse">
                  <a:avLst/>
                </a:prstGeom>
                <a:solidFill>
                  <a:srgbClr val="3333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313" name="Google Shape;313;p3"/>
                <p:cNvSpPr/>
                <p:nvPr/>
              </p:nvSpPr>
              <p:spPr>
                <a:xfrm>
                  <a:off x="5302" y="2614"/>
                  <a:ext cx="245" cy="200"/>
                </a:xfrm>
                <a:custGeom>
                  <a:avLst/>
                  <a:gdLst/>
                  <a:ahLst/>
                  <a:cxnLst/>
                  <a:rect l="l" t="t" r="r" b="b"/>
                  <a:pathLst>
                    <a:path w="306" h="240" extrusionOk="0">
                      <a:moveTo>
                        <a:pt x="0" y="106"/>
                      </a:moveTo>
                      <a:lnTo>
                        <a:pt x="2" y="240"/>
                      </a:lnTo>
                      <a:lnTo>
                        <a:pt x="306" y="110"/>
                      </a:lnTo>
                      <a:lnTo>
                        <a:pt x="300" y="0"/>
                      </a:lnTo>
                      <a:lnTo>
                        <a:pt x="0" y="106"/>
                      </a:lnTo>
                      <a:close/>
                    </a:path>
                  </a:pathLst>
                </a:custGeom>
                <a:solidFill>
                  <a:srgbClr val="33333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314" name="Google Shape;314;p3"/>
                <p:cNvSpPr/>
                <p:nvPr/>
              </p:nvSpPr>
              <p:spPr>
                <a:xfrm>
                  <a:off x="4140" y="2676"/>
                  <a:ext cx="1198" cy="149"/>
                </a:xfrm>
                <a:prstGeom prst="roundRect">
                  <a:avLst>
                    <a:gd name="adj" fmla="val 50000"/>
                  </a:avLst>
                </a:prstGeom>
                <a:solidFill>
                  <a:srgbClr val="DDDDDD"/>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315" name="Google Shape;315;p3"/>
                <p:cNvSpPr/>
                <p:nvPr/>
              </p:nvSpPr>
              <p:spPr>
                <a:xfrm>
                  <a:off x="4206" y="2713"/>
                  <a:ext cx="1070" cy="80"/>
                </a:xfrm>
                <a:prstGeom prst="roundRect">
                  <a:avLst>
                    <a:gd name="adj" fmla="val 50000"/>
                  </a:avLst>
                </a:prstGeom>
                <a:gradFill>
                  <a:gsLst>
                    <a:gs pos="0">
                      <a:srgbClr val="000000"/>
                    </a:gs>
                    <a:gs pos="100000">
                      <a:srgbClr val="808080"/>
                    </a:gs>
                  </a:gsLst>
                  <a:lin ang="0" scaled="0"/>
                </a:gra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316" name="Google Shape;316;p3"/>
                <p:cNvSpPr/>
                <p:nvPr/>
              </p:nvSpPr>
              <p:spPr>
                <a:xfrm>
                  <a:off x="4306" y="2384"/>
                  <a:ext cx="161" cy="143"/>
                </a:xfrm>
                <a:prstGeom prst="ellipse">
                  <a:avLst/>
                </a:prstGeom>
                <a:solidFill>
                  <a:srgbClr val="33CC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317" name="Google Shape;317;p3"/>
                <p:cNvSpPr/>
                <p:nvPr/>
              </p:nvSpPr>
              <p:spPr>
                <a:xfrm>
                  <a:off x="4486" y="2384"/>
                  <a:ext cx="161" cy="14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000"/>
                    <a:buFont typeface="Arial"/>
                    <a:buNone/>
                  </a:pPr>
                  <a:endParaRPr sz="2000" b="0" i="0" u="none" strike="noStrike" cap="none">
                    <a:solidFill>
                      <a:srgbClr val="FF0000"/>
                    </a:solidFill>
                    <a:latin typeface="Calibri"/>
                    <a:ea typeface="Calibri"/>
                    <a:cs typeface="Calibri"/>
                    <a:sym typeface="Calibri"/>
                  </a:endParaRPr>
                </a:p>
              </p:txBody>
            </p:sp>
            <p:sp>
              <p:nvSpPr>
                <p:cNvPr id="318" name="Google Shape;318;p3"/>
                <p:cNvSpPr/>
                <p:nvPr/>
              </p:nvSpPr>
              <p:spPr>
                <a:xfrm>
                  <a:off x="4661" y="2379"/>
                  <a:ext cx="161" cy="143"/>
                </a:xfrm>
                <a:prstGeom prst="ellipse">
                  <a:avLst/>
                </a:prstGeom>
                <a:solidFill>
                  <a:srgbClr val="33CC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319" name="Google Shape;319;p3"/>
                <p:cNvSpPr/>
                <p:nvPr/>
              </p:nvSpPr>
              <p:spPr>
                <a:xfrm>
                  <a:off x="5063" y="1837"/>
                  <a:ext cx="85" cy="760"/>
                </a:xfrm>
                <a:prstGeom prst="rect">
                  <a:avLst/>
                </a:prstGeom>
                <a:solidFill>
                  <a:srgbClr val="292929"/>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grpSp>
            <p:nvGrpSpPr>
              <p:cNvPr id="320" name="Google Shape;320;p3"/>
              <p:cNvGrpSpPr/>
              <p:nvPr/>
            </p:nvGrpSpPr>
            <p:grpSpPr>
              <a:xfrm>
                <a:off x="7424017" y="1533400"/>
                <a:ext cx="955675" cy="1049338"/>
                <a:chOff x="4296" y="2627"/>
                <a:chExt cx="602" cy="661"/>
              </a:xfrm>
            </p:grpSpPr>
            <p:sp>
              <p:nvSpPr>
                <p:cNvPr id="321" name="Google Shape;321;p3"/>
                <p:cNvSpPr/>
                <p:nvPr/>
              </p:nvSpPr>
              <p:spPr>
                <a:xfrm>
                  <a:off x="4296" y="2652"/>
                  <a:ext cx="510" cy="636"/>
                </a:xfrm>
                <a:prstGeom prst="rect">
                  <a:avLst/>
                </a:prstGeom>
                <a:solidFill>
                  <a:srgbClr val="CCCCFF"/>
                </a:solidFill>
                <a:ln w="190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sp>
              <p:nvSpPr>
                <p:cNvPr id="322" name="Google Shape;322;p3"/>
                <p:cNvSpPr txBox="1"/>
                <p:nvPr/>
              </p:nvSpPr>
              <p:spPr>
                <a:xfrm>
                  <a:off x="4298" y="2627"/>
                  <a:ext cx="6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mail</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server</a:t>
                  </a:r>
                  <a:endParaRPr sz="2800" b="0" i="0" u="none" strike="noStrike" cap="none">
                    <a:solidFill>
                      <a:srgbClr val="000000"/>
                    </a:solidFill>
                    <a:latin typeface="Calibri"/>
                    <a:ea typeface="Calibri"/>
                    <a:cs typeface="Calibri"/>
                    <a:sym typeface="Calibri"/>
                  </a:endParaRPr>
                </a:p>
              </p:txBody>
            </p:sp>
            <p:sp>
              <p:nvSpPr>
                <p:cNvPr id="323" name="Google Shape;323;p3"/>
                <p:cNvSpPr/>
                <p:nvPr/>
              </p:nvSpPr>
              <p:spPr>
                <a:xfrm>
                  <a:off x="4320" y="3006"/>
                  <a:ext cx="450" cy="120"/>
                </a:xfrm>
                <a:prstGeom prst="rect">
                  <a:avLst/>
                </a:prstGeom>
                <a:solidFill>
                  <a:srgbClr val="00FF00"/>
                </a:solidFill>
                <a:ln w="190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cxnSp>
              <p:nvCxnSpPr>
                <p:cNvPr id="324" name="Google Shape;324;p3"/>
                <p:cNvCxnSpPr/>
                <p:nvPr/>
              </p:nvCxnSpPr>
              <p:spPr>
                <a:xfrm>
                  <a:off x="4369" y="3034"/>
                  <a:ext cx="0" cy="72"/>
                </a:xfrm>
                <a:prstGeom prst="straightConnector1">
                  <a:avLst/>
                </a:prstGeom>
                <a:noFill/>
                <a:ln w="19050" cap="flat" cmpd="sng">
                  <a:solidFill>
                    <a:srgbClr val="000000"/>
                  </a:solidFill>
                  <a:prstDash val="solid"/>
                  <a:round/>
                  <a:headEnd type="none" w="sm" len="sm"/>
                  <a:tailEnd type="none" w="sm" len="sm"/>
                </a:ln>
              </p:spPr>
            </p:cxnSp>
            <p:cxnSp>
              <p:nvCxnSpPr>
                <p:cNvPr id="325" name="Google Shape;325;p3"/>
                <p:cNvCxnSpPr/>
                <p:nvPr/>
              </p:nvCxnSpPr>
              <p:spPr>
                <a:xfrm>
                  <a:off x="4478" y="3033"/>
                  <a:ext cx="0" cy="72"/>
                </a:xfrm>
                <a:prstGeom prst="straightConnector1">
                  <a:avLst/>
                </a:prstGeom>
                <a:noFill/>
                <a:ln w="19050" cap="flat" cmpd="sng">
                  <a:solidFill>
                    <a:srgbClr val="000000"/>
                  </a:solidFill>
                  <a:prstDash val="solid"/>
                  <a:round/>
                  <a:headEnd type="none" w="sm" len="sm"/>
                  <a:tailEnd type="none" w="sm" len="sm"/>
                </a:ln>
              </p:spPr>
            </p:cxnSp>
            <p:cxnSp>
              <p:nvCxnSpPr>
                <p:cNvPr id="326" name="Google Shape;326;p3"/>
                <p:cNvCxnSpPr/>
                <p:nvPr/>
              </p:nvCxnSpPr>
              <p:spPr>
                <a:xfrm>
                  <a:off x="4533" y="3035"/>
                  <a:ext cx="0" cy="72"/>
                </a:xfrm>
                <a:prstGeom prst="straightConnector1">
                  <a:avLst/>
                </a:prstGeom>
                <a:noFill/>
                <a:ln w="19050" cap="flat" cmpd="sng">
                  <a:solidFill>
                    <a:srgbClr val="000000"/>
                  </a:solidFill>
                  <a:prstDash val="solid"/>
                  <a:round/>
                  <a:headEnd type="none" w="sm" len="sm"/>
                  <a:tailEnd type="none" w="sm" len="sm"/>
                </a:ln>
              </p:spPr>
            </p:cxnSp>
            <p:cxnSp>
              <p:nvCxnSpPr>
                <p:cNvPr id="327" name="Google Shape;327;p3"/>
                <p:cNvCxnSpPr/>
                <p:nvPr/>
              </p:nvCxnSpPr>
              <p:spPr>
                <a:xfrm>
                  <a:off x="4590" y="3033"/>
                  <a:ext cx="0" cy="72"/>
                </a:xfrm>
                <a:prstGeom prst="straightConnector1">
                  <a:avLst/>
                </a:prstGeom>
                <a:noFill/>
                <a:ln w="19050" cap="flat" cmpd="sng">
                  <a:solidFill>
                    <a:srgbClr val="000000"/>
                  </a:solidFill>
                  <a:prstDash val="solid"/>
                  <a:round/>
                  <a:headEnd type="none" w="sm" len="sm"/>
                  <a:tailEnd type="none" w="sm" len="sm"/>
                </a:ln>
              </p:spPr>
            </p:cxnSp>
            <p:cxnSp>
              <p:nvCxnSpPr>
                <p:cNvPr id="328" name="Google Shape;328;p3"/>
                <p:cNvCxnSpPr/>
                <p:nvPr/>
              </p:nvCxnSpPr>
              <p:spPr>
                <a:xfrm>
                  <a:off x="4651" y="3033"/>
                  <a:ext cx="0" cy="72"/>
                </a:xfrm>
                <a:prstGeom prst="straightConnector1">
                  <a:avLst/>
                </a:prstGeom>
                <a:noFill/>
                <a:ln w="19050" cap="flat" cmpd="sng">
                  <a:solidFill>
                    <a:srgbClr val="000000"/>
                  </a:solidFill>
                  <a:prstDash val="solid"/>
                  <a:round/>
                  <a:headEnd type="none" w="sm" len="sm"/>
                  <a:tailEnd type="none" w="sm" len="sm"/>
                </a:ln>
              </p:spPr>
            </p:cxnSp>
            <p:cxnSp>
              <p:nvCxnSpPr>
                <p:cNvPr id="329" name="Google Shape;329;p3"/>
                <p:cNvCxnSpPr/>
                <p:nvPr/>
              </p:nvCxnSpPr>
              <p:spPr>
                <a:xfrm>
                  <a:off x="4707" y="3033"/>
                  <a:ext cx="0" cy="72"/>
                </a:xfrm>
                <a:prstGeom prst="straightConnector1">
                  <a:avLst/>
                </a:prstGeom>
                <a:noFill/>
                <a:ln w="19050" cap="flat" cmpd="sng">
                  <a:solidFill>
                    <a:srgbClr val="000000"/>
                  </a:solidFill>
                  <a:prstDash val="solid"/>
                  <a:round/>
                  <a:headEnd type="none" w="sm" len="sm"/>
                  <a:tailEnd type="none" w="sm" len="sm"/>
                </a:ln>
              </p:spPr>
            </p:cxnSp>
            <p:cxnSp>
              <p:nvCxnSpPr>
                <p:cNvPr id="330" name="Google Shape;330;p3"/>
                <p:cNvCxnSpPr/>
                <p:nvPr/>
              </p:nvCxnSpPr>
              <p:spPr>
                <a:xfrm>
                  <a:off x="4422" y="3034"/>
                  <a:ext cx="0" cy="72"/>
                </a:xfrm>
                <a:prstGeom prst="straightConnector1">
                  <a:avLst/>
                </a:prstGeom>
                <a:noFill/>
                <a:ln w="19050" cap="flat" cmpd="sng">
                  <a:solidFill>
                    <a:srgbClr val="000000"/>
                  </a:solidFill>
                  <a:prstDash val="solid"/>
                  <a:round/>
                  <a:headEnd type="none" w="sm" len="sm"/>
                  <a:tailEnd type="none" w="sm" len="sm"/>
                </a:ln>
              </p:spPr>
            </p:cxnSp>
            <p:sp>
              <p:nvSpPr>
                <p:cNvPr id="331" name="Google Shape;331;p3"/>
                <p:cNvSpPr/>
                <p:nvPr/>
              </p:nvSpPr>
              <p:spPr>
                <a:xfrm>
                  <a:off x="4328" y="3173"/>
                  <a:ext cx="64" cy="93"/>
                </a:xfrm>
                <a:prstGeom prst="rect">
                  <a:avLst/>
                </a:prstGeom>
                <a:solidFill>
                  <a:srgbClr val="FFFF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sp>
              <p:nvSpPr>
                <p:cNvPr id="332" name="Google Shape;332;p3"/>
                <p:cNvSpPr/>
                <p:nvPr/>
              </p:nvSpPr>
              <p:spPr>
                <a:xfrm>
                  <a:off x="4414" y="3173"/>
                  <a:ext cx="64" cy="93"/>
                </a:xfrm>
                <a:prstGeom prst="rect">
                  <a:avLst/>
                </a:prstGeom>
                <a:solidFill>
                  <a:srgbClr val="FFFF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sp>
              <p:nvSpPr>
                <p:cNvPr id="333" name="Google Shape;333;p3"/>
                <p:cNvSpPr/>
                <p:nvPr/>
              </p:nvSpPr>
              <p:spPr>
                <a:xfrm>
                  <a:off x="4500" y="3172"/>
                  <a:ext cx="64" cy="93"/>
                </a:xfrm>
                <a:prstGeom prst="rect">
                  <a:avLst/>
                </a:prstGeom>
                <a:solidFill>
                  <a:srgbClr val="FFFF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sp>
              <p:nvSpPr>
                <p:cNvPr id="334" name="Google Shape;334;p3"/>
                <p:cNvSpPr/>
                <p:nvPr/>
              </p:nvSpPr>
              <p:spPr>
                <a:xfrm>
                  <a:off x="4597" y="3170"/>
                  <a:ext cx="64" cy="93"/>
                </a:xfrm>
                <a:prstGeom prst="rect">
                  <a:avLst/>
                </a:prstGeom>
                <a:solidFill>
                  <a:srgbClr val="FFFF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sp>
              <p:nvSpPr>
                <p:cNvPr id="335" name="Google Shape;335;p3"/>
                <p:cNvSpPr/>
                <p:nvPr/>
              </p:nvSpPr>
              <p:spPr>
                <a:xfrm>
                  <a:off x="4693" y="3170"/>
                  <a:ext cx="64" cy="93"/>
                </a:xfrm>
                <a:prstGeom prst="rect">
                  <a:avLst/>
                </a:prstGeom>
                <a:solidFill>
                  <a:srgbClr val="FFFF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grpSp>
        </p:grpSp>
      </p:grpSp>
      <p:grpSp>
        <p:nvGrpSpPr>
          <p:cNvPr id="336" name="Google Shape;336;p3"/>
          <p:cNvGrpSpPr/>
          <p:nvPr/>
        </p:nvGrpSpPr>
        <p:grpSpPr>
          <a:xfrm>
            <a:off x="7036667" y="2001712"/>
            <a:ext cx="2349500" cy="2209800"/>
            <a:chOff x="7036667" y="2001712"/>
            <a:chExt cx="2349500" cy="2209800"/>
          </a:xfrm>
        </p:grpSpPr>
        <p:grpSp>
          <p:nvGrpSpPr>
            <p:cNvPr id="337" name="Google Shape;337;p3"/>
            <p:cNvGrpSpPr/>
            <p:nvPr/>
          </p:nvGrpSpPr>
          <p:grpSpPr>
            <a:xfrm>
              <a:off x="8262217" y="3125662"/>
              <a:ext cx="1123950" cy="1085850"/>
              <a:chOff x="8262217" y="3125662"/>
              <a:chExt cx="1123950" cy="1085850"/>
            </a:xfrm>
          </p:grpSpPr>
          <p:cxnSp>
            <p:nvCxnSpPr>
              <p:cNvPr id="338" name="Google Shape;338;p3"/>
              <p:cNvCxnSpPr/>
              <p:nvPr/>
            </p:nvCxnSpPr>
            <p:spPr>
              <a:xfrm rot="10800000" flipH="1">
                <a:off x="8262217" y="3125662"/>
                <a:ext cx="1123950" cy="1085850"/>
              </a:xfrm>
              <a:prstGeom prst="straightConnector1">
                <a:avLst/>
              </a:prstGeom>
              <a:noFill/>
              <a:ln w="28575" cap="flat" cmpd="sng">
                <a:solidFill>
                  <a:srgbClr val="CC0000"/>
                </a:solidFill>
                <a:prstDash val="solid"/>
                <a:round/>
                <a:headEnd type="triangle" w="med" len="med"/>
                <a:tailEnd type="triangle" w="med" len="med"/>
              </a:ln>
            </p:spPr>
          </p:cxnSp>
          <p:grpSp>
            <p:nvGrpSpPr>
              <p:cNvPr id="339" name="Google Shape;339;p3"/>
              <p:cNvGrpSpPr/>
              <p:nvPr/>
            </p:nvGrpSpPr>
            <p:grpSpPr>
              <a:xfrm>
                <a:off x="8365405" y="3419350"/>
                <a:ext cx="1017588" cy="523875"/>
                <a:chOff x="3749" y="2537"/>
                <a:chExt cx="641" cy="330"/>
              </a:xfrm>
            </p:grpSpPr>
            <p:sp>
              <p:nvSpPr>
                <p:cNvPr id="340" name="Google Shape;340;p3"/>
                <p:cNvSpPr/>
                <p:nvPr/>
              </p:nvSpPr>
              <p:spPr>
                <a:xfrm>
                  <a:off x="3798" y="2580"/>
                  <a:ext cx="540" cy="192"/>
                </a:xfrm>
                <a:prstGeom prst="rect">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sp>
              <p:nvSpPr>
                <p:cNvPr id="341" name="Google Shape;341;p3"/>
                <p:cNvSpPr txBox="1"/>
                <p:nvPr/>
              </p:nvSpPr>
              <p:spPr>
                <a:xfrm>
                  <a:off x="3749" y="2537"/>
                  <a:ext cx="641" cy="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CC0000"/>
                    </a:buClr>
                    <a:buSzPts val="2800"/>
                    <a:buFont typeface="Calibri"/>
                    <a:buNone/>
                  </a:pPr>
                  <a:r>
                    <a:rPr lang="en-US" sz="2800" b="0" i="0" u="none" strike="noStrike" cap="none">
                      <a:solidFill>
                        <a:srgbClr val="CC0000"/>
                      </a:solidFill>
                      <a:latin typeface="Calibri"/>
                      <a:ea typeface="Calibri"/>
                      <a:cs typeface="Calibri"/>
                      <a:sym typeface="Calibri"/>
                    </a:rPr>
                    <a:t>SMTP</a:t>
                  </a:r>
                  <a:endParaRPr sz="1400" b="0" i="0" u="none" strike="noStrike" cap="none">
                    <a:solidFill>
                      <a:srgbClr val="000000"/>
                    </a:solidFill>
                    <a:latin typeface="Arial"/>
                    <a:ea typeface="Arial"/>
                    <a:cs typeface="Arial"/>
                    <a:sym typeface="Arial"/>
                  </a:endParaRPr>
                </a:p>
              </p:txBody>
            </p:sp>
          </p:grpSp>
        </p:grpSp>
        <p:grpSp>
          <p:nvGrpSpPr>
            <p:cNvPr id="342" name="Google Shape;342;p3"/>
            <p:cNvGrpSpPr/>
            <p:nvPr/>
          </p:nvGrpSpPr>
          <p:grpSpPr>
            <a:xfrm>
              <a:off x="8262217" y="2001712"/>
              <a:ext cx="1123950" cy="790575"/>
              <a:chOff x="8262217" y="2001712"/>
              <a:chExt cx="1123950" cy="790575"/>
            </a:xfrm>
          </p:grpSpPr>
          <p:cxnSp>
            <p:nvCxnSpPr>
              <p:cNvPr id="343" name="Google Shape;343;p3"/>
              <p:cNvCxnSpPr/>
              <p:nvPr/>
            </p:nvCxnSpPr>
            <p:spPr>
              <a:xfrm>
                <a:off x="8262217" y="2001712"/>
                <a:ext cx="1123950" cy="790575"/>
              </a:xfrm>
              <a:prstGeom prst="straightConnector1">
                <a:avLst/>
              </a:prstGeom>
              <a:noFill/>
              <a:ln w="28575" cap="flat" cmpd="sng">
                <a:solidFill>
                  <a:srgbClr val="CC0000"/>
                </a:solidFill>
                <a:prstDash val="solid"/>
                <a:round/>
                <a:headEnd type="triangle" w="med" len="med"/>
                <a:tailEnd type="triangle" w="med" len="med"/>
              </a:ln>
            </p:spPr>
          </p:cxnSp>
          <p:grpSp>
            <p:nvGrpSpPr>
              <p:cNvPr id="344" name="Google Shape;344;p3"/>
              <p:cNvGrpSpPr/>
              <p:nvPr/>
            </p:nvGrpSpPr>
            <p:grpSpPr>
              <a:xfrm>
                <a:off x="8327305" y="2162050"/>
                <a:ext cx="1017588" cy="523875"/>
                <a:chOff x="3749" y="2537"/>
                <a:chExt cx="641" cy="330"/>
              </a:xfrm>
            </p:grpSpPr>
            <p:sp>
              <p:nvSpPr>
                <p:cNvPr id="345" name="Google Shape;345;p3"/>
                <p:cNvSpPr/>
                <p:nvPr/>
              </p:nvSpPr>
              <p:spPr>
                <a:xfrm>
                  <a:off x="3798" y="2580"/>
                  <a:ext cx="540" cy="192"/>
                </a:xfrm>
                <a:prstGeom prst="rect">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sp>
              <p:nvSpPr>
                <p:cNvPr id="346" name="Google Shape;346;p3"/>
                <p:cNvSpPr txBox="1"/>
                <p:nvPr/>
              </p:nvSpPr>
              <p:spPr>
                <a:xfrm>
                  <a:off x="3749" y="2537"/>
                  <a:ext cx="641" cy="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CC0000"/>
                    </a:buClr>
                    <a:buSzPts val="2800"/>
                    <a:buFont typeface="Calibri"/>
                    <a:buNone/>
                  </a:pPr>
                  <a:r>
                    <a:rPr lang="en-US" sz="2800" b="0" i="0" u="none" strike="noStrike" cap="none">
                      <a:solidFill>
                        <a:srgbClr val="CC0000"/>
                      </a:solidFill>
                      <a:latin typeface="Calibri"/>
                      <a:ea typeface="Calibri"/>
                      <a:cs typeface="Calibri"/>
                      <a:sym typeface="Calibri"/>
                    </a:rPr>
                    <a:t>SMTP</a:t>
                  </a:r>
                  <a:endParaRPr sz="1400" b="0" i="0" u="none" strike="noStrike" cap="none">
                    <a:solidFill>
                      <a:srgbClr val="000000"/>
                    </a:solidFill>
                    <a:latin typeface="Arial"/>
                    <a:ea typeface="Arial"/>
                    <a:cs typeface="Arial"/>
                    <a:sym typeface="Arial"/>
                  </a:endParaRPr>
                </a:p>
              </p:txBody>
            </p:sp>
          </p:grpSp>
        </p:grpSp>
        <p:grpSp>
          <p:nvGrpSpPr>
            <p:cNvPr id="347" name="Google Shape;347;p3"/>
            <p:cNvGrpSpPr/>
            <p:nvPr/>
          </p:nvGrpSpPr>
          <p:grpSpPr>
            <a:xfrm>
              <a:off x="7036667" y="2601787"/>
              <a:ext cx="1017588" cy="1247775"/>
              <a:chOff x="7036667" y="2601787"/>
              <a:chExt cx="1017588" cy="1247775"/>
            </a:xfrm>
          </p:grpSpPr>
          <p:cxnSp>
            <p:nvCxnSpPr>
              <p:cNvPr id="348" name="Google Shape;348;p3"/>
              <p:cNvCxnSpPr/>
              <p:nvPr/>
            </p:nvCxnSpPr>
            <p:spPr>
              <a:xfrm rot="10800000">
                <a:off x="7519267" y="2601787"/>
                <a:ext cx="0" cy="1247775"/>
              </a:xfrm>
              <a:prstGeom prst="straightConnector1">
                <a:avLst/>
              </a:prstGeom>
              <a:noFill/>
              <a:ln w="28575" cap="flat" cmpd="sng">
                <a:solidFill>
                  <a:srgbClr val="CC0000"/>
                </a:solidFill>
                <a:prstDash val="solid"/>
                <a:round/>
                <a:headEnd type="triangle" w="med" len="med"/>
                <a:tailEnd type="triangle" w="med" len="med"/>
              </a:ln>
            </p:spPr>
          </p:cxnSp>
          <p:grpSp>
            <p:nvGrpSpPr>
              <p:cNvPr id="349" name="Google Shape;349;p3"/>
              <p:cNvGrpSpPr/>
              <p:nvPr/>
            </p:nvGrpSpPr>
            <p:grpSpPr>
              <a:xfrm>
                <a:off x="7036667" y="2809750"/>
                <a:ext cx="1017588" cy="523875"/>
                <a:chOff x="3770" y="2495"/>
                <a:chExt cx="641" cy="330"/>
              </a:xfrm>
            </p:grpSpPr>
            <p:sp>
              <p:nvSpPr>
                <p:cNvPr id="350" name="Google Shape;350;p3"/>
                <p:cNvSpPr/>
                <p:nvPr/>
              </p:nvSpPr>
              <p:spPr>
                <a:xfrm>
                  <a:off x="3798" y="2580"/>
                  <a:ext cx="540" cy="192"/>
                </a:xfrm>
                <a:prstGeom prst="rect">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sp>
              <p:nvSpPr>
                <p:cNvPr id="351" name="Google Shape;351;p3"/>
                <p:cNvSpPr txBox="1"/>
                <p:nvPr/>
              </p:nvSpPr>
              <p:spPr>
                <a:xfrm>
                  <a:off x="3770" y="2495"/>
                  <a:ext cx="641" cy="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CC0000"/>
                    </a:buClr>
                    <a:buSzPts val="2800"/>
                    <a:buFont typeface="Calibri"/>
                    <a:buNone/>
                  </a:pPr>
                  <a:r>
                    <a:rPr lang="en-US" sz="2800" b="0" i="0" u="none" strike="noStrike" cap="none">
                      <a:solidFill>
                        <a:srgbClr val="CC0000"/>
                      </a:solidFill>
                      <a:latin typeface="Calibri"/>
                      <a:ea typeface="Calibri"/>
                      <a:cs typeface="Calibri"/>
                      <a:sym typeface="Calibri"/>
                    </a:rPr>
                    <a:t>SMTP</a:t>
                  </a:r>
                  <a:endParaRPr sz="1400" b="0" i="0" u="none" strike="noStrike" cap="none">
                    <a:solidFill>
                      <a:srgbClr val="000000"/>
                    </a:solidFill>
                    <a:latin typeface="Arial"/>
                    <a:ea typeface="Arial"/>
                    <a:cs typeface="Arial"/>
                    <a:sym typeface="Arial"/>
                  </a:endParaRPr>
                </a:p>
              </p:txBody>
            </p:sp>
          </p:grpSp>
        </p:grpSp>
      </p:grpSp>
      <p:grpSp>
        <p:nvGrpSpPr>
          <p:cNvPr id="352" name="Google Shape;352;p3"/>
          <p:cNvGrpSpPr/>
          <p:nvPr/>
        </p:nvGrpSpPr>
        <p:grpSpPr>
          <a:xfrm>
            <a:off x="7646267" y="801562"/>
            <a:ext cx="3668713" cy="5118100"/>
            <a:chOff x="7646267" y="801562"/>
            <a:chExt cx="3668713" cy="5118100"/>
          </a:xfrm>
        </p:grpSpPr>
        <p:grpSp>
          <p:nvGrpSpPr>
            <p:cNvPr id="353" name="Google Shape;353;p3"/>
            <p:cNvGrpSpPr/>
            <p:nvPr/>
          </p:nvGrpSpPr>
          <p:grpSpPr>
            <a:xfrm>
              <a:off x="8016155" y="801562"/>
              <a:ext cx="925513" cy="1054100"/>
              <a:chOff x="3566" y="550"/>
              <a:chExt cx="583" cy="664"/>
            </a:xfrm>
          </p:grpSpPr>
          <p:grpSp>
            <p:nvGrpSpPr>
              <p:cNvPr id="354" name="Google Shape;354;p3"/>
              <p:cNvGrpSpPr/>
              <p:nvPr/>
            </p:nvGrpSpPr>
            <p:grpSpPr>
              <a:xfrm>
                <a:off x="3588" y="692"/>
                <a:ext cx="561" cy="522"/>
                <a:chOff x="-44" y="1473"/>
                <a:chExt cx="981" cy="1105"/>
              </a:xfrm>
            </p:grpSpPr>
            <p:pic>
              <p:nvPicPr>
                <p:cNvPr id="355" name="Google Shape;355;p3" descr="desktop_computer_stylized_medium"/>
                <p:cNvPicPr preferRelativeResize="0"/>
                <p:nvPr/>
              </p:nvPicPr>
              <p:blipFill rotWithShape="1">
                <a:blip r:embed="rId3">
                  <a:alphaModFix/>
                </a:blip>
                <a:srcRect/>
                <a:stretch/>
              </p:blipFill>
              <p:spPr>
                <a:xfrm flipH="1">
                  <a:off x="-44" y="1473"/>
                  <a:ext cx="981" cy="1105"/>
                </a:xfrm>
                <a:prstGeom prst="rect">
                  <a:avLst/>
                </a:prstGeom>
                <a:noFill/>
                <a:ln>
                  <a:noFill/>
                </a:ln>
              </p:spPr>
            </p:pic>
            <p:sp>
              <p:nvSpPr>
                <p:cNvPr id="356" name="Google Shape;356;p3"/>
                <p:cNvSpPr/>
                <p:nvPr/>
              </p:nvSpPr>
              <p:spPr>
                <a:xfrm flipH="1">
                  <a:off x="374" y="1579"/>
                  <a:ext cx="477" cy="506"/>
                </a:xfrm>
                <a:custGeom>
                  <a:avLst/>
                  <a:gdLst/>
                  <a:ahLst/>
                  <a:cxnLst/>
                  <a:rect l="l" t="t" r="r" b="b"/>
                  <a:pathLst>
                    <a:path w="356" h="368" extrusionOk="0">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sp>
            <p:nvSpPr>
              <p:cNvPr id="357" name="Google Shape;357;p3"/>
              <p:cNvSpPr/>
              <p:nvPr/>
            </p:nvSpPr>
            <p:spPr>
              <a:xfrm>
                <a:off x="3611" y="576"/>
                <a:ext cx="381" cy="330"/>
              </a:xfrm>
              <a:prstGeom prst="rect">
                <a:avLst/>
              </a:prstGeom>
              <a:solidFill>
                <a:srgbClr val="CCCCFF"/>
              </a:solidFill>
              <a:ln w="190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sp>
            <p:nvSpPr>
              <p:cNvPr id="358" name="Google Shape;358;p3"/>
              <p:cNvSpPr txBox="1"/>
              <p:nvPr/>
            </p:nvSpPr>
            <p:spPr>
              <a:xfrm>
                <a:off x="3566" y="550"/>
                <a:ext cx="453" cy="40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user</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agent</a:t>
                </a:r>
                <a:endParaRPr sz="2800" b="0" i="0" u="none" strike="noStrike" cap="none">
                  <a:solidFill>
                    <a:srgbClr val="000000"/>
                  </a:solidFill>
                  <a:latin typeface="Calibri"/>
                  <a:ea typeface="Calibri"/>
                  <a:cs typeface="Calibri"/>
                  <a:sym typeface="Calibri"/>
                </a:endParaRPr>
              </a:p>
            </p:txBody>
          </p:sp>
        </p:grpSp>
        <p:grpSp>
          <p:nvGrpSpPr>
            <p:cNvPr id="359" name="Google Shape;359;p3"/>
            <p:cNvGrpSpPr/>
            <p:nvPr/>
          </p:nvGrpSpPr>
          <p:grpSpPr>
            <a:xfrm>
              <a:off x="10052917" y="1617537"/>
              <a:ext cx="925513" cy="1054100"/>
              <a:chOff x="3566" y="550"/>
              <a:chExt cx="583" cy="664"/>
            </a:xfrm>
          </p:grpSpPr>
          <p:grpSp>
            <p:nvGrpSpPr>
              <p:cNvPr id="360" name="Google Shape;360;p3"/>
              <p:cNvGrpSpPr/>
              <p:nvPr/>
            </p:nvGrpSpPr>
            <p:grpSpPr>
              <a:xfrm>
                <a:off x="3588" y="692"/>
                <a:ext cx="561" cy="522"/>
                <a:chOff x="-44" y="1473"/>
                <a:chExt cx="981" cy="1105"/>
              </a:xfrm>
            </p:grpSpPr>
            <p:pic>
              <p:nvPicPr>
                <p:cNvPr id="361" name="Google Shape;361;p3" descr="desktop_computer_stylized_medium"/>
                <p:cNvPicPr preferRelativeResize="0"/>
                <p:nvPr/>
              </p:nvPicPr>
              <p:blipFill rotWithShape="1">
                <a:blip r:embed="rId3">
                  <a:alphaModFix/>
                </a:blip>
                <a:srcRect/>
                <a:stretch/>
              </p:blipFill>
              <p:spPr>
                <a:xfrm flipH="1">
                  <a:off x="-44" y="1473"/>
                  <a:ext cx="981" cy="1105"/>
                </a:xfrm>
                <a:prstGeom prst="rect">
                  <a:avLst/>
                </a:prstGeom>
                <a:noFill/>
                <a:ln>
                  <a:noFill/>
                </a:ln>
              </p:spPr>
            </p:pic>
            <p:sp>
              <p:nvSpPr>
                <p:cNvPr id="362" name="Google Shape;362;p3"/>
                <p:cNvSpPr/>
                <p:nvPr/>
              </p:nvSpPr>
              <p:spPr>
                <a:xfrm flipH="1">
                  <a:off x="374" y="1579"/>
                  <a:ext cx="477" cy="506"/>
                </a:xfrm>
                <a:custGeom>
                  <a:avLst/>
                  <a:gdLst/>
                  <a:ahLst/>
                  <a:cxnLst/>
                  <a:rect l="l" t="t" r="r" b="b"/>
                  <a:pathLst>
                    <a:path w="356" h="368" extrusionOk="0">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sp>
            <p:nvSpPr>
              <p:cNvPr id="363" name="Google Shape;363;p3"/>
              <p:cNvSpPr/>
              <p:nvPr/>
            </p:nvSpPr>
            <p:spPr>
              <a:xfrm>
                <a:off x="3611" y="576"/>
                <a:ext cx="381" cy="330"/>
              </a:xfrm>
              <a:prstGeom prst="rect">
                <a:avLst/>
              </a:prstGeom>
              <a:solidFill>
                <a:srgbClr val="CCCCFF"/>
              </a:solidFill>
              <a:ln w="190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sp>
            <p:nvSpPr>
              <p:cNvPr id="364" name="Google Shape;364;p3"/>
              <p:cNvSpPr txBox="1"/>
              <p:nvPr/>
            </p:nvSpPr>
            <p:spPr>
              <a:xfrm>
                <a:off x="3566" y="550"/>
                <a:ext cx="453" cy="40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user</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agent</a:t>
                </a:r>
                <a:endParaRPr sz="2800" b="0" i="0" u="none" strike="noStrike" cap="none">
                  <a:solidFill>
                    <a:srgbClr val="000000"/>
                  </a:solidFill>
                  <a:latin typeface="Calibri"/>
                  <a:ea typeface="Calibri"/>
                  <a:cs typeface="Calibri"/>
                  <a:sym typeface="Calibri"/>
                </a:endParaRPr>
              </a:p>
            </p:txBody>
          </p:sp>
        </p:grpSp>
        <p:grpSp>
          <p:nvGrpSpPr>
            <p:cNvPr id="365" name="Google Shape;365;p3"/>
            <p:cNvGrpSpPr/>
            <p:nvPr/>
          </p:nvGrpSpPr>
          <p:grpSpPr>
            <a:xfrm>
              <a:off x="10389467" y="2379537"/>
              <a:ext cx="925513" cy="1054100"/>
              <a:chOff x="3566" y="550"/>
              <a:chExt cx="583" cy="664"/>
            </a:xfrm>
          </p:grpSpPr>
          <p:grpSp>
            <p:nvGrpSpPr>
              <p:cNvPr id="366" name="Google Shape;366;p3"/>
              <p:cNvGrpSpPr/>
              <p:nvPr/>
            </p:nvGrpSpPr>
            <p:grpSpPr>
              <a:xfrm>
                <a:off x="3588" y="692"/>
                <a:ext cx="561" cy="522"/>
                <a:chOff x="-44" y="1473"/>
                <a:chExt cx="981" cy="1105"/>
              </a:xfrm>
            </p:grpSpPr>
            <p:pic>
              <p:nvPicPr>
                <p:cNvPr id="367" name="Google Shape;367;p3" descr="desktop_computer_stylized_medium"/>
                <p:cNvPicPr preferRelativeResize="0"/>
                <p:nvPr/>
              </p:nvPicPr>
              <p:blipFill rotWithShape="1">
                <a:blip r:embed="rId3">
                  <a:alphaModFix/>
                </a:blip>
                <a:srcRect/>
                <a:stretch/>
              </p:blipFill>
              <p:spPr>
                <a:xfrm flipH="1">
                  <a:off x="-44" y="1473"/>
                  <a:ext cx="981" cy="1105"/>
                </a:xfrm>
                <a:prstGeom prst="rect">
                  <a:avLst/>
                </a:prstGeom>
                <a:noFill/>
                <a:ln>
                  <a:noFill/>
                </a:ln>
              </p:spPr>
            </p:pic>
            <p:sp>
              <p:nvSpPr>
                <p:cNvPr id="368" name="Google Shape;368;p3"/>
                <p:cNvSpPr/>
                <p:nvPr/>
              </p:nvSpPr>
              <p:spPr>
                <a:xfrm flipH="1">
                  <a:off x="374" y="1579"/>
                  <a:ext cx="477" cy="506"/>
                </a:xfrm>
                <a:custGeom>
                  <a:avLst/>
                  <a:gdLst/>
                  <a:ahLst/>
                  <a:cxnLst/>
                  <a:rect l="l" t="t" r="r" b="b"/>
                  <a:pathLst>
                    <a:path w="356" h="368" extrusionOk="0">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sp>
            <p:nvSpPr>
              <p:cNvPr id="369" name="Google Shape;369;p3"/>
              <p:cNvSpPr/>
              <p:nvPr/>
            </p:nvSpPr>
            <p:spPr>
              <a:xfrm>
                <a:off x="3611" y="576"/>
                <a:ext cx="381" cy="330"/>
              </a:xfrm>
              <a:prstGeom prst="rect">
                <a:avLst/>
              </a:prstGeom>
              <a:solidFill>
                <a:srgbClr val="CCCCFF"/>
              </a:solidFill>
              <a:ln w="190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sp>
            <p:nvSpPr>
              <p:cNvPr id="370" name="Google Shape;370;p3"/>
              <p:cNvSpPr txBox="1"/>
              <p:nvPr/>
            </p:nvSpPr>
            <p:spPr>
              <a:xfrm>
                <a:off x="3566" y="550"/>
                <a:ext cx="453" cy="40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user</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agent</a:t>
                </a:r>
                <a:endParaRPr sz="2800" b="0" i="0" u="none" strike="noStrike" cap="none">
                  <a:solidFill>
                    <a:srgbClr val="000000"/>
                  </a:solidFill>
                  <a:latin typeface="Calibri"/>
                  <a:ea typeface="Calibri"/>
                  <a:cs typeface="Calibri"/>
                  <a:sym typeface="Calibri"/>
                </a:endParaRPr>
              </a:p>
            </p:txBody>
          </p:sp>
        </p:grpSp>
        <p:grpSp>
          <p:nvGrpSpPr>
            <p:cNvPr id="371" name="Google Shape;371;p3"/>
            <p:cNvGrpSpPr/>
            <p:nvPr/>
          </p:nvGrpSpPr>
          <p:grpSpPr>
            <a:xfrm>
              <a:off x="10257705" y="3427287"/>
              <a:ext cx="925513" cy="1054100"/>
              <a:chOff x="3566" y="550"/>
              <a:chExt cx="583" cy="664"/>
            </a:xfrm>
          </p:grpSpPr>
          <p:grpSp>
            <p:nvGrpSpPr>
              <p:cNvPr id="372" name="Google Shape;372;p3"/>
              <p:cNvGrpSpPr/>
              <p:nvPr/>
            </p:nvGrpSpPr>
            <p:grpSpPr>
              <a:xfrm>
                <a:off x="3588" y="692"/>
                <a:ext cx="561" cy="522"/>
                <a:chOff x="-44" y="1473"/>
                <a:chExt cx="981" cy="1105"/>
              </a:xfrm>
            </p:grpSpPr>
            <p:pic>
              <p:nvPicPr>
                <p:cNvPr id="373" name="Google Shape;373;p3" descr="desktop_computer_stylized_medium"/>
                <p:cNvPicPr preferRelativeResize="0"/>
                <p:nvPr/>
              </p:nvPicPr>
              <p:blipFill rotWithShape="1">
                <a:blip r:embed="rId3">
                  <a:alphaModFix/>
                </a:blip>
                <a:srcRect/>
                <a:stretch/>
              </p:blipFill>
              <p:spPr>
                <a:xfrm flipH="1">
                  <a:off x="-44" y="1473"/>
                  <a:ext cx="981" cy="1105"/>
                </a:xfrm>
                <a:prstGeom prst="rect">
                  <a:avLst/>
                </a:prstGeom>
                <a:noFill/>
                <a:ln>
                  <a:noFill/>
                </a:ln>
              </p:spPr>
            </p:pic>
            <p:sp>
              <p:nvSpPr>
                <p:cNvPr id="374" name="Google Shape;374;p3"/>
                <p:cNvSpPr/>
                <p:nvPr/>
              </p:nvSpPr>
              <p:spPr>
                <a:xfrm flipH="1">
                  <a:off x="374" y="1579"/>
                  <a:ext cx="477" cy="506"/>
                </a:xfrm>
                <a:custGeom>
                  <a:avLst/>
                  <a:gdLst/>
                  <a:ahLst/>
                  <a:cxnLst/>
                  <a:rect l="l" t="t" r="r" b="b"/>
                  <a:pathLst>
                    <a:path w="356" h="368" extrusionOk="0">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sp>
            <p:nvSpPr>
              <p:cNvPr id="375" name="Google Shape;375;p3"/>
              <p:cNvSpPr/>
              <p:nvPr/>
            </p:nvSpPr>
            <p:spPr>
              <a:xfrm>
                <a:off x="3611" y="576"/>
                <a:ext cx="381" cy="330"/>
              </a:xfrm>
              <a:prstGeom prst="rect">
                <a:avLst/>
              </a:prstGeom>
              <a:solidFill>
                <a:srgbClr val="CCCCFF"/>
              </a:solidFill>
              <a:ln w="190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sp>
            <p:nvSpPr>
              <p:cNvPr id="376" name="Google Shape;376;p3"/>
              <p:cNvSpPr txBox="1"/>
              <p:nvPr/>
            </p:nvSpPr>
            <p:spPr>
              <a:xfrm>
                <a:off x="3566" y="550"/>
                <a:ext cx="453" cy="40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user</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agent</a:t>
                </a:r>
                <a:endParaRPr sz="2800" b="0" i="0" u="none" strike="noStrike" cap="none">
                  <a:solidFill>
                    <a:srgbClr val="000000"/>
                  </a:solidFill>
                  <a:latin typeface="Calibri"/>
                  <a:ea typeface="Calibri"/>
                  <a:cs typeface="Calibri"/>
                  <a:sym typeface="Calibri"/>
                </a:endParaRPr>
              </a:p>
            </p:txBody>
          </p:sp>
        </p:grpSp>
        <p:grpSp>
          <p:nvGrpSpPr>
            <p:cNvPr id="377" name="Google Shape;377;p3"/>
            <p:cNvGrpSpPr/>
            <p:nvPr/>
          </p:nvGrpSpPr>
          <p:grpSpPr>
            <a:xfrm>
              <a:off x="7646267" y="4865562"/>
              <a:ext cx="925513" cy="1054100"/>
              <a:chOff x="3566" y="550"/>
              <a:chExt cx="583" cy="664"/>
            </a:xfrm>
          </p:grpSpPr>
          <p:grpSp>
            <p:nvGrpSpPr>
              <p:cNvPr id="378" name="Google Shape;378;p3"/>
              <p:cNvGrpSpPr/>
              <p:nvPr/>
            </p:nvGrpSpPr>
            <p:grpSpPr>
              <a:xfrm>
                <a:off x="3588" y="692"/>
                <a:ext cx="561" cy="522"/>
                <a:chOff x="-44" y="1473"/>
                <a:chExt cx="981" cy="1105"/>
              </a:xfrm>
            </p:grpSpPr>
            <p:pic>
              <p:nvPicPr>
                <p:cNvPr id="379" name="Google Shape;379;p3" descr="desktop_computer_stylized_medium"/>
                <p:cNvPicPr preferRelativeResize="0"/>
                <p:nvPr/>
              </p:nvPicPr>
              <p:blipFill rotWithShape="1">
                <a:blip r:embed="rId3">
                  <a:alphaModFix/>
                </a:blip>
                <a:srcRect/>
                <a:stretch/>
              </p:blipFill>
              <p:spPr>
                <a:xfrm flipH="1">
                  <a:off x="-44" y="1473"/>
                  <a:ext cx="981" cy="1105"/>
                </a:xfrm>
                <a:prstGeom prst="rect">
                  <a:avLst/>
                </a:prstGeom>
                <a:noFill/>
                <a:ln>
                  <a:noFill/>
                </a:ln>
              </p:spPr>
            </p:pic>
            <p:sp>
              <p:nvSpPr>
                <p:cNvPr id="380" name="Google Shape;380;p3"/>
                <p:cNvSpPr/>
                <p:nvPr/>
              </p:nvSpPr>
              <p:spPr>
                <a:xfrm flipH="1">
                  <a:off x="374" y="1579"/>
                  <a:ext cx="477" cy="506"/>
                </a:xfrm>
                <a:custGeom>
                  <a:avLst/>
                  <a:gdLst/>
                  <a:ahLst/>
                  <a:cxnLst/>
                  <a:rect l="l" t="t" r="r" b="b"/>
                  <a:pathLst>
                    <a:path w="356" h="368" extrusionOk="0">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sp>
            <p:nvSpPr>
              <p:cNvPr id="381" name="Google Shape;381;p3"/>
              <p:cNvSpPr/>
              <p:nvPr/>
            </p:nvSpPr>
            <p:spPr>
              <a:xfrm>
                <a:off x="3611" y="576"/>
                <a:ext cx="381" cy="330"/>
              </a:xfrm>
              <a:prstGeom prst="rect">
                <a:avLst/>
              </a:prstGeom>
              <a:solidFill>
                <a:srgbClr val="CCCCFF"/>
              </a:solidFill>
              <a:ln w="190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sp>
            <p:nvSpPr>
              <p:cNvPr id="382" name="Google Shape;382;p3"/>
              <p:cNvSpPr txBox="1"/>
              <p:nvPr/>
            </p:nvSpPr>
            <p:spPr>
              <a:xfrm>
                <a:off x="3566" y="550"/>
                <a:ext cx="453" cy="40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user</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agent</a:t>
                </a:r>
                <a:endParaRPr sz="2800" b="0" i="0" u="none" strike="noStrike" cap="none">
                  <a:solidFill>
                    <a:srgbClr val="000000"/>
                  </a:solidFill>
                  <a:latin typeface="Calibri"/>
                  <a:ea typeface="Calibri"/>
                  <a:cs typeface="Calibri"/>
                  <a:sym typeface="Calibri"/>
                </a:endParaRPr>
              </a:p>
            </p:txBody>
          </p:sp>
        </p:grpSp>
        <p:grpSp>
          <p:nvGrpSpPr>
            <p:cNvPr id="383" name="Google Shape;383;p3"/>
            <p:cNvGrpSpPr/>
            <p:nvPr/>
          </p:nvGrpSpPr>
          <p:grpSpPr>
            <a:xfrm>
              <a:off x="8374930" y="4246437"/>
              <a:ext cx="925513" cy="1054100"/>
              <a:chOff x="3566" y="550"/>
              <a:chExt cx="583" cy="664"/>
            </a:xfrm>
          </p:grpSpPr>
          <p:grpSp>
            <p:nvGrpSpPr>
              <p:cNvPr id="384" name="Google Shape;384;p3"/>
              <p:cNvGrpSpPr/>
              <p:nvPr/>
            </p:nvGrpSpPr>
            <p:grpSpPr>
              <a:xfrm>
                <a:off x="3588" y="692"/>
                <a:ext cx="561" cy="522"/>
                <a:chOff x="-44" y="1473"/>
                <a:chExt cx="981" cy="1105"/>
              </a:xfrm>
            </p:grpSpPr>
            <p:pic>
              <p:nvPicPr>
                <p:cNvPr id="385" name="Google Shape;385;p3" descr="desktop_computer_stylized_medium"/>
                <p:cNvPicPr preferRelativeResize="0"/>
                <p:nvPr/>
              </p:nvPicPr>
              <p:blipFill rotWithShape="1">
                <a:blip r:embed="rId3">
                  <a:alphaModFix/>
                </a:blip>
                <a:srcRect/>
                <a:stretch/>
              </p:blipFill>
              <p:spPr>
                <a:xfrm flipH="1">
                  <a:off x="-44" y="1473"/>
                  <a:ext cx="981" cy="1105"/>
                </a:xfrm>
                <a:prstGeom prst="rect">
                  <a:avLst/>
                </a:prstGeom>
                <a:noFill/>
                <a:ln>
                  <a:noFill/>
                </a:ln>
              </p:spPr>
            </p:pic>
            <p:sp>
              <p:nvSpPr>
                <p:cNvPr id="386" name="Google Shape;386;p3"/>
                <p:cNvSpPr/>
                <p:nvPr/>
              </p:nvSpPr>
              <p:spPr>
                <a:xfrm flipH="1">
                  <a:off x="374" y="1579"/>
                  <a:ext cx="477" cy="506"/>
                </a:xfrm>
                <a:custGeom>
                  <a:avLst/>
                  <a:gdLst/>
                  <a:ahLst/>
                  <a:cxnLst/>
                  <a:rect l="l" t="t" r="r" b="b"/>
                  <a:pathLst>
                    <a:path w="356" h="368" extrusionOk="0">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sp>
            <p:nvSpPr>
              <p:cNvPr id="387" name="Google Shape;387;p3"/>
              <p:cNvSpPr/>
              <p:nvPr/>
            </p:nvSpPr>
            <p:spPr>
              <a:xfrm>
                <a:off x="3611" y="576"/>
                <a:ext cx="381" cy="330"/>
              </a:xfrm>
              <a:prstGeom prst="rect">
                <a:avLst/>
              </a:prstGeom>
              <a:solidFill>
                <a:srgbClr val="CCCCFF"/>
              </a:solidFill>
              <a:ln w="190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sp>
            <p:nvSpPr>
              <p:cNvPr id="388" name="Google Shape;388;p3"/>
              <p:cNvSpPr txBox="1"/>
              <p:nvPr/>
            </p:nvSpPr>
            <p:spPr>
              <a:xfrm>
                <a:off x="3566" y="550"/>
                <a:ext cx="453" cy="40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user</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agent</a:t>
                </a:r>
                <a:endParaRPr sz="2800" b="0" i="0" u="none" strike="noStrike" cap="none">
                  <a:solidFill>
                    <a:srgbClr val="000000"/>
                  </a:solidFill>
                  <a:latin typeface="Calibri"/>
                  <a:ea typeface="Calibri"/>
                  <a:cs typeface="Calibri"/>
                  <a:sym typeface="Calibri"/>
                </a:endParaRPr>
              </a:p>
            </p:txBody>
          </p:sp>
        </p:grpSp>
      </p:grpSp>
      <p:sp>
        <p:nvSpPr>
          <p:cNvPr id="389" name="Google Shape;389;p3"/>
          <p:cNvSpPr txBox="1">
            <a:spLocks noGrp="1"/>
          </p:cNvSpPr>
          <p:nvPr>
            <p:ph type="title"/>
          </p:nvPr>
        </p:nvSpPr>
        <p:spPr>
          <a:xfrm>
            <a:off x="1990725" y="301625"/>
            <a:ext cx="7772400" cy="8699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Corbel"/>
              <a:buNone/>
            </a:pPr>
            <a:r>
              <a:rPr lang="en-US" b="1"/>
              <a:t>Electronic mail</a:t>
            </a:r>
            <a:endParaRPr b="1"/>
          </a:p>
        </p:txBody>
      </p:sp>
      <p:sp>
        <p:nvSpPr>
          <p:cNvPr id="390" name="Google Shape;390;p3"/>
          <p:cNvSpPr txBox="1">
            <a:spLocks noGrp="1"/>
          </p:cNvSpPr>
          <p:nvPr>
            <p:ph type="sldNum" idx="12"/>
          </p:nvPr>
        </p:nvSpPr>
        <p:spPr>
          <a:xfrm>
            <a:off x="10951856" y="5883275"/>
            <a:ext cx="551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US"/>
              <a:t>3</a:t>
            </a:fld>
            <a:endParaRPr/>
          </a:p>
        </p:txBody>
      </p:sp>
      <p:sp>
        <p:nvSpPr>
          <p:cNvPr id="391" name="Google Shape;391;p3"/>
          <p:cNvSpPr txBox="1"/>
          <p:nvPr/>
        </p:nvSpPr>
        <p:spPr>
          <a:xfrm>
            <a:off x="994507" y="3824121"/>
            <a:ext cx="6100010" cy="2683812"/>
          </a:xfrm>
          <a:prstGeom prst="rect">
            <a:avLst/>
          </a:prstGeom>
          <a:noFill/>
          <a:ln>
            <a:noFill/>
          </a:ln>
        </p:spPr>
        <p:txBody>
          <a:bodyPr spcFirstLastPara="1" wrap="square" lIns="91425" tIns="45700" rIns="91425" bIns="45700" anchor="t" anchorCtr="0">
            <a:spAutoFit/>
          </a:bodyPr>
          <a:lstStyle/>
          <a:p>
            <a:pPr marL="352425" marR="0" lvl="0" indent="-222250" algn="l" rtl="0">
              <a:lnSpc>
                <a:spcPct val="90000"/>
              </a:lnSpc>
              <a:spcBef>
                <a:spcPts val="0"/>
              </a:spcBef>
              <a:spcAft>
                <a:spcPts val="0"/>
              </a:spcAft>
              <a:buClr>
                <a:srgbClr val="0000A3"/>
              </a:buClr>
              <a:buSzPts val="3200"/>
              <a:buFont typeface="Noto Sans"/>
              <a:buNone/>
            </a:pPr>
            <a:r>
              <a:rPr lang="en-US" sz="3600" b="0" i="0" u="none" strike="noStrike" cap="none">
                <a:solidFill>
                  <a:srgbClr val="CC0000"/>
                </a:solidFill>
                <a:latin typeface="Calibri"/>
                <a:ea typeface="Calibri"/>
                <a:cs typeface="Calibri"/>
                <a:sym typeface="Calibri"/>
              </a:rPr>
              <a:t>User Agent</a:t>
            </a:r>
            <a:endParaRPr sz="1600" b="0" i="0" u="none" strike="noStrike" cap="none">
              <a:solidFill>
                <a:srgbClr val="000000"/>
              </a:solidFill>
              <a:latin typeface="Arial"/>
              <a:ea typeface="Arial"/>
              <a:cs typeface="Arial"/>
              <a:sym typeface="Arial"/>
            </a:endParaRPr>
          </a:p>
          <a:p>
            <a:pPr marL="460375" marR="0" lvl="0" indent="-215900" algn="l" rtl="0">
              <a:lnSpc>
                <a:spcPct val="90000"/>
              </a:lnSpc>
              <a:spcBef>
                <a:spcPts val="400"/>
              </a:spcBef>
              <a:spcAft>
                <a:spcPts val="0"/>
              </a:spcAft>
              <a:buClr>
                <a:srgbClr val="0000A3"/>
              </a:buClr>
              <a:buSzPts val="2400"/>
              <a:buFont typeface="Noto Sans"/>
              <a:buChar char="▪"/>
            </a:pPr>
            <a:r>
              <a:rPr lang="en-US" sz="2800" b="0" i="0" u="none" strike="noStrike" cap="none">
                <a:solidFill>
                  <a:srgbClr val="000000"/>
                </a:solidFill>
                <a:latin typeface="Calibri"/>
                <a:ea typeface="Calibri"/>
                <a:cs typeface="Calibri"/>
                <a:sym typeface="Calibri"/>
              </a:rPr>
              <a:t>Software program that is used for</a:t>
            </a:r>
            <a:endParaRPr sz="1400" b="0" i="0" u="none" strike="noStrike" cap="none">
              <a:solidFill>
                <a:srgbClr val="000000"/>
              </a:solidFill>
              <a:latin typeface="Arial"/>
              <a:ea typeface="Arial"/>
              <a:cs typeface="Arial"/>
              <a:sym typeface="Arial"/>
            </a:endParaRPr>
          </a:p>
          <a:p>
            <a:pPr marL="460375" marR="0" lvl="0" indent="-215900" algn="l" rtl="0">
              <a:lnSpc>
                <a:spcPct val="90000"/>
              </a:lnSpc>
              <a:spcBef>
                <a:spcPts val="400"/>
              </a:spcBef>
              <a:spcAft>
                <a:spcPts val="0"/>
              </a:spcAft>
              <a:buClr>
                <a:srgbClr val="0000A3"/>
              </a:buClr>
              <a:buSzPts val="2400"/>
              <a:buFont typeface="Noto Sans"/>
              <a:buChar char="▪"/>
            </a:pPr>
            <a:r>
              <a:rPr lang="en-US" sz="2800" b="0" i="0" u="none" strike="noStrike" cap="none">
                <a:solidFill>
                  <a:srgbClr val="000000"/>
                </a:solidFill>
                <a:latin typeface="Calibri"/>
                <a:ea typeface="Calibri"/>
                <a:cs typeface="Calibri"/>
                <a:sym typeface="Calibri"/>
              </a:rPr>
              <a:t>composing, editing, reading, forwarding mail messages</a:t>
            </a:r>
            <a:endParaRPr sz="1600" b="0" i="0" u="none" strike="noStrike" cap="none">
              <a:solidFill>
                <a:srgbClr val="000000"/>
              </a:solidFill>
              <a:latin typeface="Arial"/>
              <a:ea typeface="Arial"/>
              <a:cs typeface="Arial"/>
              <a:sym typeface="Arial"/>
            </a:endParaRPr>
          </a:p>
          <a:p>
            <a:pPr marL="460375" marR="0" lvl="0" indent="-215900" algn="l" rtl="0">
              <a:lnSpc>
                <a:spcPct val="90000"/>
              </a:lnSpc>
              <a:spcBef>
                <a:spcPts val="400"/>
              </a:spcBef>
              <a:spcAft>
                <a:spcPts val="0"/>
              </a:spcAft>
              <a:buClr>
                <a:srgbClr val="0000A3"/>
              </a:buClr>
              <a:buSzPts val="2400"/>
              <a:buFont typeface="Noto Sans"/>
              <a:buChar char="▪"/>
            </a:pPr>
            <a:r>
              <a:rPr lang="en-US" sz="2800" b="0" i="0" u="none" strike="noStrike" cap="none">
                <a:solidFill>
                  <a:srgbClr val="000000"/>
                </a:solidFill>
                <a:latin typeface="Calibri"/>
                <a:ea typeface="Calibri"/>
                <a:cs typeface="Calibri"/>
                <a:sym typeface="Calibri"/>
              </a:rPr>
              <a:t>e.g., Outlook, iPhone mail client, Web browser</a:t>
            </a:r>
            <a:endParaRPr sz="16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2"/>
                                        </p:tgtEl>
                                        <p:attrNameLst>
                                          <p:attrName>style.visibility</p:attrName>
                                        </p:attrNameLst>
                                      </p:cBhvr>
                                      <p:to>
                                        <p:strVal val="visible"/>
                                      </p:to>
                                    </p:set>
                                    <p:animEffect transition="in" filter="fade">
                                      <p:cBhvr>
                                        <p:cTn id="7" dur="500"/>
                                        <p:tgtEl>
                                          <p:spTgt spid="35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5"/>
                                        </p:tgtEl>
                                        <p:attrNameLst>
                                          <p:attrName>style.visibility</p:attrName>
                                        </p:attrNameLst>
                                      </p:cBhvr>
                                      <p:to>
                                        <p:strVal val="visible"/>
                                      </p:to>
                                    </p:set>
                                    <p:animEffect transition="in" filter="fade">
                                      <p:cBhvr>
                                        <p:cTn id="12" dur="500"/>
                                        <p:tgtEl>
                                          <p:spTgt spid="185"/>
                                        </p:tgtEl>
                                      </p:cBhvr>
                                    </p:animEffect>
                                  </p:childTnLst>
                                </p:cTn>
                              </p:par>
                              <p:par>
                                <p:cTn id="13" presetID="10" presetClass="entr" presetSubtype="0" fill="hold" nodeType="withEffect">
                                  <p:stCondLst>
                                    <p:cond delay="0"/>
                                  </p:stCondLst>
                                  <p:childTnLst>
                                    <p:set>
                                      <p:cBhvr>
                                        <p:cTn id="14" dur="1" fill="hold">
                                          <p:stCondLst>
                                            <p:cond delay="0"/>
                                          </p:stCondLst>
                                        </p:cTn>
                                        <p:tgtEl>
                                          <p:spTgt spid="172"/>
                                        </p:tgtEl>
                                        <p:attrNameLst>
                                          <p:attrName>style.visibility</p:attrName>
                                        </p:attrNameLst>
                                      </p:cBhvr>
                                      <p:to>
                                        <p:strVal val="visible"/>
                                      </p:to>
                                    </p:set>
                                    <p:animEffect transition="in" filter="fade">
                                      <p:cBhvr>
                                        <p:cTn id="15" dur="500"/>
                                        <p:tgtEl>
                                          <p:spTgt spid="17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36"/>
                                        </p:tgtEl>
                                        <p:attrNameLst>
                                          <p:attrName>style.visibility</p:attrName>
                                        </p:attrNameLst>
                                      </p:cBhvr>
                                      <p:to>
                                        <p:strVal val="visible"/>
                                      </p:to>
                                    </p:set>
                                    <p:animEffect transition="in" filter="fade">
                                      <p:cBhvr>
                                        <p:cTn id="20" dur="500"/>
                                        <p:tgtEl>
                                          <p:spTgt spid="33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xit" presetSubtype="0" fill="hold" nodeType="clickEffect">
                                  <p:stCondLst>
                                    <p:cond delay="0"/>
                                  </p:stCondLst>
                                  <p:childTnLst>
                                    <p:animEffect transition="out" filter="fade">
                                      <p:cBhvr>
                                        <p:cTn id="24" dur="500"/>
                                        <p:tgtEl>
                                          <p:spTgt spid="336"/>
                                        </p:tgtEl>
                                      </p:cBhvr>
                                    </p:animEffect>
                                    <p:set>
                                      <p:cBhvr>
                                        <p:cTn id="25" dur="1" fill="hold">
                                          <p:stCondLst>
                                            <p:cond delay="500"/>
                                          </p:stCondLst>
                                        </p:cTn>
                                        <p:tgtEl>
                                          <p:spTgt spid="336"/>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391"/>
                                        </p:tgtEl>
                                        <p:attrNameLst>
                                          <p:attrName>style.visibility</p:attrName>
                                        </p:attrNameLst>
                                      </p:cBhvr>
                                      <p:to>
                                        <p:strVal val="visible"/>
                                      </p:to>
                                    </p:set>
                                  </p:childTnLst>
                                </p:cTn>
                              </p:par>
                              <p:par>
                                <p:cTn id="30" presetID="10" presetClass="exit" presetSubtype="0" fill="hold" nodeType="withEffect">
                                  <p:stCondLst>
                                    <p:cond delay="0"/>
                                  </p:stCondLst>
                                  <p:childTnLst>
                                    <p:animEffect transition="out" filter="fade">
                                      <p:cBhvr>
                                        <p:cTn id="31" dur="500"/>
                                        <p:tgtEl>
                                          <p:spTgt spid="185"/>
                                        </p:tgtEl>
                                      </p:cBhvr>
                                    </p:animEffect>
                                    <p:set>
                                      <p:cBhvr>
                                        <p:cTn id="32" dur="1" fill="hold">
                                          <p:stCondLst>
                                            <p:cond delay="500"/>
                                          </p:stCondLst>
                                        </p:cTn>
                                        <p:tgtEl>
                                          <p:spTgt spid="185"/>
                                        </p:tgtEl>
                                        <p:attrNameLst>
                                          <p:attrName>style.visibility</p:attrName>
                                        </p:attrNameLst>
                                      </p:cBhvr>
                                      <p:to>
                                        <p:strVal val="hidden"/>
                                      </p:to>
                                    </p:set>
                                  </p:childTnLst>
                                </p:cTn>
                              </p:par>
                              <p:par>
                                <p:cTn id="33" presetID="10" presetClass="exit" presetSubtype="0" fill="hold" nodeType="withEffect">
                                  <p:stCondLst>
                                    <p:cond delay="0"/>
                                  </p:stCondLst>
                                  <p:childTnLst>
                                    <p:animEffect transition="out" filter="fade">
                                      <p:cBhvr>
                                        <p:cTn id="34" dur="500"/>
                                        <p:tgtEl>
                                          <p:spTgt spid="336"/>
                                        </p:tgtEl>
                                      </p:cBhvr>
                                    </p:animEffect>
                                    <p:set>
                                      <p:cBhvr>
                                        <p:cTn id="35" dur="1" fill="hold">
                                          <p:stCondLst>
                                            <p:cond delay="500"/>
                                          </p:stCondLst>
                                        </p:cTn>
                                        <p:tgtEl>
                                          <p:spTgt spid="336"/>
                                        </p:tgtEl>
                                        <p:attrNameLst>
                                          <p:attrName>style.visibility</p:attrName>
                                        </p:attrNameLst>
                                      </p:cBhvr>
                                      <p:to>
                                        <p:strVal val="hidden"/>
                                      </p:to>
                                    </p:set>
                                  </p:childTnLst>
                                </p:cTn>
                              </p:par>
                              <p:par>
                                <p:cTn id="36" presetID="10" presetClass="exit" presetSubtype="0" fill="hold" nodeType="withEffect">
                                  <p:stCondLst>
                                    <p:cond delay="0"/>
                                  </p:stCondLst>
                                  <p:childTnLst>
                                    <p:animEffect transition="out" filter="fade">
                                      <p:cBhvr>
                                        <p:cTn id="37" dur="500"/>
                                        <p:tgtEl>
                                          <p:spTgt spid="172"/>
                                        </p:tgtEl>
                                      </p:cBhvr>
                                    </p:animEffect>
                                    <p:set>
                                      <p:cBhvr>
                                        <p:cTn id="38" dur="1" fill="hold">
                                          <p:stCondLst>
                                            <p:cond delay="500"/>
                                          </p:stCondLst>
                                        </p:cTn>
                                        <p:tgtEl>
                                          <p:spTgt spid="17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grpSp>
        <p:nvGrpSpPr>
          <p:cNvPr id="397" name="Google Shape;397;p4"/>
          <p:cNvGrpSpPr/>
          <p:nvPr/>
        </p:nvGrpSpPr>
        <p:grpSpPr>
          <a:xfrm>
            <a:off x="9926119" y="5308075"/>
            <a:ext cx="1736725" cy="973138"/>
            <a:chOff x="4458" y="3335"/>
            <a:chExt cx="1094" cy="613"/>
          </a:xfrm>
        </p:grpSpPr>
        <p:sp>
          <p:nvSpPr>
            <p:cNvPr id="398" name="Google Shape;398;p4"/>
            <p:cNvSpPr txBox="1"/>
            <p:nvPr/>
          </p:nvSpPr>
          <p:spPr>
            <a:xfrm>
              <a:off x="4527" y="3715"/>
              <a:ext cx="875" cy="23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user mailbox</a:t>
              </a:r>
              <a:endParaRPr sz="2800" b="0" i="0" u="none" strike="noStrike" cap="none">
                <a:solidFill>
                  <a:srgbClr val="000000"/>
                </a:solidFill>
                <a:latin typeface="Calibri"/>
                <a:ea typeface="Calibri"/>
                <a:cs typeface="Calibri"/>
                <a:sym typeface="Calibri"/>
              </a:endParaRPr>
            </a:p>
          </p:txBody>
        </p:sp>
        <p:grpSp>
          <p:nvGrpSpPr>
            <p:cNvPr id="399" name="Google Shape;399;p4"/>
            <p:cNvGrpSpPr/>
            <p:nvPr/>
          </p:nvGrpSpPr>
          <p:grpSpPr>
            <a:xfrm>
              <a:off x="4458" y="3408"/>
              <a:ext cx="450" cy="120"/>
              <a:chOff x="4314" y="3444"/>
              <a:chExt cx="450" cy="120"/>
            </a:xfrm>
          </p:grpSpPr>
          <p:sp>
            <p:nvSpPr>
              <p:cNvPr id="400" name="Google Shape;400;p4"/>
              <p:cNvSpPr/>
              <p:nvPr/>
            </p:nvSpPr>
            <p:spPr>
              <a:xfrm>
                <a:off x="4314" y="3444"/>
                <a:ext cx="450" cy="120"/>
              </a:xfrm>
              <a:prstGeom prst="rect">
                <a:avLst/>
              </a:prstGeom>
              <a:solidFill>
                <a:srgbClr val="00FF00"/>
              </a:solidFill>
              <a:ln w="190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cxnSp>
            <p:nvCxnSpPr>
              <p:cNvPr id="401" name="Google Shape;401;p4"/>
              <p:cNvCxnSpPr/>
              <p:nvPr/>
            </p:nvCxnSpPr>
            <p:spPr>
              <a:xfrm>
                <a:off x="4363" y="3472"/>
                <a:ext cx="0" cy="72"/>
              </a:xfrm>
              <a:prstGeom prst="straightConnector1">
                <a:avLst/>
              </a:prstGeom>
              <a:noFill/>
              <a:ln w="19050" cap="flat" cmpd="sng">
                <a:solidFill>
                  <a:srgbClr val="000000"/>
                </a:solidFill>
                <a:prstDash val="solid"/>
                <a:round/>
                <a:headEnd type="none" w="sm" len="sm"/>
                <a:tailEnd type="none" w="sm" len="sm"/>
              </a:ln>
            </p:spPr>
          </p:cxnSp>
          <p:cxnSp>
            <p:nvCxnSpPr>
              <p:cNvPr id="402" name="Google Shape;402;p4"/>
              <p:cNvCxnSpPr/>
              <p:nvPr/>
            </p:nvCxnSpPr>
            <p:spPr>
              <a:xfrm flipH="1">
                <a:off x="4472" y="3471"/>
                <a:ext cx="6" cy="72"/>
              </a:xfrm>
              <a:prstGeom prst="straightConnector1">
                <a:avLst/>
              </a:prstGeom>
              <a:noFill/>
              <a:ln w="19050" cap="flat" cmpd="sng">
                <a:solidFill>
                  <a:srgbClr val="000000"/>
                </a:solidFill>
                <a:prstDash val="solid"/>
                <a:round/>
                <a:headEnd type="none" w="sm" len="sm"/>
                <a:tailEnd type="none" w="sm" len="sm"/>
              </a:ln>
            </p:spPr>
          </p:cxnSp>
          <p:cxnSp>
            <p:nvCxnSpPr>
              <p:cNvPr id="403" name="Google Shape;403;p4"/>
              <p:cNvCxnSpPr/>
              <p:nvPr/>
            </p:nvCxnSpPr>
            <p:spPr>
              <a:xfrm>
                <a:off x="4527" y="3473"/>
                <a:ext cx="0" cy="72"/>
              </a:xfrm>
              <a:prstGeom prst="straightConnector1">
                <a:avLst/>
              </a:prstGeom>
              <a:noFill/>
              <a:ln w="19050" cap="flat" cmpd="sng">
                <a:solidFill>
                  <a:srgbClr val="000000"/>
                </a:solidFill>
                <a:prstDash val="solid"/>
                <a:round/>
                <a:headEnd type="none" w="sm" len="sm"/>
                <a:tailEnd type="none" w="sm" len="sm"/>
              </a:ln>
            </p:spPr>
          </p:cxnSp>
          <p:cxnSp>
            <p:nvCxnSpPr>
              <p:cNvPr id="404" name="Google Shape;404;p4"/>
              <p:cNvCxnSpPr/>
              <p:nvPr/>
            </p:nvCxnSpPr>
            <p:spPr>
              <a:xfrm>
                <a:off x="4584" y="3471"/>
                <a:ext cx="0" cy="72"/>
              </a:xfrm>
              <a:prstGeom prst="straightConnector1">
                <a:avLst/>
              </a:prstGeom>
              <a:noFill/>
              <a:ln w="19050" cap="flat" cmpd="sng">
                <a:solidFill>
                  <a:srgbClr val="000000"/>
                </a:solidFill>
                <a:prstDash val="solid"/>
                <a:round/>
                <a:headEnd type="none" w="sm" len="sm"/>
                <a:tailEnd type="none" w="sm" len="sm"/>
              </a:ln>
            </p:spPr>
          </p:cxnSp>
          <p:cxnSp>
            <p:nvCxnSpPr>
              <p:cNvPr id="405" name="Google Shape;405;p4"/>
              <p:cNvCxnSpPr/>
              <p:nvPr/>
            </p:nvCxnSpPr>
            <p:spPr>
              <a:xfrm>
                <a:off x="4645" y="3471"/>
                <a:ext cx="0" cy="72"/>
              </a:xfrm>
              <a:prstGeom prst="straightConnector1">
                <a:avLst/>
              </a:prstGeom>
              <a:noFill/>
              <a:ln w="19050" cap="flat" cmpd="sng">
                <a:solidFill>
                  <a:srgbClr val="000000"/>
                </a:solidFill>
                <a:prstDash val="solid"/>
                <a:round/>
                <a:headEnd type="none" w="sm" len="sm"/>
                <a:tailEnd type="none" w="sm" len="sm"/>
              </a:ln>
            </p:spPr>
          </p:cxnSp>
          <p:cxnSp>
            <p:nvCxnSpPr>
              <p:cNvPr id="406" name="Google Shape;406;p4"/>
              <p:cNvCxnSpPr/>
              <p:nvPr/>
            </p:nvCxnSpPr>
            <p:spPr>
              <a:xfrm>
                <a:off x="4701" y="3471"/>
                <a:ext cx="0" cy="72"/>
              </a:xfrm>
              <a:prstGeom prst="straightConnector1">
                <a:avLst/>
              </a:prstGeom>
              <a:noFill/>
              <a:ln w="19050" cap="flat" cmpd="sng">
                <a:solidFill>
                  <a:srgbClr val="000000"/>
                </a:solidFill>
                <a:prstDash val="solid"/>
                <a:round/>
                <a:headEnd type="none" w="sm" len="sm"/>
                <a:tailEnd type="none" w="sm" len="sm"/>
              </a:ln>
            </p:spPr>
          </p:cxnSp>
          <p:cxnSp>
            <p:nvCxnSpPr>
              <p:cNvPr id="407" name="Google Shape;407;p4"/>
              <p:cNvCxnSpPr/>
              <p:nvPr/>
            </p:nvCxnSpPr>
            <p:spPr>
              <a:xfrm>
                <a:off x="4416" y="3472"/>
                <a:ext cx="0" cy="72"/>
              </a:xfrm>
              <a:prstGeom prst="straightConnector1">
                <a:avLst/>
              </a:prstGeom>
              <a:noFill/>
              <a:ln w="19050" cap="flat" cmpd="sng">
                <a:solidFill>
                  <a:srgbClr val="000000"/>
                </a:solidFill>
                <a:prstDash val="solid"/>
                <a:round/>
                <a:headEnd type="none" w="sm" len="sm"/>
                <a:tailEnd type="none" w="sm" len="sm"/>
              </a:ln>
            </p:spPr>
          </p:cxnSp>
        </p:grpSp>
        <p:sp>
          <p:nvSpPr>
            <p:cNvPr id="408" name="Google Shape;408;p4"/>
            <p:cNvSpPr/>
            <p:nvPr/>
          </p:nvSpPr>
          <p:spPr>
            <a:xfrm>
              <a:off x="4472" y="3779"/>
              <a:ext cx="64" cy="93"/>
            </a:xfrm>
            <a:prstGeom prst="rect">
              <a:avLst/>
            </a:prstGeom>
            <a:solidFill>
              <a:srgbClr val="FFFF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sp>
          <p:nvSpPr>
            <p:cNvPr id="409" name="Google Shape;409;p4"/>
            <p:cNvSpPr txBox="1"/>
            <p:nvPr/>
          </p:nvSpPr>
          <p:spPr>
            <a:xfrm>
              <a:off x="4514" y="3335"/>
              <a:ext cx="1038" cy="40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outgoing </a:t>
              </a:r>
              <a:endParaRPr sz="1400" b="0" i="0"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message queue</a:t>
              </a:r>
              <a:endParaRPr sz="2800" b="0" i="0" u="none" strike="noStrike" cap="none">
                <a:solidFill>
                  <a:srgbClr val="000000"/>
                </a:solidFill>
                <a:latin typeface="Calibri"/>
                <a:ea typeface="Calibri"/>
                <a:cs typeface="Calibri"/>
                <a:sym typeface="Calibri"/>
              </a:endParaRPr>
            </a:p>
          </p:txBody>
        </p:sp>
      </p:grpSp>
      <p:grpSp>
        <p:nvGrpSpPr>
          <p:cNvPr id="410" name="Google Shape;410;p4"/>
          <p:cNvGrpSpPr/>
          <p:nvPr/>
        </p:nvGrpSpPr>
        <p:grpSpPr>
          <a:xfrm>
            <a:off x="7036667" y="801562"/>
            <a:ext cx="4278313" cy="5118100"/>
            <a:chOff x="2962" y="886"/>
            <a:chExt cx="2695" cy="3224"/>
          </a:xfrm>
        </p:grpSpPr>
        <p:grpSp>
          <p:nvGrpSpPr>
            <p:cNvPr id="411" name="Google Shape;411;p4"/>
            <p:cNvGrpSpPr/>
            <p:nvPr/>
          </p:nvGrpSpPr>
          <p:grpSpPr>
            <a:xfrm>
              <a:off x="4346" y="1756"/>
              <a:ext cx="301" cy="451"/>
              <a:chOff x="4140" y="429"/>
              <a:chExt cx="1425" cy="2396"/>
            </a:xfrm>
          </p:grpSpPr>
          <p:sp>
            <p:nvSpPr>
              <p:cNvPr id="412" name="Google Shape;412;p4"/>
              <p:cNvSpPr/>
              <p:nvPr/>
            </p:nvSpPr>
            <p:spPr>
              <a:xfrm>
                <a:off x="5268" y="433"/>
                <a:ext cx="283" cy="2286"/>
              </a:xfrm>
              <a:custGeom>
                <a:avLst/>
                <a:gdLst/>
                <a:ahLst/>
                <a:cxnLst/>
                <a:rect l="l" t="t" r="r" b="b"/>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413" name="Google Shape;413;p4"/>
              <p:cNvSpPr/>
              <p:nvPr/>
            </p:nvSpPr>
            <p:spPr>
              <a:xfrm>
                <a:off x="4206" y="429"/>
                <a:ext cx="1046" cy="2284"/>
              </a:xfrm>
              <a:prstGeom prst="rect">
                <a:avLst/>
              </a:prstGeom>
              <a:gradFill>
                <a:gsLst>
                  <a:gs pos="0">
                    <a:srgbClr val="292929"/>
                  </a:gs>
                  <a:gs pos="100000">
                    <a:srgbClr val="808080"/>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414" name="Google Shape;414;p4"/>
              <p:cNvSpPr/>
              <p:nvPr/>
            </p:nvSpPr>
            <p:spPr>
              <a:xfrm>
                <a:off x="5321" y="570"/>
                <a:ext cx="169" cy="2115"/>
              </a:xfrm>
              <a:custGeom>
                <a:avLst/>
                <a:gdLst/>
                <a:ahLst/>
                <a:cxnLst/>
                <a:rect l="l" t="t" r="r" b="b"/>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415" name="Google Shape;415;p4"/>
              <p:cNvSpPr/>
              <p:nvPr/>
            </p:nvSpPr>
            <p:spPr>
              <a:xfrm>
                <a:off x="5284" y="1640"/>
                <a:ext cx="263" cy="189"/>
              </a:xfrm>
              <a:custGeom>
                <a:avLst/>
                <a:gdLst/>
                <a:ahLst/>
                <a:cxnLst/>
                <a:rect l="l" t="t" r="r" b="b"/>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416" name="Google Shape;416;p4"/>
              <p:cNvSpPr/>
              <p:nvPr/>
            </p:nvSpPr>
            <p:spPr>
              <a:xfrm>
                <a:off x="4211" y="695"/>
                <a:ext cx="597" cy="48"/>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nvGrpSpPr>
              <p:cNvPr id="417" name="Google Shape;417;p4"/>
              <p:cNvGrpSpPr/>
              <p:nvPr/>
            </p:nvGrpSpPr>
            <p:grpSpPr>
              <a:xfrm>
                <a:off x="4751" y="668"/>
                <a:ext cx="578" cy="144"/>
                <a:chOff x="616" y="2568"/>
                <a:chExt cx="721" cy="138"/>
              </a:xfrm>
            </p:grpSpPr>
            <p:sp>
              <p:nvSpPr>
                <p:cNvPr id="418" name="Google Shape;418;p4"/>
                <p:cNvSpPr/>
                <p:nvPr/>
              </p:nvSpPr>
              <p:spPr>
                <a:xfrm>
                  <a:off x="616" y="2568"/>
                  <a:ext cx="721" cy="138"/>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419" name="Google Shape;419;p4"/>
                <p:cNvSpPr/>
                <p:nvPr/>
              </p:nvSpPr>
              <p:spPr>
                <a:xfrm>
                  <a:off x="634" y="2583"/>
                  <a:ext cx="685" cy="107"/>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sp>
            <p:nvSpPr>
              <p:cNvPr id="420" name="Google Shape;420;p4"/>
              <p:cNvSpPr/>
              <p:nvPr/>
            </p:nvSpPr>
            <p:spPr>
              <a:xfrm>
                <a:off x="4225" y="1019"/>
                <a:ext cx="597" cy="48"/>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nvGrpSpPr>
              <p:cNvPr id="421" name="Google Shape;421;p4"/>
              <p:cNvGrpSpPr/>
              <p:nvPr/>
            </p:nvGrpSpPr>
            <p:grpSpPr>
              <a:xfrm>
                <a:off x="4746" y="992"/>
                <a:ext cx="583" cy="138"/>
                <a:chOff x="613" y="2566"/>
                <a:chExt cx="727" cy="143"/>
              </a:xfrm>
            </p:grpSpPr>
            <p:sp>
              <p:nvSpPr>
                <p:cNvPr id="422" name="Google Shape;422;p4"/>
                <p:cNvSpPr/>
                <p:nvPr/>
              </p:nvSpPr>
              <p:spPr>
                <a:xfrm>
                  <a:off x="613" y="2566"/>
                  <a:ext cx="727" cy="143"/>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423" name="Google Shape;423;p4"/>
                <p:cNvSpPr/>
                <p:nvPr/>
              </p:nvSpPr>
              <p:spPr>
                <a:xfrm>
                  <a:off x="630" y="2583"/>
                  <a:ext cx="691" cy="110"/>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sp>
            <p:nvSpPr>
              <p:cNvPr id="424" name="Google Shape;424;p4"/>
              <p:cNvSpPr/>
              <p:nvPr/>
            </p:nvSpPr>
            <p:spPr>
              <a:xfrm>
                <a:off x="4216" y="1359"/>
                <a:ext cx="597" cy="48"/>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425" name="Google Shape;425;p4"/>
              <p:cNvSpPr/>
              <p:nvPr/>
            </p:nvSpPr>
            <p:spPr>
              <a:xfrm>
                <a:off x="4230" y="1656"/>
                <a:ext cx="592" cy="48"/>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nvGrpSpPr>
              <p:cNvPr id="426" name="Google Shape;426;p4"/>
              <p:cNvGrpSpPr/>
              <p:nvPr/>
            </p:nvGrpSpPr>
            <p:grpSpPr>
              <a:xfrm>
                <a:off x="4737" y="1629"/>
                <a:ext cx="582" cy="149"/>
                <a:chOff x="616" y="2570"/>
                <a:chExt cx="725" cy="137"/>
              </a:xfrm>
            </p:grpSpPr>
            <p:sp>
              <p:nvSpPr>
                <p:cNvPr id="427" name="Google Shape;427;p4"/>
                <p:cNvSpPr/>
                <p:nvPr/>
              </p:nvSpPr>
              <p:spPr>
                <a:xfrm>
                  <a:off x="616" y="2570"/>
                  <a:ext cx="725" cy="137"/>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428" name="Google Shape;428;p4"/>
                <p:cNvSpPr/>
                <p:nvPr/>
              </p:nvSpPr>
              <p:spPr>
                <a:xfrm>
                  <a:off x="634" y="2585"/>
                  <a:ext cx="690" cy="108"/>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sp>
            <p:nvSpPr>
              <p:cNvPr id="429" name="Google Shape;429;p4"/>
              <p:cNvSpPr/>
              <p:nvPr/>
            </p:nvSpPr>
            <p:spPr>
              <a:xfrm>
                <a:off x="5288" y="1354"/>
                <a:ext cx="263" cy="188"/>
              </a:xfrm>
              <a:custGeom>
                <a:avLst/>
                <a:gdLst/>
                <a:ahLst/>
                <a:cxnLst/>
                <a:rect l="l" t="t" r="r" b="b"/>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nvGrpSpPr>
              <p:cNvPr id="430" name="Google Shape;430;p4"/>
              <p:cNvGrpSpPr/>
              <p:nvPr/>
            </p:nvGrpSpPr>
            <p:grpSpPr>
              <a:xfrm>
                <a:off x="4751" y="1327"/>
                <a:ext cx="564" cy="138"/>
                <a:chOff x="629" y="2568"/>
                <a:chExt cx="702" cy="138"/>
              </a:xfrm>
            </p:grpSpPr>
            <p:sp>
              <p:nvSpPr>
                <p:cNvPr id="431" name="Google Shape;431;p4"/>
                <p:cNvSpPr/>
                <p:nvPr/>
              </p:nvSpPr>
              <p:spPr>
                <a:xfrm>
                  <a:off x="629" y="2568"/>
                  <a:ext cx="702" cy="138"/>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432" name="Google Shape;432;p4"/>
                <p:cNvSpPr/>
                <p:nvPr/>
              </p:nvSpPr>
              <p:spPr>
                <a:xfrm>
                  <a:off x="634" y="2584"/>
                  <a:ext cx="672" cy="106"/>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sp>
            <p:nvSpPr>
              <p:cNvPr id="433" name="Google Shape;433;p4"/>
              <p:cNvSpPr/>
              <p:nvPr/>
            </p:nvSpPr>
            <p:spPr>
              <a:xfrm>
                <a:off x="5248" y="429"/>
                <a:ext cx="71" cy="2290"/>
              </a:xfrm>
              <a:prstGeom prst="rect">
                <a:avLst/>
              </a:prstGeom>
              <a:gradFill>
                <a:gsLst>
                  <a:gs pos="0">
                    <a:srgbClr val="333333"/>
                  </a:gs>
                  <a:gs pos="50000">
                    <a:srgbClr val="DDDDDD"/>
                  </a:gs>
                  <a:gs pos="100000">
                    <a:srgbClr val="333333"/>
                  </a:gs>
                </a:gsLst>
                <a:lin ang="0" scaled="0"/>
              </a:gra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434" name="Google Shape;434;p4"/>
              <p:cNvSpPr/>
              <p:nvPr/>
            </p:nvSpPr>
            <p:spPr>
              <a:xfrm>
                <a:off x="5312" y="1007"/>
                <a:ext cx="237" cy="213"/>
              </a:xfrm>
              <a:custGeom>
                <a:avLst/>
                <a:gdLst/>
                <a:ahLst/>
                <a:cxnLst/>
                <a:rect l="l" t="t" r="r" b="b"/>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435" name="Google Shape;435;p4"/>
              <p:cNvSpPr/>
              <p:nvPr/>
            </p:nvSpPr>
            <p:spPr>
              <a:xfrm>
                <a:off x="5315" y="680"/>
                <a:ext cx="244" cy="240"/>
              </a:xfrm>
              <a:custGeom>
                <a:avLst/>
                <a:gdLst/>
                <a:ahLst/>
                <a:cxnLst/>
                <a:rect l="l" t="t" r="r" b="b"/>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436" name="Google Shape;436;p4"/>
              <p:cNvSpPr/>
              <p:nvPr/>
            </p:nvSpPr>
            <p:spPr>
              <a:xfrm>
                <a:off x="5518" y="2612"/>
                <a:ext cx="47" cy="96"/>
              </a:xfrm>
              <a:prstGeom prst="ellipse">
                <a:avLst/>
              </a:prstGeom>
              <a:solidFill>
                <a:srgbClr val="3333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437" name="Google Shape;437;p4"/>
              <p:cNvSpPr/>
              <p:nvPr/>
            </p:nvSpPr>
            <p:spPr>
              <a:xfrm>
                <a:off x="5302" y="2614"/>
                <a:ext cx="245" cy="200"/>
              </a:xfrm>
              <a:custGeom>
                <a:avLst/>
                <a:gdLst/>
                <a:ahLst/>
                <a:cxnLst/>
                <a:rect l="l" t="t" r="r" b="b"/>
                <a:pathLst>
                  <a:path w="306" h="240" extrusionOk="0">
                    <a:moveTo>
                      <a:pt x="0" y="106"/>
                    </a:moveTo>
                    <a:lnTo>
                      <a:pt x="2" y="240"/>
                    </a:lnTo>
                    <a:lnTo>
                      <a:pt x="306" y="110"/>
                    </a:lnTo>
                    <a:lnTo>
                      <a:pt x="300" y="0"/>
                    </a:lnTo>
                    <a:lnTo>
                      <a:pt x="0" y="106"/>
                    </a:lnTo>
                    <a:close/>
                  </a:path>
                </a:pathLst>
              </a:custGeom>
              <a:solidFill>
                <a:srgbClr val="33333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438" name="Google Shape;438;p4"/>
              <p:cNvSpPr/>
              <p:nvPr/>
            </p:nvSpPr>
            <p:spPr>
              <a:xfrm>
                <a:off x="4140" y="2676"/>
                <a:ext cx="1198" cy="149"/>
              </a:xfrm>
              <a:prstGeom prst="roundRect">
                <a:avLst>
                  <a:gd name="adj" fmla="val 50000"/>
                </a:avLst>
              </a:prstGeom>
              <a:solidFill>
                <a:srgbClr val="DDDDDD"/>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439" name="Google Shape;439;p4"/>
              <p:cNvSpPr/>
              <p:nvPr/>
            </p:nvSpPr>
            <p:spPr>
              <a:xfrm>
                <a:off x="4206" y="2713"/>
                <a:ext cx="1070" cy="80"/>
              </a:xfrm>
              <a:prstGeom prst="roundRect">
                <a:avLst>
                  <a:gd name="adj" fmla="val 50000"/>
                </a:avLst>
              </a:prstGeom>
              <a:gradFill>
                <a:gsLst>
                  <a:gs pos="0">
                    <a:srgbClr val="000000"/>
                  </a:gs>
                  <a:gs pos="100000">
                    <a:srgbClr val="808080"/>
                  </a:gs>
                </a:gsLst>
                <a:lin ang="0" scaled="0"/>
              </a:gra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440" name="Google Shape;440;p4"/>
              <p:cNvSpPr/>
              <p:nvPr/>
            </p:nvSpPr>
            <p:spPr>
              <a:xfrm>
                <a:off x="4306" y="2384"/>
                <a:ext cx="161" cy="143"/>
              </a:xfrm>
              <a:prstGeom prst="ellipse">
                <a:avLst/>
              </a:prstGeom>
              <a:solidFill>
                <a:srgbClr val="33CC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441" name="Google Shape;441;p4"/>
              <p:cNvSpPr/>
              <p:nvPr/>
            </p:nvSpPr>
            <p:spPr>
              <a:xfrm>
                <a:off x="4486" y="2384"/>
                <a:ext cx="161" cy="14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000"/>
                  <a:buFont typeface="Arial"/>
                  <a:buNone/>
                </a:pPr>
                <a:endParaRPr sz="2000" b="0" i="0" u="none" strike="noStrike" cap="none">
                  <a:solidFill>
                    <a:srgbClr val="FF0000"/>
                  </a:solidFill>
                  <a:latin typeface="Calibri"/>
                  <a:ea typeface="Calibri"/>
                  <a:cs typeface="Calibri"/>
                  <a:sym typeface="Calibri"/>
                </a:endParaRPr>
              </a:p>
            </p:txBody>
          </p:sp>
          <p:sp>
            <p:nvSpPr>
              <p:cNvPr id="442" name="Google Shape;442;p4"/>
              <p:cNvSpPr/>
              <p:nvPr/>
            </p:nvSpPr>
            <p:spPr>
              <a:xfrm>
                <a:off x="4661" y="2379"/>
                <a:ext cx="161" cy="143"/>
              </a:xfrm>
              <a:prstGeom prst="ellipse">
                <a:avLst/>
              </a:prstGeom>
              <a:solidFill>
                <a:srgbClr val="33CC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443" name="Google Shape;443;p4"/>
              <p:cNvSpPr/>
              <p:nvPr/>
            </p:nvSpPr>
            <p:spPr>
              <a:xfrm>
                <a:off x="5063" y="1837"/>
                <a:ext cx="85" cy="760"/>
              </a:xfrm>
              <a:prstGeom prst="rect">
                <a:avLst/>
              </a:prstGeom>
              <a:solidFill>
                <a:srgbClr val="292929"/>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grpSp>
          <p:nvGrpSpPr>
            <p:cNvPr id="444" name="Google Shape;444;p4"/>
            <p:cNvGrpSpPr/>
            <p:nvPr/>
          </p:nvGrpSpPr>
          <p:grpSpPr>
            <a:xfrm>
              <a:off x="3091" y="2634"/>
              <a:ext cx="301" cy="451"/>
              <a:chOff x="4140" y="429"/>
              <a:chExt cx="1425" cy="2396"/>
            </a:xfrm>
          </p:grpSpPr>
          <p:sp>
            <p:nvSpPr>
              <p:cNvPr id="445" name="Google Shape;445;p4"/>
              <p:cNvSpPr/>
              <p:nvPr/>
            </p:nvSpPr>
            <p:spPr>
              <a:xfrm>
                <a:off x="5268" y="433"/>
                <a:ext cx="283" cy="2286"/>
              </a:xfrm>
              <a:custGeom>
                <a:avLst/>
                <a:gdLst/>
                <a:ahLst/>
                <a:cxnLst/>
                <a:rect l="l" t="t" r="r" b="b"/>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446" name="Google Shape;446;p4"/>
              <p:cNvSpPr/>
              <p:nvPr/>
            </p:nvSpPr>
            <p:spPr>
              <a:xfrm>
                <a:off x="4206" y="429"/>
                <a:ext cx="1046" cy="2284"/>
              </a:xfrm>
              <a:prstGeom prst="rect">
                <a:avLst/>
              </a:prstGeom>
              <a:gradFill>
                <a:gsLst>
                  <a:gs pos="0">
                    <a:srgbClr val="292929"/>
                  </a:gs>
                  <a:gs pos="100000">
                    <a:srgbClr val="808080"/>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447" name="Google Shape;447;p4"/>
              <p:cNvSpPr/>
              <p:nvPr/>
            </p:nvSpPr>
            <p:spPr>
              <a:xfrm>
                <a:off x="5321" y="570"/>
                <a:ext cx="169" cy="2115"/>
              </a:xfrm>
              <a:custGeom>
                <a:avLst/>
                <a:gdLst/>
                <a:ahLst/>
                <a:cxnLst/>
                <a:rect l="l" t="t" r="r" b="b"/>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448" name="Google Shape;448;p4"/>
              <p:cNvSpPr/>
              <p:nvPr/>
            </p:nvSpPr>
            <p:spPr>
              <a:xfrm>
                <a:off x="5284" y="1640"/>
                <a:ext cx="263" cy="189"/>
              </a:xfrm>
              <a:custGeom>
                <a:avLst/>
                <a:gdLst/>
                <a:ahLst/>
                <a:cxnLst/>
                <a:rect l="l" t="t" r="r" b="b"/>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449" name="Google Shape;449;p4"/>
              <p:cNvSpPr/>
              <p:nvPr/>
            </p:nvSpPr>
            <p:spPr>
              <a:xfrm>
                <a:off x="4211" y="695"/>
                <a:ext cx="597" cy="48"/>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nvGrpSpPr>
              <p:cNvPr id="450" name="Google Shape;450;p4"/>
              <p:cNvGrpSpPr/>
              <p:nvPr/>
            </p:nvGrpSpPr>
            <p:grpSpPr>
              <a:xfrm>
                <a:off x="4751" y="668"/>
                <a:ext cx="578" cy="144"/>
                <a:chOff x="616" y="2568"/>
                <a:chExt cx="721" cy="138"/>
              </a:xfrm>
            </p:grpSpPr>
            <p:sp>
              <p:nvSpPr>
                <p:cNvPr id="451" name="Google Shape;451;p4"/>
                <p:cNvSpPr/>
                <p:nvPr/>
              </p:nvSpPr>
              <p:spPr>
                <a:xfrm>
                  <a:off x="616" y="2568"/>
                  <a:ext cx="721" cy="138"/>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452" name="Google Shape;452;p4"/>
                <p:cNvSpPr/>
                <p:nvPr/>
              </p:nvSpPr>
              <p:spPr>
                <a:xfrm>
                  <a:off x="634" y="2583"/>
                  <a:ext cx="685" cy="107"/>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sp>
            <p:nvSpPr>
              <p:cNvPr id="453" name="Google Shape;453;p4"/>
              <p:cNvSpPr/>
              <p:nvPr/>
            </p:nvSpPr>
            <p:spPr>
              <a:xfrm>
                <a:off x="4225" y="1019"/>
                <a:ext cx="597" cy="48"/>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nvGrpSpPr>
              <p:cNvPr id="454" name="Google Shape;454;p4"/>
              <p:cNvGrpSpPr/>
              <p:nvPr/>
            </p:nvGrpSpPr>
            <p:grpSpPr>
              <a:xfrm>
                <a:off x="4746" y="992"/>
                <a:ext cx="583" cy="138"/>
                <a:chOff x="613" y="2566"/>
                <a:chExt cx="727" cy="143"/>
              </a:xfrm>
            </p:grpSpPr>
            <p:sp>
              <p:nvSpPr>
                <p:cNvPr id="455" name="Google Shape;455;p4"/>
                <p:cNvSpPr/>
                <p:nvPr/>
              </p:nvSpPr>
              <p:spPr>
                <a:xfrm>
                  <a:off x="613" y="2566"/>
                  <a:ext cx="727" cy="143"/>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456" name="Google Shape;456;p4"/>
                <p:cNvSpPr/>
                <p:nvPr/>
              </p:nvSpPr>
              <p:spPr>
                <a:xfrm>
                  <a:off x="630" y="2583"/>
                  <a:ext cx="691" cy="110"/>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sp>
            <p:nvSpPr>
              <p:cNvPr id="457" name="Google Shape;457;p4"/>
              <p:cNvSpPr/>
              <p:nvPr/>
            </p:nvSpPr>
            <p:spPr>
              <a:xfrm>
                <a:off x="4216" y="1359"/>
                <a:ext cx="597" cy="48"/>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458" name="Google Shape;458;p4"/>
              <p:cNvSpPr/>
              <p:nvPr/>
            </p:nvSpPr>
            <p:spPr>
              <a:xfrm>
                <a:off x="4230" y="1656"/>
                <a:ext cx="592" cy="48"/>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nvGrpSpPr>
              <p:cNvPr id="459" name="Google Shape;459;p4"/>
              <p:cNvGrpSpPr/>
              <p:nvPr/>
            </p:nvGrpSpPr>
            <p:grpSpPr>
              <a:xfrm>
                <a:off x="4737" y="1629"/>
                <a:ext cx="582" cy="149"/>
                <a:chOff x="616" y="2570"/>
                <a:chExt cx="725" cy="137"/>
              </a:xfrm>
            </p:grpSpPr>
            <p:sp>
              <p:nvSpPr>
                <p:cNvPr id="460" name="Google Shape;460;p4"/>
                <p:cNvSpPr/>
                <p:nvPr/>
              </p:nvSpPr>
              <p:spPr>
                <a:xfrm>
                  <a:off x="616" y="2570"/>
                  <a:ext cx="725" cy="137"/>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461" name="Google Shape;461;p4"/>
                <p:cNvSpPr/>
                <p:nvPr/>
              </p:nvSpPr>
              <p:spPr>
                <a:xfrm>
                  <a:off x="634" y="2585"/>
                  <a:ext cx="690" cy="108"/>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sp>
            <p:nvSpPr>
              <p:cNvPr id="462" name="Google Shape;462;p4"/>
              <p:cNvSpPr/>
              <p:nvPr/>
            </p:nvSpPr>
            <p:spPr>
              <a:xfrm>
                <a:off x="5288" y="1354"/>
                <a:ext cx="263" cy="188"/>
              </a:xfrm>
              <a:custGeom>
                <a:avLst/>
                <a:gdLst/>
                <a:ahLst/>
                <a:cxnLst/>
                <a:rect l="l" t="t" r="r" b="b"/>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nvGrpSpPr>
              <p:cNvPr id="463" name="Google Shape;463;p4"/>
              <p:cNvGrpSpPr/>
              <p:nvPr/>
            </p:nvGrpSpPr>
            <p:grpSpPr>
              <a:xfrm>
                <a:off x="4751" y="1327"/>
                <a:ext cx="564" cy="138"/>
                <a:chOff x="629" y="2568"/>
                <a:chExt cx="702" cy="138"/>
              </a:xfrm>
            </p:grpSpPr>
            <p:sp>
              <p:nvSpPr>
                <p:cNvPr id="464" name="Google Shape;464;p4"/>
                <p:cNvSpPr/>
                <p:nvPr/>
              </p:nvSpPr>
              <p:spPr>
                <a:xfrm>
                  <a:off x="629" y="2568"/>
                  <a:ext cx="702" cy="138"/>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465" name="Google Shape;465;p4"/>
                <p:cNvSpPr/>
                <p:nvPr/>
              </p:nvSpPr>
              <p:spPr>
                <a:xfrm>
                  <a:off x="634" y="2584"/>
                  <a:ext cx="672" cy="106"/>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sp>
            <p:nvSpPr>
              <p:cNvPr id="466" name="Google Shape;466;p4"/>
              <p:cNvSpPr/>
              <p:nvPr/>
            </p:nvSpPr>
            <p:spPr>
              <a:xfrm>
                <a:off x="5248" y="429"/>
                <a:ext cx="71" cy="2290"/>
              </a:xfrm>
              <a:prstGeom prst="rect">
                <a:avLst/>
              </a:prstGeom>
              <a:gradFill>
                <a:gsLst>
                  <a:gs pos="0">
                    <a:srgbClr val="333333"/>
                  </a:gs>
                  <a:gs pos="50000">
                    <a:srgbClr val="DDDDDD"/>
                  </a:gs>
                  <a:gs pos="100000">
                    <a:srgbClr val="333333"/>
                  </a:gs>
                </a:gsLst>
                <a:lin ang="0" scaled="0"/>
              </a:gra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467" name="Google Shape;467;p4"/>
              <p:cNvSpPr/>
              <p:nvPr/>
            </p:nvSpPr>
            <p:spPr>
              <a:xfrm>
                <a:off x="5312" y="1007"/>
                <a:ext cx="237" cy="213"/>
              </a:xfrm>
              <a:custGeom>
                <a:avLst/>
                <a:gdLst/>
                <a:ahLst/>
                <a:cxnLst/>
                <a:rect l="l" t="t" r="r" b="b"/>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468" name="Google Shape;468;p4"/>
              <p:cNvSpPr/>
              <p:nvPr/>
            </p:nvSpPr>
            <p:spPr>
              <a:xfrm>
                <a:off x="5315" y="680"/>
                <a:ext cx="244" cy="240"/>
              </a:xfrm>
              <a:custGeom>
                <a:avLst/>
                <a:gdLst/>
                <a:ahLst/>
                <a:cxnLst/>
                <a:rect l="l" t="t" r="r" b="b"/>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469" name="Google Shape;469;p4"/>
              <p:cNvSpPr/>
              <p:nvPr/>
            </p:nvSpPr>
            <p:spPr>
              <a:xfrm>
                <a:off x="5518" y="2612"/>
                <a:ext cx="47" cy="96"/>
              </a:xfrm>
              <a:prstGeom prst="ellipse">
                <a:avLst/>
              </a:prstGeom>
              <a:solidFill>
                <a:srgbClr val="3333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470" name="Google Shape;470;p4"/>
              <p:cNvSpPr/>
              <p:nvPr/>
            </p:nvSpPr>
            <p:spPr>
              <a:xfrm>
                <a:off x="5302" y="2614"/>
                <a:ext cx="245" cy="200"/>
              </a:xfrm>
              <a:custGeom>
                <a:avLst/>
                <a:gdLst/>
                <a:ahLst/>
                <a:cxnLst/>
                <a:rect l="l" t="t" r="r" b="b"/>
                <a:pathLst>
                  <a:path w="306" h="240" extrusionOk="0">
                    <a:moveTo>
                      <a:pt x="0" y="106"/>
                    </a:moveTo>
                    <a:lnTo>
                      <a:pt x="2" y="240"/>
                    </a:lnTo>
                    <a:lnTo>
                      <a:pt x="306" y="110"/>
                    </a:lnTo>
                    <a:lnTo>
                      <a:pt x="300" y="0"/>
                    </a:lnTo>
                    <a:lnTo>
                      <a:pt x="0" y="106"/>
                    </a:lnTo>
                    <a:close/>
                  </a:path>
                </a:pathLst>
              </a:custGeom>
              <a:solidFill>
                <a:srgbClr val="33333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471" name="Google Shape;471;p4"/>
              <p:cNvSpPr/>
              <p:nvPr/>
            </p:nvSpPr>
            <p:spPr>
              <a:xfrm>
                <a:off x="4140" y="2676"/>
                <a:ext cx="1198" cy="149"/>
              </a:xfrm>
              <a:prstGeom prst="roundRect">
                <a:avLst>
                  <a:gd name="adj" fmla="val 50000"/>
                </a:avLst>
              </a:prstGeom>
              <a:solidFill>
                <a:srgbClr val="DDDDDD"/>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472" name="Google Shape;472;p4"/>
              <p:cNvSpPr/>
              <p:nvPr/>
            </p:nvSpPr>
            <p:spPr>
              <a:xfrm>
                <a:off x="4206" y="2713"/>
                <a:ext cx="1070" cy="80"/>
              </a:xfrm>
              <a:prstGeom prst="roundRect">
                <a:avLst>
                  <a:gd name="adj" fmla="val 50000"/>
                </a:avLst>
              </a:prstGeom>
              <a:gradFill>
                <a:gsLst>
                  <a:gs pos="0">
                    <a:srgbClr val="000000"/>
                  </a:gs>
                  <a:gs pos="100000">
                    <a:srgbClr val="808080"/>
                  </a:gs>
                </a:gsLst>
                <a:lin ang="0" scaled="0"/>
              </a:gra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473" name="Google Shape;473;p4"/>
              <p:cNvSpPr/>
              <p:nvPr/>
            </p:nvSpPr>
            <p:spPr>
              <a:xfrm>
                <a:off x="4306" y="2384"/>
                <a:ext cx="161" cy="143"/>
              </a:xfrm>
              <a:prstGeom prst="ellipse">
                <a:avLst/>
              </a:prstGeom>
              <a:solidFill>
                <a:srgbClr val="33CC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474" name="Google Shape;474;p4"/>
              <p:cNvSpPr/>
              <p:nvPr/>
            </p:nvSpPr>
            <p:spPr>
              <a:xfrm>
                <a:off x="4486" y="2384"/>
                <a:ext cx="161" cy="14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000"/>
                  <a:buFont typeface="Arial"/>
                  <a:buNone/>
                </a:pPr>
                <a:endParaRPr sz="2000" b="0" i="0" u="none" strike="noStrike" cap="none">
                  <a:solidFill>
                    <a:srgbClr val="FF0000"/>
                  </a:solidFill>
                  <a:latin typeface="Calibri"/>
                  <a:ea typeface="Calibri"/>
                  <a:cs typeface="Calibri"/>
                  <a:sym typeface="Calibri"/>
                </a:endParaRPr>
              </a:p>
            </p:txBody>
          </p:sp>
          <p:sp>
            <p:nvSpPr>
              <p:cNvPr id="475" name="Google Shape;475;p4"/>
              <p:cNvSpPr/>
              <p:nvPr/>
            </p:nvSpPr>
            <p:spPr>
              <a:xfrm>
                <a:off x="4661" y="2379"/>
                <a:ext cx="161" cy="143"/>
              </a:xfrm>
              <a:prstGeom prst="ellipse">
                <a:avLst/>
              </a:prstGeom>
              <a:solidFill>
                <a:srgbClr val="33CC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476" name="Google Shape;476;p4"/>
              <p:cNvSpPr/>
              <p:nvPr/>
            </p:nvSpPr>
            <p:spPr>
              <a:xfrm>
                <a:off x="5063" y="1837"/>
                <a:ext cx="85" cy="760"/>
              </a:xfrm>
              <a:prstGeom prst="rect">
                <a:avLst/>
              </a:prstGeom>
              <a:solidFill>
                <a:srgbClr val="292929"/>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grpSp>
          <p:nvGrpSpPr>
            <p:cNvPr id="477" name="Google Shape;477;p4"/>
            <p:cNvGrpSpPr/>
            <p:nvPr/>
          </p:nvGrpSpPr>
          <p:grpSpPr>
            <a:xfrm>
              <a:off x="3105" y="1159"/>
              <a:ext cx="301" cy="451"/>
              <a:chOff x="4140" y="429"/>
              <a:chExt cx="1425" cy="2396"/>
            </a:xfrm>
          </p:grpSpPr>
          <p:sp>
            <p:nvSpPr>
              <p:cNvPr id="478" name="Google Shape;478;p4"/>
              <p:cNvSpPr/>
              <p:nvPr/>
            </p:nvSpPr>
            <p:spPr>
              <a:xfrm>
                <a:off x="5268" y="433"/>
                <a:ext cx="283" cy="2286"/>
              </a:xfrm>
              <a:custGeom>
                <a:avLst/>
                <a:gdLst/>
                <a:ahLst/>
                <a:cxnLst/>
                <a:rect l="l" t="t" r="r" b="b"/>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479" name="Google Shape;479;p4"/>
              <p:cNvSpPr/>
              <p:nvPr/>
            </p:nvSpPr>
            <p:spPr>
              <a:xfrm>
                <a:off x="4206" y="429"/>
                <a:ext cx="1046" cy="2284"/>
              </a:xfrm>
              <a:prstGeom prst="rect">
                <a:avLst/>
              </a:prstGeom>
              <a:gradFill>
                <a:gsLst>
                  <a:gs pos="0">
                    <a:srgbClr val="292929"/>
                  </a:gs>
                  <a:gs pos="100000">
                    <a:srgbClr val="808080"/>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480" name="Google Shape;480;p4"/>
              <p:cNvSpPr/>
              <p:nvPr/>
            </p:nvSpPr>
            <p:spPr>
              <a:xfrm>
                <a:off x="5321" y="570"/>
                <a:ext cx="169" cy="2115"/>
              </a:xfrm>
              <a:custGeom>
                <a:avLst/>
                <a:gdLst/>
                <a:ahLst/>
                <a:cxnLst/>
                <a:rect l="l" t="t" r="r" b="b"/>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481" name="Google Shape;481;p4"/>
              <p:cNvSpPr/>
              <p:nvPr/>
            </p:nvSpPr>
            <p:spPr>
              <a:xfrm>
                <a:off x="5284" y="1640"/>
                <a:ext cx="263" cy="189"/>
              </a:xfrm>
              <a:custGeom>
                <a:avLst/>
                <a:gdLst/>
                <a:ahLst/>
                <a:cxnLst/>
                <a:rect l="l" t="t" r="r" b="b"/>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482" name="Google Shape;482;p4"/>
              <p:cNvSpPr/>
              <p:nvPr/>
            </p:nvSpPr>
            <p:spPr>
              <a:xfrm>
                <a:off x="4211" y="695"/>
                <a:ext cx="597" cy="48"/>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nvGrpSpPr>
              <p:cNvPr id="483" name="Google Shape;483;p4"/>
              <p:cNvGrpSpPr/>
              <p:nvPr/>
            </p:nvGrpSpPr>
            <p:grpSpPr>
              <a:xfrm>
                <a:off x="4751" y="668"/>
                <a:ext cx="578" cy="144"/>
                <a:chOff x="616" y="2568"/>
                <a:chExt cx="721" cy="138"/>
              </a:xfrm>
            </p:grpSpPr>
            <p:sp>
              <p:nvSpPr>
                <p:cNvPr id="484" name="Google Shape;484;p4"/>
                <p:cNvSpPr/>
                <p:nvPr/>
              </p:nvSpPr>
              <p:spPr>
                <a:xfrm>
                  <a:off x="616" y="2568"/>
                  <a:ext cx="721" cy="138"/>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485" name="Google Shape;485;p4"/>
                <p:cNvSpPr/>
                <p:nvPr/>
              </p:nvSpPr>
              <p:spPr>
                <a:xfrm>
                  <a:off x="634" y="2583"/>
                  <a:ext cx="685" cy="107"/>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sp>
            <p:nvSpPr>
              <p:cNvPr id="486" name="Google Shape;486;p4"/>
              <p:cNvSpPr/>
              <p:nvPr/>
            </p:nvSpPr>
            <p:spPr>
              <a:xfrm>
                <a:off x="4225" y="1019"/>
                <a:ext cx="597" cy="48"/>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nvGrpSpPr>
              <p:cNvPr id="487" name="Google Shape;487;p4"/>
              <p:cNvGrpSpPr/>
              <p:nvPr/>
            </p:nvGrpSpPr>
            <p:grpSpPr>
              <a:xfrm>
                <a:off x="4746" y="992"/>
                <a:ext cx="583" cy="138"/>
                <a:chOff x="613" y="2566"/>
                <a:chExt cx="727" cy="143"/>
              </a:xfrm>
            </p:grpSpPr>
            <p:sp>
              <p:nvSpPr>
                <p:cNvPr id="488" name="Google Shape;488;p4"/>
                <p:cNvSpPr/>
                <p:nvPr/>
              </p:nvSpPr>
              <p:spPr>
                <a:xfrm>
                  <a:off x="613" y="2566"/>
                  <a:ext cx="727" cy="143"/>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489" name="Google Shape;489;p4"/>
                <p:cNvSpPr/>
                <p:nvPr/>
              </p:nvSpPr>
              <p:spPr>
                <a:xfrm>
                  <a:off x="630" y="2583"/>
                  <a:ext cx="691" cy="110"/>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sp>
            <p:nvSpPr>
              <p:cNvPr id="490" name="Google Shape;490;p4"/>
              <p:cNvSpPr/>
              <p:nvPr/>
            </p:nvSpPr>
            <p:spPr>
              <a:xfrm>
                <a:off x="4216" y="1359"/>
                <a:ext cx="597" cy="48"/>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491" name="Google Shape;491;p4"/>
              <p:cNvSpPr/>
              <p:nvPr/>
            </p:nvSpPr>
            <p:spPr>
              <a:xfrm>
                <a:off x="4230" y="1656"/>
                <a:ext cx="592" cy="48"/>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nvGrpSpPr>
              <p:cNvPr id="492" name="Google Shape;492;p4"/>
              <p:cNvGrpSpPr/>
              <p:nvPr/>
            </p:nvGrpSpPr>
            <p:grpSpPr>
              <a:xfrm>
                <a:off x="4737" y="1629"/>
                <a:ext cx="582" cy="149"/>
                <a:chOff x="616" y="2570"/>
                <a:chExt cx="725" cy="137"/>
              </a:xfrm>
            </p:grpSpPr>
            <p:sp>
              <p:nvSpPr>
                <p:cNvPr id="493" name="Google Shape;493;p4"/>
                <p:cNvSpPr/>
                <p:nvPr/>
              </p:nvSpPr>
              <p:spPr>
                <a:xfrm>
                  <a:off x="616" y="2570"/>
                  <a:ext cx="725" cy="137"/>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494" name="Google Shape;494;p4"/>
                <p:cNvSpPr/>
                <p:nvPr/>
              </p:nvSpPr>
              <p:spPr>
                <a:xfrm>
                  <a:off x="634" y="2585"/>
                  <a:ext cx="690" cy="108"/>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sp>
            <p:nvSpPr>
              <p:cNvPr id="495" name="Google Shape;495;p4"/>
              <p:cNvSpPr/>
              <p:nvPr/>
            </p:nvSpPr>
            <p:spPr>
              <a:xfrm>
                <a:off x="5288" y="1354"/>
                <a:ext cx="263" cy="188"/>
              </a:xfrm>
              <a:custGeom>
                <a:avLst/>
                <a:gdLst/>
                <a:ahLst/>
                <a:cxnLst/>
                <a:rect l="l" t="t" r="r" b="b"/>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nvGrpSpPr>
              <p:cNvPr id="496" name="Google Shape;496;p4"/>
              <p:cNvGrpSpPr/>
              <p:nvPr/>
            </p:nvGrpSpPr>
            <p:grpSpPr>
              <a:xfrm>
                <a:off x="4751" y="1327"/>
                <a:ext cx="564" cy="138"/>
                <a:chOff x="629" y="2568"/>
                <a:chExt cx="702" cy="138"/>
              </a:xfrm>
            </p:grpSpPr>
            <p:sp>
              <p:nvSpPr>
                <p:cNvPr id="497" name="Google Shape;497;p4"/>
                <p:cNvSpPr/>
                <p:nvPr/>
              </p:nvSpPr>
              <p:spPr>
                <a:xfrm>
                  <a:off x="629" y="2568"/>
                  <a:ext cx="702" cy="138"/>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498" name="Google Shape;498;p4"/>
                <p:cNvSpPr/>
                <p:nvPr/>
              </p:nvSpPr>
              <p:spPr>
                <a:xfrm>
                  <a:off x="634" y="2584"/>
                  <a:ext cx="672" cy="106"/>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sp>
            <p:nvSpPr>
              <p:cNvPr id="499" name="Google Shape;499;p4"/>
              <p:cNvSpPr/>
              <p:nvPr/>
            </p:nvSpPr>
            <p:spPr>
              <a:xfrm>
                <a:off x="5248" y="429"/>
                <a:ext cx="71" cy="2290"/>
              </a:xfrm>
              <a:prstGeom prst="rect">
                <a:avLst/>
              </a:prstGeom>
              <a:gradFill>
                <a:gsLst>
                  <a:gs pos="0">
                    <a:srgbClr val="333333"/>
                  </a:gs>
                  <a:gs pos="50000">
                    <a:srgbClr val="DDDDDD"/>
                  </a:gs>
                  <a:gs pos="100000">
                    <a:srgbClr val="333333"/>
                  </a:gs>
                </a:gsLst>
                <a:lin ang="0" scaled="0"/>
              </a:gra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500" name="Google Shape;500;p4"/>
              <p:cNvSpPr/>
              <p:nvPr/>
            </p:nvSpPr>
            <p:spPr>
              <a:xfrm>
                <a:off x="5312" y="1007"/>
                <a:ext cx="237" cy="213"/>
              </a:xfrm>
              <a:custGeom>
                <a:avLst/>
                <a:gdLst/>
                <a:ahLst/>
                <a:cxnLst/>
                <a:rect l="l" t="t" r="r" b="b"/>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501" name="Google Shape;501;p4"/>
              <p:cNvSpPr/>
              <p:nvPr/>
            </p:nvSpPr>
            <p:spPr>
              <a:xfrm>
                <a:off x="5315" y="680"/>
                <a:ext cx="244" cy="240"/>
              </a:xfrm>
              <a:custGeom>
                <a:avLst/>
                <a:gdLst/>
                <a:ahLst/>
                <a:cxnLst/>
                <a:rect l="l" t="t" r="r" b="b"/>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502" name="Google Shape;502;p4"/>
              <p:cNvSpPr/>
              <p:nvPr/>
            </p:nvSpPr>
            <p:spPr>
              <a:xfrm>
                <a:off x="5518" y="2612"/>
                <a:ext cx="47" cy="96"/>
              </a:xfrm>
              <a:prstGeom prst="ellipse">
                <a:avLst/>
              </a:prstGeom>
              <a:solidFill>
                <a:srgbClr val="3333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503" name="Google Shape;503;p4"/>
              <p:cNvSpPr/>
              <p:nvPr/>
            </p:nvSpPr>
            <p:spPr>
              <a:xfrm>
                <a:off x="5302" y="2614"/>
                <a:ext cx="245" cy="200"/>
              </a:xfrm>
              <a:custGeom>
                <a:avLst/>
                <a:gdLst/>
                <a:ahLst/>
                <a:cxnLst/>
                <a:rect l="l" t="t" r="r" b="b"/>
                <a:pathLst>
                  <a:path w="306" h="240" extrusionOk="0">
                    <a:moveTo>
                      <a:pt x="0" y="106"/>
                    </a:moveTo>
                    <a:lnTo>
                      <a:pt x="2" y="240"/>
                    </a:lnTo>
                    <a:lnTo>
                      <a:pt x="306" y="110"/>
                    </a:lnTo>
                    <a:lnTo>
                      <a:pt x="300" y="0"/>
                    </a:lnTo>
                    <a:lnTo>
                      <a:pt x="0" y="106"/>
                    </a:lnTo>
                    <a:close/>
                  </a:path>
                </a:pathLst>
              </a:custGeom>
              <a:solidFill>
                <a:srgbClr val="33333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504" name="Google Shape;504;p4"/>
              <p:cNvSpPr/>
              <p:nvPr/>
            </p:nvSpPr>
            <p:spPr>
              <a:xfrm>
                <a:off x="4140" y="2676"/>
                <a:ext cx="1198" cy="149"/>
              </a:xfrm>
              <a:prstGeom prst="roundRect">
                <a:avLst>
                  <a:gd name="adj" fmla="val 50000"/>
                </a:avLst>
              </a:prstGeom>
              <a:solidFill>
                <a:srgbClr val="DDDDDD"/>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505" name="Google Shape;505;p4"/>
              <p:cNvSpPr/>
              <p:nvPr/>
            </p:nvSpPr>
            <p:spPr>
              <a:xfrm>
                <a:off x="4206" y="2713"/>
                <a:ext cx="1070" cy="80"/>
              </a:xfrm>
              <a:prstGeom prst="roundRect">
                <a:avLst>
                  <a:gd name="adj" fmla="val 50000"/>
                </a:avLst>
              </a:prstGeom>
              <a:gradFill>
                <a:gsLst>
                  <a:gs pos="0">
                    <a:srgbClr val="000000"/>
                  </a:gs>
                  <a:gs pos="100000">
                    <a:srgbClr val="808080"/>
                  </a:gs>
                </a:gsLst>
                <a:lin ang="0" scaled="0"/>
              </a:gra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506" name="Google Shape;506;p4"/>
              <p:cNvSpPr/>
              <p:nvPr/>
            </p:nvSpPr>
            <p:spPr>
              <a:xfrm>
                <a:off x="4306" y="2384"/>
                <a:ext cx="161" cy="143"/>
              </a:xfrm>
              <a:prstGeom prst="ellipse">
                <a:avLst/>
              </a:prstGeom>
              <a:solidFill>
                <a:srgbClr val="33CC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507" name="Google Shape;507;p4"/>
              <p:cNvSpPr/>
              <p:nvPr/>
            </p:nvSpPr>
            <p:spPr>
              <a:xfrm>
                <a:off x="4486" y="2384"/>
                <a:ext cx="161" cy="14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000"/>
                  <a:buFont typeface="Arial"/>
                  <a:buNone/>
                </a:pPr>
                <a:endParaRPr sz="2000" b="0" i="0" u="none" strike="noStrike" cap="none">
                  <a:solidFill>
                    <a:srgbClr val="FF0000"/>
                  </a:solidFill>
                  <a:latin typeface="Calibri"/>
                  <a:ea typeface="Calibri"/>
                  <a:cs typeface="Calibri"/>
                  <a:sym typeface="Calibri"/>
                </a:endParaRPr>
              </a:p>
            </p:txBody>
          </p:sp>
          <p:sp>
            <p:nvSpPr>
              <p:cNvPr id="508" name="Google Shape;508;p4"/>
              <p:cNvSpPr/>
              <p:nvPr/>
            </p:nvSpPr>
            <p:spPr>
              <a:xfrm>
                <a:off x="4661" y="2379"/>
                <a:ext cx="161" cy="143"/>
              </a:xfrm>
              <a:prstGeom prst="ellipse">
                <a:avLst/>
              </a:prstGeom>
              <a:solidFill>
                <a:srgbClr val="33CC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sp>
            <p:nvSpPr>
              <p:cNvPr id="509" name="Google Shape;509;p4"/>
              <p:cNvSpPr/>
              <p:nvPr/>
            </p:nvSpPr>
            <p:spPr>
              <a:xfrm>
                <a:off x="5063" y="1837"/>
                <a:ext cx="85" cy="760"/>
              </a:xfrm>
              <a:prstGeom prst="rect">
                <a:avLst/>
              </a:prstGeom>
              <a:solidFill>
                <a:srgbClr val="292929"/>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cxnSp>
          <p:nvCxnSpPr>
            <p:cNvPr id="510" name="Google Shape;510;p4"/>
            <p:cNvCxnSpPr/>
            <p:nvPr/>
          </p:nvCxnSpPr>
          <p:spPr>
            <a:xfrm>
              <a:off x="3734" y="1642"/>
              <a:ext cx="708" cy="498"/>
            </a:xfrm>
            <a:prstGeom prst="straightConnector1">
              <a:avLst/>
            </a:prstGeom>
            <a:noFill/>
            <a:ln w="28575" cap="flat" cmpd="sng">
              <a:solidFill>
                <a:srgbClr val="CC0000"/>
              </a:solidFill>
              <a:prstDash val="solid"/>
              <a:round/>
              <a:headEnd type="triangle" w="med" len="med"/>
              <a:tailEnd type="triangle" w="med" len="med"/>
            </a:ln>
          </p:spPr>
        </p:cxnSp>
        <p:grpSp>
          <p:nvGrpSpPr>
            <p:cNvPr id="511" name="Google Shape;511;p4"/>
            <p:cNvGrpSpPr/>
            <p:nvPr/>
          </p:nvGrpSpPr>
          <p:grpSpPr>
            <a:xfrm>
              <a:off x="4466" y="1881"/>
              <a:ext cx="510" cy="661"/>
              <a:chOff x="4296" y="2627"/>
              <a:chExt cx="510" cy="661"/>
            </a:xfrm>
          </p:grpSpPr>
          <p:sp>
            <p:nvSpPr>
              <p:cNvPr id="512" name="Google Shape;512;p4"/>
              <p:cNvSpPr/>
              <p:nvPr/>
            </p:nvSpPr>
            <p:spPr>
              <a:xfrm>
                <a:off x="4296" y="2652"/>
                <a:ext cx="510" cy="636"/>
              </a:xfrm>
              <a:prstGeom prst="rect">
                <a:avLst/>
              </a:prstGeom>
              <a:solidFill>
                <a:srgbClr val="CCCCFF"/>
              </a:solidFill>
              <a:ln w="190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sp>
            <p:nvSpPr>
              <p:cNvPr id="513" name="Google Shape;513;p4"/>
              <p:cNvSpPr txBox="1"/>
              <p:nvPr/>
            </p:nvSpPr>
            <p:spPr>
              <a:xfrm>
                <a:off x="4298" y="2627"/>
                <a:ext cx="485" cy="40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mail</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server</a:t>
                </a:r>
                <a:endParaRPr sz="2800" b="0" i="0" u="none" strike="noStrike" cap="none">
                  <a:solidFill>
                    <a:srgbClr val="000000"/>
                  </a:solidFill>
                  <a:latin typeface="Calibri"/>
                  <a:ea typeface="Calibri"/>
                  <a:cs typeface="Calibri"/>
                  <a:sym typeface="Calibri"/>
                </a:endParaRPr>
              </a:p>
            </p:txBody>
          </p:sp>
          <p:sp>
            <p:nvSpPr>
              <p:cNvPr id="514" name="Google Shape;514;p4"/>
              <p:cNvSpPr/>
              <p:nvPr/>
            </p:nvSpPr>
            <p:spPr>
              <a:xfrm>
                <a:off x="4320" y="3006"/>
                <a:ext cx="450" cy="120"/>
              </a:xfrm>
              <a:prstGeom prst="rect">
                <a:avLst/>
              </a:prstGeom>
              <a:solidFill>
                <a:srgbClr val="00FF00"/>
              </a:solidFill>
              <a:ln w="190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cxnSp>
            <p:nvCxnSpPr>
              <p:cNvPr id="515" name="Google Shape;515;p4"/>
              <p:cNvCxnSpPr/>
              <p:nvPr/>
            </p:nvCxnSpPr>
            <p:spPr>
              <a:xfrm>
                <a:off x="4369" y="3034"/>
                <a:ext cx="0" cy="72"/>
              </a:xfrm>
              <a:prstGeom prst="straightConnector1">
                <a:avLst/>
              </a:prstGeom>
              <a:noFill/>
              <a:ln w="19050" cap="flat" cmpd="sng">
                <a:solidFill>
                  <a:srgbClr val="000000"/>
                </a:solidFill>
                <a:prstDash val="solid"/>
                <a:round/>
                <a:headEnd type="none" w="sm" len="sm"/>
                <a:tailEnd type="none" w="sm" len="sm"/>
              </a:ln>
            </p:spPr>
          </p:cxnSp>
          <p:cxnSp>
            <p:nvCxnSpPr>
              <p:cNvPr id="516" name="Google Shape;516;p4"/>
              <p:cNvCxnSpPr/>
              <p:nvPr/>
            </p:nvCxnSpPr>
            <p:spPr>
              <a:xfrm>
                <a:off x="4478" y="3033"/>
                <a:ext cx="0" cy="72"/>
              </a:xfrm>
              <a:prstGeom prst="straightConnector1">
                <a:avLst/>
              </a:prstGeom>
              <a:noFill/>
              <a:ln w="19050" cap="flat" cmpd="sng">
                <a:solidFill>
                  <a:srgbClr val="000000"/>
                </a:solidFill>
                <a:prstDash val="solid"/>
                <a:round/>
                <a:headEnd type="none" w="sm" len="sm"/>
                <a:tailEnd type="none" w="sm" len="sm"/>
              </a:ln>
            </p:spPr>
          </p:cxnSp>
          <p:cxnSp>
            <p:nvCxnSpPr>
              <p:cNvPr id="517" name="Google Shape;517;p4"/>
              <p:cNvCxnSpPr/>
              <p:nvPr/>
            </p:nvCxnSpPr>
            <p:spPr>
              <a:xfrm>
                <a:off x="4533" y="3035"/>
                <a:ext cx="0" cy="72"/>
              </a:xfrm>
              <a:prstGeom prst="straightConnector1">
                <a:avLst/>
              </a:prstGeom>
              <a:noFill/>
              <a:ln w="19050" cap="flat" cmpd="sng">
                <a:solidFill>
                  <a:srgbClr val="000000"/>
                </a:solidFill>
                <a:prstDash val="solid"/>
                <a:round/>
                <a:headEnd type="none" w="sm" len="sm"/>
                <a:tailEnd type="none" w="sm" len="sm"/>
              </a:ln>
            </p:spPr>
          </p:cxnSp>
          <p:cxnSp>
            <p:nvCxnSpPr>
              <p:cNvPr id="518" name="Google Shape;518;p4"/>
              <p:cNvCxnSpPr/>
              <p:nvPr/>
            </p:nvCxnSpPr>
            <p:spPr>
              <a:xfrm>
                <a:off x="4590" y="3033"/>
                <a:ext cx="0" cy="72"/>
              </a:xfrm>
              <a:prstGeom prst="straightConnector1">
                <a:avLst/>
              </a:prstGeom>
              <a:noFill/>
              <a:ln w="19050" cap="flat" cmpd="sng">
                <a:solidFill>
                  <a:srgbClr val="000000"/>
                </a:solidFill>
                <a:prstDash val="solid"/>
                <a:round/>
                <a:headEnd type="none" w="sm" len="sm"/>
                <a:tailEnd type="none" w="sm" len="sm"/>
              </a:ln>
            </p:spPr>
          </p:cxnSp>
          <p:cxnSp>
            <p:nvCxnSpPr>
              <p:cNvPr id="519" name="Google Shape;519;p4"/>
              <p:cNvCxnSpPr/>
              <p:nvPr/>
            </p:nvCxnSpPr>
            <p:spPr>
              <a:xfrm>
                <a:off x="4651" y="3033"/>
                <a:ext cx="0" cy="72"/>
              </a:xfrm>
              <a:prstGeom prst="straightConnector1">
                <a:avLst/>
              </a:prstGeom>
              <a:noFill/>
              <a:ln w="19050" cap="flat" cmpd="sng">
                <a:solidFill>
                  <a:srgbClr val="000000"/>
                </a:solidFill>
                <a:prstDash val="solid"/>
                <a:round/>
                <a:headEnd type="none" w="sm" len="sm"/>
                <a:tailEnd type="none" w="sm" len="sm"/>
              </a:ln>
            </p:spPr>
          </p:cxnSp>
          <p:cxnSp>
            <p:nvCxnSpPr>
              <p:cNvPr id="520" name="Google Shape;520;p4"/>
              <p:cNvCxnSpPr/>
              <p:nvPr/>
            </p:nvCxnSpPr>
            <p:spPr>
              <a:xfrm>
                <a:off x="4707" y="3033"/>
                <a:ext cx="0" cy="72"/>
              </a:xfrm>
              <a:prstGeom prst="straightConnector1">
                <a:avLst/>
              </a:prstGeom>
              <a:noFill/>
              <a:ln w="19050" cap="flat" cmpd="sng">
                <a:solidFill>
                  <a:srgbClr val="000000"/>
                </a:solidFill>
                <a:prstDash val="solid"/>
                <a:round/>
                <a:headEnd type="none" w="sm" len="sm"/>
                <a:tailEnd type="none" w="sm" len="sm"/>
              </a:ln>
            </p:spPr>
          </p:cxnSp>
          <p:cxnSp>
            <p:nvCxnSpPr>
              <p:cNvPr id="521" name="Google Shape;521;p4"/>
              <p:cNvCxnSpPr/>
              <p:nvPr/>
            </p:nvCxnSpPr>
            <p:spPr>
              <a:xfrm>
                <a:off x="4422" y="3034"/>
                <a:ext cx="0" cy="72"/>
              </a:xfrm>
              <a:prstGeom prst="straightConnector1">
                <a:avLst/>
              </a:prstGeom>
              <a:noFill/>
              <a:ln w="19050" cap="flat" cmpd="sng">
                <a:solidFill>
                  <a:srgbClr val="000000"/>
                </a:solidFill>
                <a:prstDash val="solid"/>
                <a:round/>
                <a:headEnd type="none" w="sm" len="sm"/>
                <a:tailEnd type="none" w="sm" len="sm"/>
              </a:ln>
            </p:spPr>
          </p:cxnSp>
          <p:sp>
            <p:nvSpPr>
              <p:cNvPr id="522" name="Google Shape;522;p4"/>
              <p:cNvSpPr/>
              <p:nvPr/>
            </p:nvSpPr>
            <p:spPr>
              <a:xfrm>
                <a:off x="4328" y="3173"/>
                <a:ext cx="64" cy="93"/>
              </a:xfrm>
              <a:prstGeom prst="rect">
                <a:avLst/>
              </a:prstGeom>
              <a:solidFill>
                <a:srgbClr val="FFFF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sp>
            <p:nvSpPr>
              <p:cNvPr id="523" name="Google Shape;523;p4"/>
              <p:cNvSpPr/>
              <p:nvPr/>
            </p:nvSpPr>
            <p:spPr>
              <a:xfrm>
                <a:off x="4414" y="3173"/>
                <a:ext cx="64" cy="93"/>
              </a:xfrm>
              <a:prstGeom prst="rect">
                <a:avLst/>
              </a:prstGeom>
              <a:solidFill>
                <a:srgbClr val="FFFF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sp>
            <p:nvSpPr>
              <p:cNvPr id="524" name="Google Shape;524;p4"/>
              <p:cNvSpPr/>
              <p:nvPr/>
            </p:nvSpPr>
            <p:spPr>
              <a:xfrm>
                <a:off x="4500" y="3172"/>
                <a:ext cx="64" cy="93"/>
              </a:xfrm>
              <a:prstGeom prst="rect">
                <a:avLst/>
              </a:prstGeom>
              <a:solidFill>
                <a:srgbClr val="FFFF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sp>
            <p:nvSpPr>
              <p:cNvPr id="525" name="Google Shape;525;p4"/>
              <p:cNvSpPr/>
              <p:nvPr/>
            </p:nvSpPr>
            <p:spPr>
              <a:xfrm>
                <a:off x="4597" y="3170"/>
                <a:ext cx="64" cy="93"/>
              </a:xfrm>
              <a:prstGeom prst="rect">
                <a:avLst/>
              </a:prstGeom>
              <a:solidFill>
                <a:srgbClr val="FFFF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sp>
            <p:nvSpPr>
              <p:cNvPr id="526" name="Google Shape;526;p4"/>
              <p:cNvSpPr/>
              <p:nvPr/>
            </p:nvSpPr>
            <p:spPr>
              <a:xfrm>
                <a:off x="4693" y="3170"/>
                <a:ext cx="64" cy="93"/>
              </a:xfrm>
              <a:prstGeom prst="rect">
                <a:avLst/>
              </a:prstGeom>
              <a:solidFill>
                <a:srgbClr val="FFFF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grpSp>
        <p:grpSp>
          <p:nvGrpSpPr>
            <p:cNvPr id="527" name="Google Shape;527;p4"/>
            <p:cNvGrpSpPr/>
            <p:nvPr/>
          </p:nvGrpSpPr>
          <p:grpSpPr>
            <a:xfrm>
              <a:off x="3206" y="2763"/>
              <a:ext cx="510" cy="661"/>
              <a:chOff x="4296" y="2627"/>
              <a:chExt cx="510" cy="661"/>
            </a:xfrm>
          </p:grpSpPr>
          <p:sp>
            <p:nvSpPr>
              <p:cNvPr id="528" name="Google Shape;528;p4"/>
              <p:cNvSpPr/>
              <p:nvPr/>
            </p:nvSpPr>
            <p:spPr>
              <a:xfrm>
                <a:off x="4296" y="2652"/>
                <a:ext cx="510" cy="636"/>
              </a:xfrm>
              <a:prstGeom prst="rect">
                <a:avLst/>
              </a:prstGeom>
              <a:solidFill>
                <a:srgbClr val="CCCCFF"/>
              </a:solidFill>
              <a:ln w="190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sp>
            <p:nvSpPr>
              <p:cNvPr id="529" name="Google Shape;529;p4"/>
              <p:cNvSpPr txBox="1"/>
              <p:nvPr/>
            </p:nvSpPr>
            <p:spPr>
              <a:xfrm>
                <a:off x="4298" y="2627"/>
                <a:ext cx="485" cy="40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mail</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server</a:t>
                </a:r>
                <a:endParaRPr sz="2800" b="0" i="0" u="none" strike="noStrike" cap="none">
                  <a:solidFill>
                    <a:srgbClr val="000000"/>
                  </a:solidFill>
                  <a:latin typeface="Calibri"/>
                  <a:ea typeface="Calibri"/>
                  <a:cs typeface="Calibri"/>
                  <a:sym typeface="Calibri"/>
                </a:endParaRPr>
              </a:p>
            </p:txBody>
          </p:sp>
          <p:sp>
            <p:nvSpPr>
              <p:cNvPr id="530" name="Google Shape;530;p4"/>
              <p:cNvSpPr/>
              <p:nvPr/>
            </p:nvSpPr>
            <p:spPr>
              <a:xfrm>
                <a:off x="4320" y="3006"/>
                <a:ext cx="450" cy="120"/>
              </a:xfrm>
              <a:prstGeom prst="rect">
                <a:avLst/>
              </a:prstGeom>
              <a:solidFill>
                <a:srgbClr val="00FF00"/>
              </a:solidFill>
              <a:ln w="190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cxnSp>
            <p:nvCxnSpPr>
              <p:cNvPr id="531" name="Google Shape;531;p4"/>
              <p:cNvCxnSpPr/>
              <p:nvPr/>
            </p:nvCxnSpPr>
            <p:spPr>
              <a:xfrm>
                <a:off x="4369" y="3034"/>
                <a:ext cx="0" cy="72"/>
              </a:xfrm>
              <a:prstGeom prst="straightConnector1">
                <a:avLst/>
              </a:prstGeom>
              <a:noFill/>
              <a:ln w="19050" cap="flat" cmpd="sng">
                <a:solidFill>
                  <a:srgbClr val="000000"/>
                </a:solidFill>
                <a:prstDash val="solid"/>
                <a:round/>
                <a:headEnd type="none" w="sm" len="sm"/>
                <a:tailEnd type="none" w="sm" len="sm"/>
              </a:ln>
            </p:spPr>
          </p:cxnSp>
          <p:cxnSp>
            <p:nvCxnSpPr>
              <p:cNvPr id="532" name="Google Shape;532;p4"/>
              <p:cNvCxnSpPr/>
              <p:nvPr/>
            </p:nvCxnSpPr>
            <p:spPr>
              <a:xfrm>
                <a:off x="4478" y="3033"/>
                <a:ext cx="0" cy="72"/>
              </a:xfrm>
              <a:prstGeom prst="straightConnector1">
                <a:avLst/>
              </a:prstGeom>
              <a:noFill/>
              <a:ln w="19050" cap="flat" cmpd="sng">
                <a:solidFill>
                  <a:srgbClr val="000000"/>
                </a:solidFill>
                <a:prstDash val="solid"/>
                <a:round/>
                <a:headEnd type="none" w="sm" len="sm"/>
                <a:tailEnd type="none" w="sm" len="sm"/>
              </a:ln>
            </p:spPr>
          </p:cxnSp>
          <p:cxnSp>
            <p:nvCxnSpPr>
              <p:cNvPr id="533" name="Google Shape;533;p4"/>
              <p:cNvCxnSpPr/>
              <p:nvPr/>
            </p:nvCxnSpPr>
            <p:spPr>
              <a:xfrm>
                <a:off x="4533" y="3035"/>
                <a:ext cx="0" cy="72"/>
              </a:xfrm>
              <a:prstGeom prst="straightConnector1">
                <a:avLst/>
              </a:prstGeom>
              <a:noFill/>
              <a:ln w="19050" cap="flat" cmpd="sng">
                <a:solidFill>
                  <a:srgbClr val="000000"/>
                </a:solidFill>
                <a:prstDash val="solid"/>
                <a:round/>
                <a:headEnd type="none" w="sm" len="sm"/>
                <a:tailEnd type="none" w="sm" len="sm"/>
              </a:ln>
            </p:spPr>
          </p:cxnSp>
          <p:cxnSp>
            <p:nvCxnSpPr>
              <p:cNvPr id="534" name="Google Shape;534;p4"/>
              <p:cNvCxnSpPr/>
              <p:nvPr/>
            </p:nvCxnSpPr>
            <p:spPr>
              <a:xfrm>
                <a:off x="4590" y="3033"/>
                <a:ext cx="0" cy="72"/>
              </a:xfrm>
              <a:prstGeom prst="straightConnector1">
                <a:avLst/>
              </a:prstGeom>
              <a:noFill/>
              <a:ln w="19050" cap="flat" cmpd="sng">
                <a:solidFill>
                  <a:srgbClr val="000000"/>
                </a:solidFill>
                <a:prstDash val="solid"/>
                <a:round/>
                <a:headEnd type="none" w="sm" len="sm"/>
                <a:tailEnd type="none" w="sm" len="sm"/>
              </a:ln>
            </p:spPr>
          </p:cxnSp>
          <p:cxnSp>
            <p:nvCxnSpPr>
              <p:cNvPr id="535" name="Google Shape;535;p4"/>
              <p:cNvCxnSpPr/>
              <p:nvPr/>
            </p:nvCxnSpPr>
            <p:spPr>
              <a:xfrm>
                <a:off x="4651" y="3033"/>
                <a:ext cx="0" cy="72"/>
              </a:xfrm>
              <a:prstGeom prst="straightConnector1">
                <a:avLst/>
              </a:prstGeom>
              <a:noFill/>
              <a:ln w="19050" cap="flat" cmpd="sng">
                <a:solidFill>
                  <a:srgbClr val="000000"/>
                </a:solidFill>
                <a:prstDash val="solid"/>
                <a:round/>
                <a:headEnd type="none" w="sm" len="sm"/>
                <a:tailEnd type="none" w="sm" len="sm"/>
              </a:ln>
            </p:spPr>
          </p:cxnSp>
          <p:cxnSp>
            <p:nvCxnSpPr>
              <p:cNvPr id="536" name="Google Shape;536;p4"/>
              <p:cNvCxnSpPr/>
              <p:nvPr/>
            </p:nvCxnSpPr>
            <p:spPr>
              <a:xfrm>
                <a:off x="4707" y="3033"/>
                <a:ext cx="0" cy="72"/>
              </a:xfrm>
              <a:prstGeom prst="straightConnector1">
                <a:avLst/>
              </a:prstGeom>
              <a:noFill/>
              <a:ln w="19050" cap="flat" cmpd="sng">
                <a:solidFill>
                  <a:srgbClr val="000000"/>
                </a:solidFill>
                <a:prstDash val="solid"/>
                <a:round/>
                <a:headEnd type="none" w="sm" len="sm"/>
                <a:tailEnd type="none" w="sm" len="sm"/>
              </a:ln>
            </p:spPr>
          </p:cxnSp>
          <p:cxnSp>
            <p:nvCxnSpPr>
              <p:cNvPr id="537" name="Google Shape;537;p4"/>
              <p:cNvCxnSpPr/>
              <p:nvPr/>
            </p:nvCxnSpPr>
            <p:spPr>
              <a:xfrm>
                <a:off x="4422" y="3034"/>
                <a:ext cx="0" cy="72"/>
              </a:xfrm>
              <a:prstGeom prst="straightConnector1">
                <a:avLst/>
              </a:prstGeom>
              <a:noFill/>
              <a:ln w="19050" cap="flat" cmpd="sng">
                <a:solidFill>
                  <a:srgbClr val="000000"/>
                </a:solidFill>
                <a:prstDash val="solid"/>
                <a:round/>
                <a:headEnd type="none" w="sm" len="sm"/>
                <a:tailEnd type="none" w="sm" len="sm"/>
              </a:ln>
            </p:spPr>
          </p:cxnSp>
          <p:sp>
            <p:nvSpPr>
              <p:cNvPr id="538" name="Google Shape;538;p4"/>
              <p:cNvSpPr/>
              <p:nvPr/>
            </p:nvSpPr>
            <p:spPr>
              <a:xfrm>
                <a:off x="4328" y="3173"/>
                <a:ext cx="64" cy="93"/>
              </a:xfrm>
              <a:prstGeom prst="rect">
                <a:avLst/>
              </a:prstGeom>
              <a:solidFill>
                <a:srgbClr val="FFFF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sp>
            <p:nvSpPr>
              <p:cNvPr id="539" name="Google Shape;539;p4"/>
              <p:cNvSpPr/>
              <p:nvPr/>
            </p:nvSpPr>
            <p:spPr>
              <a:xfrm>
                <a:off x="4414" y="3173"/>
                <a:ext cx="64" cy="93"/>
              </a:xfrm>
              <a:prstGeom prst="rect">
                <a:avLst/>
              </a:prstGeom>
              <a:solidFill>
                <a:srgbClr val="FFFF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sp>
            <p:nvSpPr>
              <p:cNvPr id="540" name="Google Shape;540;p4"/>
              <p:cNvSpPr/>
              <p:nvPr/>
            </p:nvSpPr>
            <p:spPr>
              <a:xfrm>
                <a:off x="4500" y="3172"/>
                <a:ext cx="64" cy="93"/>
              </a:xfrm>
              <a:prstGeom prst="rect">
                <a:avLst/>
              </a:prstGeom>
              <a:solidFill>
                <a:srgbClr val="FFFF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sp>
            <p:nvSpPr>
              <p:cNvPr id="541" name="Google Shape;541;p4"/>
              <p:cNvSpPr/>
              <p:nvPr/>
            </p:nvSpPr>
            <p:spPr>
              <a:xfrm>
                <a:off x="4597" y="3170"/>
                <a:ext cx="64" cy="93"/>
              </a:xfrm>
              <a:prstGeom prst="rect">
                <a:avLst/>
              </a:prstGeom>
              <a:solidFill>
                <a:srgbClr val="FFFF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sp>
            <p:nvSpPr>
              <p:cNvPr id="542" name="Google Shape;542;p4"/>
              <p:cNvSpPr/>
              <p:nvPr/>
            </p:nvSpPr>
            <p:spPr>
              <a:xfrm>
                <a:off x="4693" y="3170"/>
                <a:ext cx="64" cy="93"/>
              </a:xfrm>
              <a:prstGeom prst="rect">
                <a:avLst/>
              </a:prstGeom>
              <a:solidFill>
                <a:srgbClr val="FFFF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grpSp>
        <p:grpSp>
          <p:nvGrpSpPr>
            <p:cNvPr id="543" name="Google Shape;543;p4"/>
            <p:cNvGrpSpPr/>
            <p:nvPr/>
          </p:nvGrpSpPr>
          <p:grpSpPr>
            <a:xfrm>
              <a:off x="3206" y="1347"/>
              <a:ext cx="510" cy="661"/>
              <a:chOff x="4296" y="2627"/>
              <a:chExt cx="510" cy="661"/>
            </a:xfrm>
          </p:grpSpPr>
          <p:sp>
            <p:nvSpPr>
              <p:cNvPr id="544" name="Google Shape;544;p4"/>
              <p:cNvSpPr/>
              <p:nvPr/>
            </p:nvSpPr>
            <p:spPr>
              <a:xfrm>
                <a:off x="4296" y="2652"/>
                <a:ext cx="510" cy="636"/>
              </a:xfrm>
              <a:prstGeom prst="rect">
                <a:avLst/>
              </a:prstGeom>
              <a:solidFill>
                <a:srgbClr val="CCCCFF"/>
              </a:solidFill>
              <a:ln w="190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sp>
            <p:nvSpPr>
              <p:cNvPr id="545" name="Google Shape;545;p4"/>
              <p:cNvSpPr txBox="1"/>
              <p:nvPr/>
            </p:nvSpPr>
            <p:spPr>
              <a:xfrm>
                <a:off x="4298" y="2627"/>
                <a:ext cx="485" cy="40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mail</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server</a:t>
                </a:r>
                <a:endParaRPr sz="2800" b="0" i="0" u="none" strike="noStrike" cap="none">
                  <a:solidFill>
                    <a:srgbClr val="000000"/>
                  </a:solidFill>
                  <a:latin typeface="Calibri"/>
                  <a:ea typeface="Calibri"/>
                  <a:cs typeface="Calibri"/>
                  <a:sym typeface="Calibri"/>
                </a:endParaRPr>
              </a:p>
            </p:txBody>
          </p:sp>
          <p:sp>
            <p:nvSpPr>
              <p:cNvPr id="546" name="Google Shape;546;p4"/>
              <p:cNvSpPr/>
              <p:nvPr/>
            </p:nvSpPr>
            <p:spPr>
              <a:xfrm>
                <a:off x="4320" y="3006"/>
                <a:ext cx="450" cy="120"/>
              </a:xfrm>
              <a:prstGeom prst="rect">
                <a:avLst/>
              </a:prstGeom>
              <a:solidFill>
                <a:srgbClr val="00FF00"/>
              </a:solidFill>
              <a:ln w="190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cxnSp>
            <p:nvCxnSpPr>
              <p:cNvPr id="547" name="Google Shape;547;p4"/>
              <p:cNvCxnSpPr/>
              <p:nvPr/>
            </p:nvCxnSpPr>
            <p:spPr>
              <a:xfrm>
                <a:off x="4369" y="3034"/>
                <a:ext cx="0" cy="72"/>
              </a:xfrm>
              <a:prstGeom prst="straightConnector1">
                <a:avLst/>
              </a:prstGeom>
              <a:noFill/>
              <a:ln w="19050" cap="flat" cmpd="sng">
                <a:solidFill>
                  <a:srgbClr val="000000"/>
                </a:solidFill>
                <a:prstDash val="solid"/>
                <a:round/>
                <a:headEnd type="none" w="sm" len="sm"/>
                <a:tailEnd type="none" w="sm" len="sm"/>
              </a:ln>
            </p:spPr>
          </p:cxnSp>
          <p:cxnSp>
            <p:nvCxnSpPr>
              <p:cNvPr id="548" name="Google Shape;548;p4"/>
              <p:cNvCxnSpPr/>
              <p:nvPr/>
            </p:nvCxnSpPr>
            <p:spPr>
              <a:xfrm>
                <a:off x="4478" y="3033"/>
                <a:ext cx="0" cy="72"/>
              </a:xfrm>
              <a:prstGeom prst="straightConnector1">
                <a:avLst/>
              </a:prstGeom>
              <a:noFill/>
              <a:ln w="19050" cap="flat" cmpd="sng">
                <a:solidFill>
                  <a:srgbClr val="000000"/>
                </a:solidFill>
                <a:prstDash val="solid"/>
                <a:round/>
                <a:headEnd type="none" w="sm" len="sm"/>
                <a:tailEnd type="none" w="sm" len="sm"/>
              </a:ln>
            </p:spPr>
          </p:cxnSp>
          <p:cxnSp>
            <p:nvCxnSpPr>
              <p:cNvPr id="549" name="Google Shape;549;p4"/>
              <p:cNvCxnSpPr/>
              <p:nvPr/>
            </p:nvCxnSpPr>
            <p:spPr>
              <a:xfrm>
                <a:off x="4533" y="3035"/>
                <a:ext cx="0" cy="72"/>
              </a:xfrm>
              <a:prstGeom prst="straightConnector1">
                <a:avLst/>
              </a:prstGeom>
              <a:noFill/>
              <a:ln w="19050" cap="flat" cmpd="sng">
                <a:solidFill>
                  <a:srgbClr val="000000"/>
                </a:solidFill>
                <a:prstDash val="solid"/>
                <a:round/>
                <a:headEnd type="none" w="sm" len="sm"/>
                <a:tailEnd type="none" w="sm" len="sm"/>
              </a:ln>
            </p:spPr>
          </p:cxnSp>
          <p:cxnSp>
            <p:nvCxnSpPr>
              <p:cNvPr id="550" name="Google Shape;550;p4"/>
              <p:cNvCxnSpPr/>
              <p:nvPr/>
            </p:nvCxnSpPr>
            <p:spPr>
              <a:xfrm>
                <a:off x="4590" y="3033"/>
                <a:ext cx="0" cy="72"/>
              </a:xfrm>
              <a:prstGeom prst="straightConnector1">
                <a:avLst/>
              </a:prstGeom>
              <a:noFill/>
              <a:ln w="19050" cap="flat" cmpd="sng">
                <a:solidFill>
                  <a:srgbClr val="000000"/>
                </a:solidFill>
                <a:prstDash val="solid"/>
                <a:round/>
                <a:headEnd type="none" w="sm" len="sm"/>
                <a:tailEnd type="none" w="sm" len="sm"/>
              </a:ln>
            </p:spPr>
          </p:cxnSp>
          <p:cxnSp>
            <p:nvCxnSpPr>
              <p:cNvPr id="551" name="Google Shape;551;p4"/>
              <p:cNvCxnSpPr/>
              <p:nvPr/>
            </p:nvCxnSpPr>
            <p:spPr>
              <a:xfrm>
                <a:off x="4651" y="3033"/>
                <a:ext cx="0" cy="72"/>
              </a:xfrm>
              <a:prstGeom prst="straightConnector1">
                <a:avLst/>
              </a:prstGeom>
              <a:noFill/>
              <a:ln w="19050" cap="flat" cmpd="sng">
                <a:solidFill>
                  <a:srgbClr val="000000"/>
                </a:solidFill>
                <a:prstDash val="solid"/>
                <a:round/>
                <a:headEnd type="none" w="sm" len="sm"/>
                <a:tailEnd type="none" w="sm" len="sm"/>
              </a:ln>
            </p:spPr>
          </p:cxnSp>
          <p:cxnSp>
            <p:nvCxnSpPr>
              <p:cNvPr id="552" name="Google Shape;552;p4"/>
              <p:cNvCxnSpPr/>
              <p:nvPr/>
            </p:nvCxnSpPr>
            <p:spPr>
              <a:xfrm>
                <a:off x="4707" y="3033"/>
                <a:ext cx="0" cy="72"/>
              </a:xfrm>
              <a:prstGeom prst="straightConnector1">
                <a:avLst/>
              </a:prstGeom>
              <a:noFill/>
              <a:ln w="19050" cap="flat" cmpd="sng">
                <a:solidFill>
                  <a:srgbClr val="000000"/>
                </a:solidFill>
                <a:prstDash val="solid"/>
                <a:round/>
                <a:headEnd type="none" w="sm" len="sm"/>
                <a:tailEnd type="none" w="sm" len="sm"/>
              </a:ln>
            </p:spPr>
          </p:cxnSp>
          <p:cxnSp>
            <p:nvCxnSpPr>
              <p:cNvPr id="553" name="Google Shape;553;p4"/>
              <p:cNvCxnSpPr/>
              <p:nvPr/>
            </p:nvCxnSpPr>
            <p:spPr>
              <a:xfrm>
                <a:off x="4422" y="3034"/>
                <a:ext cx="0" cy="72"/>
              </a:xfrm>
              <a:prstGeom prst="straightConnector1">
                <a:avLst/>
              </a:prstGeom>
              <a:noFill/>
              <a:ln w="19050" cap="flat" cmpd="sng">
                <a:solidFill>
                  <a:srgbClr val="000000"/>
                </a:solidFill>
                <a:prstDash val="solid"/>
                <a:round/>
                <a:headEnd type="none" w="sm" len="sm"/>
                <a:tailEnd type="none" w="sm" len="sm"/>
              </a:ln>
            </p:spPr>
          </p:cxnSp>
          <p:sp>
            <p:nvSpPr>
              <p:cNvPr id="554" name="Google Shape;554;p4"/>
              <p:cNvSpPr/>
              <p:nvPr/>
            </p:nvSpPr>
            <p:spPr>
              <a:xfrm>
                <a:off x="4328" y="3173"/>
                <a:ext cx="64" cy="93"/>
              </a:xfrm>
              <a:prstGeom prst="rect">
                <a:avLst/>
              </a:prstGeom>
              <a:solidFill>
                <a:srgbClr val="FFFF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sp>
            <p:nvSpPr>
              <p:cNvPr id="555" name="Google Shape;555;p4"/>
              <p:cNvSpPr/>
              <p:nvPr/>
            </p:nvSpPr>
            <p:spPr>
              <a:xfrm>
                <a:off x="4414" y="3173"/>
                <a:ext cx="64" cy="93"/>
              </a:xfrm>
              <a:prstGeom prst="rect">
                <a:avLst/>
              </a:prstGeom>
              <a:solidFill>
                <a:srgbClr val="FFFF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sp>
            <p:nvSpPr>
              <p:cNvPr id="556" name="Google Shape;556;p4"/>
              <p:cNvSpPr/>
              <p:nvPr/>
            </p:nvSpPr>
            <p:spPr>
              <a:xfrm>
                <a:off x="4500" y="3172"/>
                <a:ext cx="64" cy="93"/>
              </a:xfrm>
              <a:prstGeom prst="rect">
                <a:avLst/>
              </a:prstGeom>
              <a:solidFill>
                <a:srgbClr val="FFFF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sp>
            <p:nvSpPr>
              <p:cNvPr id="557" name="Google Shape;557;p4"/>
              <p:cNvSpPr/>
              <p:nvPr/>
            </p:nvSpPr>
            <p:spPr>
              <a:xfrm>
                <a:off x="4597" y="3170"/>
                <a:ext cx="64" cy="93"/>
              </a:xfrm>
              <a:prstGeom prst="rect">
                <a:avLst/>
              </a:prstGeom>
              <a:solidFill>
                <a:srgbClr val="FFFF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sp>
            <p:nvSpPr>
              <p:cNvPr id="558" name="Google Shape;558;p4"/>
              <p:cNvSpPr/>
              <p:nvPr/>
            </p:nvSpPr>
            <p:spPr>
              <a:xfrm>
                <a:off x="4693" y="3170"/>
                <a:ext cx="64" cy="93"/>
              </a:xfrm>
              <a:prstGeom prst="rect">
                <a:avLst/>
              </a:prstGeom>
              <a:solidFill>
                <a:srgbClr val="FFFF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grpSp>
        <p:cxnSp>
          <p:nvCxnSpPr>
            <p:cNvPr id="559" name="Google Shape;559;p4"/>
            <p:cNvCxnSpPr/>
            <p:nvPr/>
          </p:nvCxnSpPr>
          <p:spPr>
            <a:xfrm rot="10800000" flipH="1">
              <a:off x="3734" y="2350"/>
              <a:ext cx="708" cy="684"/>
            </a:xfrm>
            <a:prstGeom prst="straightConnector1">
              <a:avLst/>
            </a:prstGeom>
            <a:noFill/>
            <a:ln w="28575" cap="flat" cmpd="sng">
              <a:solidFill>
                <a:srgbClr val="CC0000"/>
              </a:solidFill>
              <a:prstDash val="solid"/>
              <a:round/>
              <a:headEnd type="triangle" w="med" len="med"/>
              <a:tailEnd type="triangle" w="med" len="med"/>
            </a:ln>
          </p:spPr>
        </p:cxnSp>
        <p:cxnSp>
          <p:nvCxnSpPr>
            <p:cNvPr id="560" name="Google Shape;560;p4"/>
            <p:cNvCxnSpPr/>
            <p:nvPr/>
          </p:nvCxnSpPr>
          <p:spPr>
            <a:xfrm rot="10800000">
              <a:off x="3266" y="2020"/>
              <a:ext cx="0" cy="786"/>
            </a:xfrm>
            <a:prstGeom prst="straightConnector1">
              <a:avLst/>
            </a:prstGeom>
            <a:noFill/>
            <a:ln w="28575" cap="flat" cmpd="sng">
              <a:solidFill>
                <a:srgbClr val="CC0000"/>
              </a:solidFill>
              <a:prstDash val="solid"/>
              <a:round/>
              <a:headEnd type="triangle" w="med" len="med"/>
              <a:tailEnd type="triangle" w="med" len="med"/>
            </a:ln>
          </p:spPr>
        </p:cxnSp>
        <p:grpSp>
          <p:nvGrpSpPr>
            <p:cNvPr id="561" name="Google Shape;561;p4"/>
            <p:cNvGrpSpPr/>
            <p:nvPr/>
          </p:nvGrpSpPr>
          <p:grpSpPr>
            <a:xfrm>
              <a:off x="3799" y="2535"/>
              <a:ext cx="641" cy="330"/>
              <a:chOff x="3749" y="2537"/>
              <a:chExt cx="641" cy="330"/>
            </a:xfrm>
          </p:grpSpPr>
          <p:sp>
            <p:nvSpPr>
              <p:cNvPr id="562" name="Google Shape;562;p4"/>
              <p:cNvSpPr/>
              <p:nvPr/>
            </p:nvSpPr>
            <p:spPr>
              <a:xfrm>
                <a:off x="3798" y="2580"/>
                <a:ext cx="540" cy="192"/>
              </a:xfrm>
              <a:prstGeom prst="rect">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sp>
            <p:nvSpPr>
              <p:cNvPr id="563" name="Google Shape;563;p4"/>
              <p:cNvSpPr txBox="1"/>
              <p:nvPr/>
            </p:nvSpPr>
            <p:spPr>
              <a:xfrm>
                <a:off x="3749" y="2537"/>
                <a:ext cx="641" cy="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CC0000"/>
                  </a:buClr>
                  <a:buSzPts val="2800"/>
                  <a:buFont typeface="Calibri"/>
                  <a:buNone/>
                </a:pPr>
                <a:r>
                  <a:rPr lang="en-US" sz="2800" b="0" i="0" u="none" strike="noStrike" cap="none">
                    <a:solidFill>
                      <a:srgbClr val="CC0000"/>
                    </a:solidFill>
                    <a:latin typeface="Calibri"/>
                    <a:ea typeface="Calibri"/>
                    <a:cs typeface="Calibri"/>
                    <a:sym typeface="Calibri"/>
                  </a:rPr>
                  <a:t>SMTP</a:t>
                </a:r>
                <a:endParaRPr sz="1400" b="0" i="0" u="none" strike="noStrike" cap="none">
                  <a:solidFill>
                    <a:srgbClr val="000000"/>
                  </a:solidFill>
                  <a:latin typeface="Arial"/>
                  <a:ea typeface="Arial"/>
                  <a:cs typeface="Arial"/>
                  <a:sym typeface="Arial"/>
                </a:endParaRPr>
              </a:p>
            </p:txBody>
          </p:sp>
        </p:grpSp>
        <p:grpSp>
          <p:nvGrpSpPr>
            <p:cNvPr id="564" name="Google Shape;564;p4"/>
            <p:cNvGrpSpPr/>
            <p:nvPr/>
          </p:nvGrpSpPr>
          <p:grpSpPr>
            <a:xfrm>
              <a:off x="3775" y="1743"/>
              <a:ext cx="641" cy="330"/>
              <a:chOff x="3749" y="2537"/>
              <a:chExt cx="641" cy="330"/>
            </a:xfrm>
          </p:grpSpPr>
          <p:sp>
            <p:nvSpPr>
              <p:cNvPr id="565" name="Google Shape;565;p4"/>
              <p:cNvSpPr/>
              <p:nvPr/>
            </p:nvSpPr>
            <p:spPr>
              <a:xfrm>
                <a:off x="3798" y="2580"/>
                <a:ext cx="540" cy="192"/>
              </a:xfrm>
              <a:prstGeom prst="rect">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sp>
            <p:nvSpPr>
              <p:cNvPr id="566" name="Google Shape;566;p4"/>
              <p:cNvSpPr txBox="1"/>
              <p:nvPr/>
            </p:nvSpPr>
            <p:spPr>
              <a:xfrm>
                <a:off x="3749" y="2537"/>
                <a:ext cx="641" cy="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CC0000"/>
                  </a:buClr>
                  <a:buSzPts val="2800"/>
                  <a:buFont typeface="Calibri"/>
                  <a:buNone/>
                </a:pPr>
                <a:r>
                  <a:rPr lang="en-US" sz="2800" b="0" i="0" u="none" strike="noStrike" cap="none">
                    <a:solidFill>
                      <a:srgbClr val="CC0000"/>
                    </a:solidFill>
                    <a:latin typeface="Calibri"/>
                    <a:ea typeface="Calibri"/>
                    <a:cs typeface="Calibri"/>
                    <a:sym typeface="Calibri"/>
                  </a:rPr>
                  <a:t>SMTP</a:t>
                </a:r>
                <a:endParaRPr sz="1400" b="0" i="0" u="none" strike="noStrike" cap="none">
                  <a:solidFill>
                    <a:srgbClr val="000000"/>
                  </a:solidFill>
                  <a:latin typeface="Arial"/>
                  <a:ea typeface="Arial"/>
                  <a:cs typeface="Arial"/>
                  <a:sym typeface="Arial"/>
                </a:endParaRPr>
              </a:p>
            </p:txBody>
          </p:sp>
        </p:grpSp>
        <p:grpSp>
          <p:nvGrpSpPr>
            <p:cNvPr id="567" name="Google Shape;567;p4"/>
            <p:cNvGrpSpPr/>
            <p:nvPr/>
          </p:nvGrpSpPr>
          <p:grpSpPr>
            <a:xfrm>
              <a:off x="2962" y="2151"/>
              <a:ext cx="641" cy="330"/>
              <a:chOff x="3770" y="2495"/>
              <a:chExt cx="641" cy="330"/>
            </a:xfrm>
          </p:grpSpPr>
          <p:sp>
            <p:nvSpPr>
              <p:cNvPr id="568" name="Google Shape;568;p4"/>
              <p:cNvSpPr/>
              <p:nvPr/>
            </p:nvSpPr>
            <p:spPr>
              <a:xfrm>
                <a:off x="3798" y="2580"/>
                <a:ext cx="540" cy="192"/>
              </a:xfrm>
              <a:prstGeom prst="rect">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sp>
            <p:nvSpPr>
              <p:cNvPr id="569" name="Google Shape;569;p4"/>
              <p:cNvSpPr txBox="1"/>
              <p:nvPr/>
            </p:nvSpPr>
            <p:spPr>
              <a:xfrm>
                <a:off x="3770" y="2495"/>
                <a:ext cx="641" cy="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CC0000"/>
                  </a:buClr>
                  <a:buSzPts val="2800"/>
                  <a:buFont typeface="Calibri"/>
                  <a:buNone/>
                </a:pPr>
                <a:r>
                  <a:rPr lang="en-US" sz="2800" b="0" i="0" u="none" strike="noStrike" cap="none">
                    <a:solidFill>
                      <a:srgbClr val="CC0000"/>
                    </a:solidFill>
                    <a:latin typeface="Calibri"/>
                    <a:ea typeface="Calibri"/>
                    <a:cs typeface="Calibri"/>
                    <a:sym typeface="Calibri"/>
                  </a:rPr>
                  <a:t>SMTP</a:t>
                </a:r>
                <a:endParaRPr sz="1400" b="0" i="0" u="none" strike="noStrike" cap="none">
                  <a:solidFill>
                    <a:srgbClr val="000000"/>
                  </a:solidFill>
                  <a:latin typeface="Arial"/>
                  <a:ea typeface="Arial"/>
                  <a:cs typeface="Arial"/>
                  <a:sym typeface="Arial"/>
                </a:endParaRPr>
              </a:p>
            </p:txBody>
          </p:sp>
        </p:grpSp>
        <p:grpSp>
          <p:nvGrpSpPr>
            <p:cNvPr id="570" name="Google Shape;570;p4"/>
            <p:cNvGrpSpPr/>
            <p:nvPr/>
          </p:nvGrpSpPr>
          <p:grpSpPr>
            <a:xfrm>
              <a:off x="3579" y="886"/>
              <a:ext cx="583" cy="664"/>
              <a:chOff x="3566" y="550"/>
              <a:chExt cx="583" cy="664"/>
            </a:xfrm>
          </p:grpSpPr>
          <p:grpSp>
            <p:nvGrpSpPr>
              <p:cNvPr id="571" name="Google Shape;571;p4"/>
              <p:cNvGrpSpPr/>
              <p:nvPr/>
            </p:nvGrpSpPr>
            <p:grpSpPr>
              <a:xfrm>
                <a:off x="3588" y="692"/>
                <a:ext cx="561" cy="522"/>
                <a:chOff x="-44" y="1473"/>
                <a:chExt cx="981" cy="1105"/>
              </a:xfrm>
            </p:grpSpPr>
            <p:pic>
              <p:nvPicPr>
                <p:cNvPr id="572" name="Google Shape;572;p4" descr="desktop_computer_stylized_medium"/>
                <p:cNvPicPr preferRelativeResize="0"/>
                <p:nvPr/>
              </p:nvPicPr>
              <p:blipFill rotWithShape="1">
                <a:blip r:embed="rId3">
                  <a:alphaModFix/>
                </a:blip>
                <a:srcRect/>
                <a:stretch/>
              </p:blipFill>
              <p:spPr>
                <a:xfrm flipH="1">
                  <a:off x="-44" y="1473"/>
                  <a:ext cx="981" cy="1105"/>
                </a:xfrm>
                <a:prstGeom prst="rect">
                  <a:avLst/>
                </a:prstGeom>
                <a:noFill/>
                <a:ln>
                  <a:noFill/>
                </a:ln>
              </p:spPr>
            </p:pic>
            <p:sp>
              <p:nvSpPr>
                <p:cNvPr id="573" name="Google Shape;573;p4"/>
                <p:cNvSpPr/>
                <p:nvPr/>
              </p:nvSpPr>
              <p:spPr>
                <a:xfrm flipH="1">
                  <a:off x="374" y="1579"/>
                  <a:ext cx="477" cy="506"/>
                </a:xfrm>
                <a:custGeom>
                  <a:avLst/>
                  <a:gdLst/>
                  <a:ahLst/>
                  <a:cxnLst/>
                  <a:rect l="l" t="t" r="r" b="b"/>
                  <a:pathLst>
                    <a:path w="356" h="368" extrusionOk="0">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sp>
            <p:nvSpPr>
              <p:cNvPr id="574" name="Google Shape;574;p4"/>
              <p:cNvSpPr/>
              <p:nvPr/>
            </p:nvSpPr>
            <p:spPr>
              <a:xfrm>
                <a:off x="3611" y="576"/>
                <a:ext cx="381" cy="330"/>
              </a:xfrm>
              <a:prstGeom prst="rect">
                <a:avLst/>
              </a:prstGeom>
              <a:solidFill>
                <a:srgbClr val="CCCCFF"/>
              </a:solidFill>
              <a:ln w="190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sp>
            <p:nvSpPr>
              <p:cNvPr id="575" name="Google Shape;575;p4"/>
              <p:cNvSpPr txBox="1"/>
              <p:nvPr/>
            </p:nvSpPr>
            <p:spPr>
              <a:xfrm>
                <a:off x="3566" y="550"/>
                <a:ext cx="453" cy="40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user</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agent</a:t>
                </a:r>
                <a:endParaRPr sz="2800" b="0" i="0" u="none" strike="noStrike" cap="none">
                  <a:solidFill>
                    <a:srgbClr val="000000"/>
                  </a:solidFill>
                  <a:latin typeface="Calibri"/>
                  <a:ea typeface="Calibri"/>
                  <a:cs typeface="Calibri"/>
                  <a:sym typeface="Calibri"/>
                </a:endParaRPr>
              </a:p>
            </p:txBody>
          </p:sp>
        </p:grpSp>
        <p:grpSp>
          <p:nvGrpSpPr>
            <p:cNvPr id="576" name="Google Shape;576;p4"/>
            <p:cNvGrpSpPr/>
            <p:nvPr/>
          </p:nvGrpSpPr>
          <p:grpSpPr>
            <a:xfrm>
              <a:off x="4862" y="1400"/>
              <a:ext cx="583" cy="664"/>
              <a:chOff x="3566" y="550"/>
              <a:chExt cx="583" cy="664"/>
            </a:xfrm>
          </p:grpSpPr>
          <p:grpSp>
            <p:nvGrpSpPr>
              <p:cNvPr id="577" name="Google Shape;577;p4"/>
              <p:cNvGrpSpPr/>
              <p:nvPr/>
            </p:nvGrpSpPr>
            <p:grpSpPr>
              <a:xfrm>
                <a:off x="3588" y="692"/>
                <a:ext cx="561" cy="522"/>
                <a:chOff x="-44" y="1473"/>
                <a:chExt cx="981" cy="1105"/>
              </a:xfrm>
            </p:grpSpPr>
            <p:pic>
              <p:nvPicPr>
                <p:cNvPr id="578" name="Google Shape;578;p4" descr="desktop_computer_stylized_medium"/>
                <p:cNvPicPr preferRelativeResize="0"/>
                <p:nvPr/>
              </p:nvPicPr>
              <p:blipFill rotWithShape="1">
                <a:blip r:embed="rId3">
                  <a:alphaModFix/>
                </a:blip>
                <a:srcRect/>
                <a:stretch/>
              </p:blipFill>
              <p:spPr>
                <a:xfrm flipH="1">
                  <a:off x="-44" y="1473"/>
                  <a:ext cx="981" cy="1105"/>
                </a:xfrm>
                <a:prstGeom prst="rect">
                  <a:avLst/>
                </a:prstGeom>
                <a:noFill/>
                <a:ln>
                  <a:noFill/>
                </a:ln>
              </p:spPr>
            </p:pic>
            <p:sp>
              <p:nvSpPr>
                <p:cNvPr id="579" name="Google Shape;579;p4"/>
                <p:cNvSpPr/>
                <p:nvPr/>
              </p:nvSpPr>
              <p:spPr>
                <a:xfrm flipH="1">
                  <a:off x="374" y="1579"/>
                  <a:ext cx="477" cy="506"/>
                </a:xfrm>
                <a:custGeom>
                  <a:avLst/>
                  <a:gdLst/>
                  <a:ahLst/>
                  <a:cxnLst/>
                  <a:rect l="l" t="t" r="r" b="b"/>
                  <a:pathLst>
                    <a:path w="356" h="368" extrusionOk="0">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sp>
            <p:nvSpPr>
              <p:cNvPr id="580" name="Google Shape;580;p4"/>
              <p:cNvSpPr/>
              <p:nvPr/>
            </p:nvSpPr>
            <p:spPr>
              <a:xfrm>
                <a:off x="3611" y="576"/>
                <a:ext cx="381" cy="330"/>
              </a:xfrm>
              <a:prstGeom prst="rect">
                <a:avLst/>
              </a:prstGeom>
              <a:solidFill>
                <a:srgbClr val="CCCCFF"/>
              </a:solidFill>
              <a:ln w="190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sp>
            <p:nvSpPr>
              <p:cNvPr id="581" name="Google Shape;581;p4"/>
              <p:cNvSpPr txBox="1"/>
              <p:nvPr/>
            </p:nvSpPr>
            <p:spPr>
              <a:xfrm>
                <a:off x="3566" y="550"/>
                <a:ext cx="453" cy="40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user</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agent</a:t>
                </a:r>
                <a:endParaRPr sz="2800" b="0" i="0" u="none" strike="noStrike" cap="none">
                  <a:solidFill>
                    <a:srgbClr val="000000"/>
                  </a:solidFill>
                  <a:latin typeface="Calibri"/>
                  <a:ea typeface="Calibri"/>
                  <a:cs typeface="Calibri"/>
                  <a:sym typeface="Calibri"/>
                </a:endParaRPr>
              </a:p>
            </p:txBody>
          </p:sp>
        </p:grpSp>
        <p:grpSp>
          <p:nvGrpSpPr>
            <p:cNvPr id="582" name="Google Shape;582;p4"/>
            <p:cNvGrpSpPr/>
            <p:nvPr/>
          </p:nvGrpSpPr>
          <p:grpSpPr>
            <a:xfrm>
              <a:off x="5074" y="1880"/>
              <a:ext cx="583" cy="664"/>
              <a:chOff x="3566" y="550"/>
              <a:chExt cx="583" cy="664"/>
            </a:xfrm>
          </p:grpSpPr>
          <p:grpSp>
            <p:nvGrpSpPr>
              <p:cNvPr id="583" name="Google Shape;583;p4"/>
              <p:cNvGrpSpPr/>
              <p:nvPr/>
            </p:nvGrpSpPr>
            <p:grpSpPr>
              <a:xfrm>
                <a:off x="3588" y="692"/>
                <a:ext cx="561" cy="522"/>
                <a:chOff x="-44" y="1473"/>
                <a:chExt cx="981" cy="1105"/>
              </a:xfrm>
            </p:grpSpPr>
            <p:pic>
              <p:nvPicPr>
                <p:cNvPr id="584" name="Google Shape;584;p4" descr="desktop_computer_stylized_medium"/>
                <p:cNvPicPr preferRelativeResize="0"/>
                <p:nvPr/>
              </p:nvPicPr>
              <p:blipFill rotWithShape="1">
                <a:blip r:embed="rId3">
                  <a:alphaModFix/>
                </a:blip>
                <a:srcRect/>
                <a:stretch/>
              </p:blipFill>
              <p:spPr>
                <a:xfrm flipH="1">
                  <a:off x="-44" y="1473"/>
                  <a:ext cx="981" cy="1105"/>
                </a:xfrm>
                <a:prstGeom prst="rect">
                  <a:avLst/>
                </a:prstGeom>
                <a:noFill/>
                <a:ln>
                  <a:noFill/>
                </a:ln>
              </p:spPr>
            </p:pic>
            <p:sp>
              <p:nvSpPr>
                <p:cNvPr id="585" name="Google Shape;585;p4"/>
                <p:cNvSpPr/>
                <p:nvPr/>
              </p:nvSpPr>
              <p:spPr>
                <a:xfrm flipH="1">
                  <a:off x="374" y="1579"/>
                  <a:ext cx="477" cy="506"/>
                </a:xfrm>
                <a:custGeom>
                  <a:avLst/>
                  <a:gdLst/>
                  <a:ahLst/>
                  <a:cxnLst/>
                  <a:rect l="l" t="t" r="r" b="b"/>
                  <a:pathLst>
                    <a:path w="356" h="368" extrusionOk="0">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sp>
            <p:nvSpPr>
              <p:cNvPr id="586" name="Google Shape;586;p4"/>
              <p:cNvSpPr/>
              <p:nvPr/>
            </p:nvSpPr>
            <p:spPr>
              <a:xfrm>
                <a:off x="3611" y="576"/>
                <a:ext cx="381" cy="330"/>
              </a:xfrm>
              <a:prstGeom prst="rect">
                <a:avLst/>
              </a:prstGeom>
              <a:solidFill>
                <a:srgbClr val="CCCCFF"/>
              </a:solidFill>
              <a:ln w="190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sp>
            <p:nvSpPr>
              <p:cNvPr id="587" name="Google Shape;587;p4"/>
              <p:cNvSpPr txBox="1"/>
              <p:nvPr/>
            </p:nvSpPr>
            <p:spPr>
              <a:xfrm>
                <a:off x="3566" y="550"/>
                <a:ext cx="453" cy="40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user</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agent</a:t>
                </a:r>
                <a:endParaRPr sz="2800" b="0" i="0" u="none" strike="noStrike" cap="none">
                  <a:solidFill>
                    <a:srgbClr val="000000"/>
                  </a:solidFill>
                  <a:latin typeface="Calibri"/>
                  <a:ea typeface="Calibri"/>
                  <a:cs typeface="Calibri"/>
                  <a:sym typeface="Calibri"/>
                </a:endParaRPr>
              </a:p>
            </p:txBody>
          </p:sp>
        </p:grpSp>
        <p:grpSp>
          <p:nvGrpSpPr>
            <p:cNvPr id="588" name="Google Shape;588;p4"/>
            <p:cNvGrpSpPr/>
            <p:nvPr/>
          </p:nvGrpSpPr>
          <p:grpSpPr>
            <a:xfrm>
              <a:off x="4991" y="2540"/>
              <a:ext cx="583" cy="664"/>
              <a:chOff x="3566" y="550"/>
              <a:chExt cx="583" cy="664"/>
            </a:xfrm>
          </p:grpSpPr>
          <p:grpSp>
            <p:nvGrpSpPr>
              <p:cNvPr id="589" name="Google Shape;589;p4"/>
              <p:cNvGrpSpPr/>
              <p:nvPr/>
            </p:nvGrpSpPr>
            <p:grpSpPr>
              <a:xfrm>
                <a:off x="3588" y="692"/>
                <a:ext cx="561" cy="522"/>
                <a:chOff x="-44" y="1473"/>
                <a:chExt cx="981" cy="1105"/>
              </a:xfrm>
            </p:grpSpPr>
            <p:pic>
              <p:nvPicPr>
                <p:cNvPr id="590" name="Google Shape;590;p4" descr="desktop_computer_stylized_medium"/>
                <p:cNvPicPr preferRelativeResize="0"/>
                <p:nvPr/>
              </p:nvPicPr>
              <p:blipFill rotWithShape="1">
                <a:blip r:embed="rId3">
                  <a:alphaModFix/>
                </a:blip>
                <a:srcRect/>
                <a:stretch/>
              </p:blipFill>
              <p:spPr>
                <a:xfrm flipH="1">
                  <a:off x="-44" y="1473"/>
                  <a:ext cx="981" cy="1105"/>
                </a:xfrm>
                <a:prstGeom prst="rect">
                  <a:avLst/>
                </a:prstGeom>
                <a:noFill/>
                <a:ln>
                  <a:noFill/>
                </a:ln>
              </p:spPr>
            </p:pic>
            <p:sp>
              <p:nvSpPr>
                <p:cNvPr id="591" name="Google Shape;591;p4"/>
                <p:cNvSpPr/>
                <p:nvPr/>
              </p:nvSpPr>
              <p:spPr>
                <a:xfrm flipH="1">
                  <a:off x="374" y="1579"/>
                  <a:ext cx="477" cy="506"/>
                </a:xfrm>
                <a:custGeom>
                  <a:avLst/>
                  <a:gdLst/>
                  <a:ahLst/>
                  <a:cxnLst/>
                  <a:rect l="l" t="t" r="r" b="b"/>
                  <a:pathLst>
                    <a:path w="356" h="368" extrusionOk="0">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sp>
            <p:nvSpPr>
              <p:cNvPr id="592" name="Google Shape;592;p4"/>
              <p:cNvSpPr/>
              <p:nvPr/>
            </p:nvSpPr>
            <p:spPr>
              <a:xfrm>
                <a:off x="3611" y="576"/>
                <a:ext cx="381" cy="330"/>
              </a:xfrm>
              <a:prstGeom prst="rect">
                <a:avLst/>
              </a:prstGeom>
              <a:solidFill>
                <a:srgbClr val="CCCCFF"/>
              </a:solidFill>
              <a:ln w="190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sp>
            <p:nvSpPr>
              <p:cNvPr id="593" name="Google Shape;593;p4"/>
              <p:cNvSpPr txBox="1"/>
              <p:nvPr/>
            </p:nvSpPr>
            <p:spPr>
              <a:xfrm>
                <a:off x="3566" y="550"/>
                <a:ext cx="453" cy="40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user</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agent</a:t>
                </a:r>
                <a:endParaRPr sz="2800" b="0" i="0" u="none" strike="noStrike" cap="none">
                  <a:solidFill>
                    <a:srgbClr val="000000"/>
                  </a:solidFill>
                  <a:latin typeface="Calibri"/>
                  <a:ea typeface="Calibri"/>
                  <a:cs typeface="Calibri"/>
                  <a:sym typeface="Calibri"/>
                </a:endParaRPr>
              </a:p>
            </p:txBody>
          </p:sp>
        </p:grpSp>
        <p:grpSp>
          <p:nvGrpSpPr>
            <p:cNvPr id="594" name="Google Shape;594;p4"/>
            <p:cNvGrpSpPr/>
            <p:nvPr/>
          </p:nvGrpSpPr>
          <p:grpSpPr>
            <a:xfrm>
              <a:off x="3346" y="3446"/>
              <a:ext cx="583" cy="664"/>
              <a:chOff x="3566" y="550"/>
              <a:chExt cx="583" cy="664"/>
            </a:xfrm>
          </p:grpSpPr>
          <p:grpSp>
            <p:nvGrpSpPr>
              <p:cNvPr id="595" name="Google Shape;595;p4"/>
              <p:cNvGrpSpPr/>
              <p:nvPr/>
            </p:nvGrpSpPr>
            <p:grpSpPr>
              <a:xfrm>
                <a:off x="3588" y="692"/>
                <a:ext cx="561" cy="522"/>
                <a:chOff x="-44" y="1473"/>
                <a:chExt cx="981" cy="1105"/>
              </a:xfrm>
            </p:grpSpPr>
            <p:pic>
              <p:nvPicPr>
                <p:cNvPr id="596" name="Google Shape;596;p4" descr="desktop_computer_stylized_medium"/>
                <p:cNvPicPr preferRelativeResize="0"/>
                <p:nvPr/>
              </p:nvPicPr>
              <p:blipFill rotWithShape="1">
                <a:blip r:embed="rId3">
                  <a:alphaModFix/>
                </a:blip>
                <a:srcRect/>
                <a:stretch/>
              </p:blipFill>
              <p:spPr>
                <a:xfrm flipH="1">
                  <a:off x="-44" y="1473"/>
                  <a:ext cx="981" cy="1105"/>
                </a:xfrm>
                <a:prstGeom prst="rect">
                  <a:avLst/>
                </a:prstGeom>
                <a:noFill/>
                <a:ln>
                  <a:noFill/>
                </a:ln>
              </p:spPr>
            </p:pic>
            <p:sp>
              <p:nvSpPr>
                <p:cNvPr id="597" name="Google Shape;597;p4"/>
                <p:cNvSpPr/>
                <p:nvPr/>
              </p:nvSpPr>
              <p:spPr>
                <a:xfrm flipH="1">
                  <a:off x="374" y="1579"/>
                  <a:ext cx="477" cy="506"/>
                </a:xfrm>
                <a:custGeom>
                  <a:avLst/>
                  <a:gdLst/>
                  <a:ahLst/>
                  <a:cxnLst/>
                  <a:rect l="l" t="t" r="r" b="b"/>
                  <a:pathLst>
                    <a:path w="356" h="368" extrusionOk="0">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sp>
            <p:nvSpPr>
              <p:cNvPr id="598" name="Google Shape;598;p4"/>
              <p:cNvSpPr/>
              <p:nvPr/>
            </p:nvSpPr>
            <p:spPr>
              <a:xfrm>
                <a:off x="3611" y="576"/>
                <a:ext cx="381" cy="330"/>
              </a:xfrm>
              <a:prstGeom prst="rect">
                <a:avLst/>
              </a:prstGeom>
              <a:solidFill>
                <a:srgbClr val="CCCCFF"/>
              </a:solidFill>
              <a:ln w="190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sp>
            <p:nvSpPr>
              <p:cNvPr id="599" name="Google Shape;599;p4"/>
              <p:cNvSpPr txBox="1"/>
              <p:nvPr/>
            </p:nvSpPr>
            <p:spPr>
              <a:xfrm>
                <a:off x="3566" y="550"/>
                <a:ext cx="453" cy="40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user</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agent</a:t>
                </a:r>
                <a:endParaRPr sz="2800" b="0" i="0" u="none" strike="noStrike" cap="none">
                  <a:solidFill>
                    <a:srgbClr val="000000"/>
                  </a:solidFill>
                  <a:latin typeface="Calibri"/>
                  <a:ea typeface="Calibri"/>
                  <a:cs typeface="Calibri"/>
                  <a:sym typeface="Calibri"/>
                </a:endParaRPr>
              </a:p>
            </p:txBody>
          </p:sp>
        </p:grpSp>
        <p:grpSp>
          <p:nvGrpSpPr>
            <p:cNvPr id="600" name="Google Shape;600;p4"/>
            <p:cNvGrpSpPr/>
            <p:nvPr/>
          </p:nvGrpSpPr>
          <p:grpSpPr>
            <a:xfrm>
              <a:off x="3805" y="3056"/>
              <a:ext cx="583" cy="664"/>
              <a:chOff x="3566" y="550"/>
              <a:chExt cx="583" cy="664"/>
            </a:xfrm>
          </p:grpSpPr>
          <p:grpSp>
            <p:nvGrpSpPr>
              <p:cNvPr id="601" name="Google Shape;601;p4"/>
              <p:cNvGrpSpPr/>
              <p:nvPr/>
            </p:nvGrpSpPr>
            <p:grpSpPr>
              <a:xfrm>
                <a:off x="3588" y="692"/>
                <a:ext cx="561" cy="522"/>
                <a:chOff x="-44" y="1473"/>
                <a:chExt cx="981" cy="1105"/>
              </a:xfrm>
            </p:grpSpPr>
            <p:pic>
              <p:nvPicPr>
                <p:cNvPr id="602" name="Google Shape;602;p4" descr="desktop_computer_stylized_medium"/>
                <p:cNvPicPr preferRelativeResize="0"/>
                <p:nvPr/>
              </p:nvPicPr>
              <p:blipFill rotWithShape="1">
                <a:blip r:embed="rId3">
                  <a:alphaModFix/>
                </a:blip>
                <a:srcRect/>
                <a:stretch/>
              </p:blipFill>
              <p:spPr>
                <a:xfrm flipH="1">
                  <a:off x="-44" y="1473"/>
                  <a:ext cx="981" cy="1105"/>
                </a:xfrm>
                <a:prstGeom prst="rect">
                  <a:avLst/>
                </a:prstGeom>
                <a:noFill/>
                <a:ln>
                  <a:noFill/>
                </a:ln>
              </p:spPr>
            </p:pic>
            <p:sp>
              <p:nvSpPr>
                <p:cNvPr id="603" name="Google Shape;603;p4"/>
                <p:cNvSpPr/>
                <p:nvPr/>
              </p:nvSpPr>
              <p:spPr>
                <a:xfrm flipH="1">
                  <a:off x="374" y="1579"/>
                  <a:ext cx="477" cy="506"/>
                </a:xfrm>
                <a:custGeom>
                  <a:avLst/>
                  <a:gdLst/>
                  <a:ahLst/>
                  <a:cxnLst/>
                  <a:rect l="l" t="t" r="r" b="b"/>
                  <a:pathLst>
                    <a:path w="356" h="368" extrusionOk="0">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Calibri"/>
                    <a:ea typeface="Calibri"/>
                    <a:cs typeface="Calibri"/>
                    <a:sym typeface="Calibri"/>
                  </a:endParaRPr>
                </a:p>
              </p:txBody>
            </p:sp>
          </p:grpSp>
          <p:sp>
            <p:nvSpPr>
              <p:cNvPr id="604" name="Google Shape;604;p4"/>
              <p:cNvSpPr/>
              <p:nvPr/>
            </p:nvSpPr>
            <p:spPr>
              <a:xfrm>
                <a:off x="3611" y="576"/>
                <a:ext cx="381" cy="330"/>
              </a:xfrm>
              <a:prstGeom prst="rect">
                <a:avLst/>
              </a:prstGeom>
              <a:solidFill>
                <a:srgbClr val="CCCCFF"/>
              </a:solidFill>
              <a:ln w="190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380"/>
                  <a:buFont typeface="Arial"/>
                  <a:buNone/>
                </a:pPr>
                <a:endParaRPr sz="2800" b="0" i="0" u="none" strike="noStrike" cap="none">
                  <a:solidFill>
                    <a:srgbClr val="000000"/>
                  </a:solidFill>
                  <a:latin typeface="Calibri"/>
                  <a:ea typeface="Calibri"/>
                  <a:cs typeface="Calibri"/>
                  <a:sym typeface="Calibri"/>
                </a:endParaRPr>
              </a:p>
            </p:txBody>
          </p:sp>
          <p:sp>
            <p:nvSpPr>
              <p:cNvPr id="605" name="Google Shape;605;p4"/>
              <p:cNvSpPr txBox="1"/>
              <p:nvPr/>
            </p:nvSpPr>
            <p:spPr>
              <a:xfrm>
                <a:off x="3566" y="550"/>
                <a:ext cx="453" cy="40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user</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agent</a:t>
                </a:r>
                <a:endParaRPr sz="2800" b="0" i="0" u="none" strike="noStrike" cap="none">
                  <a:solidFill>
                    <a:srgbClr val="000000"/>
                  </a:solidFill>
                  <a:latin typeface="Calibri"/>
                  <a:ea typeface="Calibri"/>
                  <a:cs typeface="Calibri"/>
                  <a:sym typeface="Calibri"/>
                </a:endParaRPr>
              </a:p>
            </p:txBody>
          </p:sp>
        </p:grpSp>
      </p:grpSp>
      <p:sp>
        <p:nvSpPr>
          <p:cNvPr id="606" name="Google Shape;606;p4"/>
          <p:cNvSpPr txBox="1"/>
          <p:nvPr/>
        </p:nvSpPr>
        <p:spPr>
          <a:xfrm>
            <a:off x="1102924" y="1339068"/>
            <a:ext cx="5674033" cy="2346901"/>
          </a:xfrm>
          <a:prstGeom prst="rect">
            <a:avLst/>
          </a:prstGeom>
          <a:noFill/>
          <a:ln>
            <a:noFill/>
          </a:ln>
        </p:spPr>
        <p:txBody>
          <a:bodyPr spcFirstLastPara="1" wrap="square" lIns="91425" tIns="45700" rIns="91425" bIns="45700" anchor="t" anchorCtr="0">
            <a:noAutofit/>
          </a:bodyPr>
          <a:lstStyle/>
          <a:p>
            <a:pPr marL="352425" marR="0" lvl="0" indent="-222250" algn="l" rtl="0">
              <a:lnSpc>
                <a:spcPct val="90000"/>
              </a:lnSpc>
              <a:spcBef>
                <a:spcPts val="0"/>
              </a:spcBef>
              <a:spcAft>
                <a:spcPts val="0"/>
              </a:spcAft>
              <a:buClr>
                <a:srgbClr val="0000A3"/>
              </a:buClr>
              <a:buSzPts val="2800"/>
              <a:buFont typeface="Noto Sans"/>
              <a:buNone/>
            </a:pPr>
            <a:r>
              <a:rPr lang="en-US" sz="2800" b="0" i="0" u="none" strike="noStrike" cap="none">
                <a:solidFill>
                  <a:srgbClr val="CC0000"/>
                </a:solidFill>
                <a:latin typeface="Calibri"/>
                <a:ea typeface="Calibri"/>
                <a:cs typeface="Calibri"/>
                <a:sym typeface="Calibri"/>
              </a:rPr>
              <a:t>mail servers:</a:t>
            </a:r>
            <a:endParaRPr sz="1400" b="0" i="0" u="none" strike="noStrike" cap="none">
              <a:solidFill>
                <a:srgbClr val="000000"/>
              </a:solidFill>
              <a:latin typeface="Arial"/>
              <a:ea typeface="Arial"/>
              <a:cs typeface="Arial"/>
              <a:sym typeface="Arial"/>
            </a:endParaRPr>
          </a:p>
          <a:p>
            <a:pPr marL="352425" marR="0" lvl="0" indent="-222250" algn="l" rtl="0">
              <a:lnSpc>
                <a:spcPct val="90000"/>
              </a:lnSpc>
              <a:spcBef>
                <a:spcPts val="1000"/>
              </a:spcBef>
              <a:spcAft>
                <a:spcPts val="0"/>
              </a:spcAft>
              <a:buClr>
                <a:srgbClr val="0000A3"/>
              </a:buClr>
              <a:buSzPts val="2400"/>
              <a:buFont typeface="Noto Sans"/>
              <a:buChar char="▪"/>
            </a:pPr>
            <a:r>
              <a:rPr lang="en-US" sz="2400" b="0" i="1" u="none" strike="noStrike" cap="none">
                <a:solidFill>
                  <a:srgbClr val="0000A3"/>
                </a:solidFill>
                <a:latin typeface="Calibri"/>
                <a:ea typeface="Calibri"/>
                <a:cs typeface="Calibri"/>
                <a:sym typeface="Calibri"/>
              </a:rPr>
              <a:t>mailbox</a:t>
            </a:r>
            <a:r>
              <a:rPr lang="en-US" sz="2400" b="0" i="0" u="none" strike="noStrike" cap="none">
                <a:solidFill>
                  <a:srgbClr val="000000"/>
                </a:solidFill>
                <a:latin typeface="Calibri"/>
                <a:ea typeface="Calibri"/>
                <a:cs typeface="Calibri"/>
                <a:sym typeface="Calibri"/>
              </a:rPr>
              <a:t> contains incoming messages for user</a:t>
            </a:r>
            <a:endParaRPr sz="1400" b="0" i="0" u="none" strike="noStrike" cap="none">
              <a:solidFill>
                <a:srgbClr val="000000"/>
              </a:solidFill>
              <a:latin typeface="Arial"/>
              <a:ea typeface="Arial"/>
              <a:cs typeface="Arial"/>
              <a:sym typeface="Arial"/>
            </a:endParaRPr>
          </a:p>
          <a:p>
            <a:pPr marL="352425" marR="0" lvl="0" indent="-222250" algn="l" rtl="0">
              <a:lnSpc>
                <a:spcPct val="90000"/>
              </a:lnSpc>
              <a:spcBef>
                <a:spcPts val="1000"/>
              </a:spcBef>
              <a:spcAft>
                <a:spcPts val="0"/>
              </a:spcAft>
              <a:buClr>
                <a:srgbClr val="0000A3"/>
              </a:buClr>
              <a:buSzPts val="2400"/>
              <a:buFont typeface="Noto Sans"/>
              <a:buChar char="▪"/>
            </a:pPr>
            <a:r>
              <a:rPr lang="en-US" sz="2400" b="0" i="1" u="none" strike="noStrike" cap="none">
                <a:solidFill>
                  <a:srgbClr val="0000A3"/>
                </a:solidFill>
                <a:latin typeface="Calibri"/>
                <a:ea typeface="Calibri"/>
                <a:cs typeface="Calibri"/>
                <a:sym typeface="Calibri"/>
              </a:rPr>
              <a:t>message queue</a:t>
            </a:r>
            <a:r>
              <a:rPr lang="en-US" sz="2400" b="0" i="0" u="none" strike="noStrike" cap="none">
                <a:solidFill>
                  <a:srgbClr val="0000A3"/>
                </a:solidFill>
                <a:latin typeface="Calibri"/>
                <a:ea typeface="Calibri"/>
                <a:cs typeface="Calibri"/>
                <a:sym typeface="Calibri"/>
              </a:rPr>
              <a:t> </a:t>
            </a:r>
            <a:r>
              <a:rPr lang="en-US" sz="2400" b="0" i="0" u="none" strike="noStrike" cap="none">
                <a:solidFill>
                  <a:srgbClr val="000000"/>
                </a:solidFill>
                <a:latin typeface="Calibri"/>
                <a:ea typeface="Calibri"/>
                <a:cs typeface="Calibri"/>
                <a:sym typeface="Calibri"/>
              </a:rPr>
              <a:t>of outgoing (to be sent) mail messages</a:t>
            </a:r>
            <a:endParaRPr sz="1400" b="0" i="0" u="none" strike="noStrike" cap="none">
              <a:solidFill>
                <a:srgbClr val="000000"/>
              </a:solidFill>
              <a:latin typeface="Arial"/>
              <a:ea typeface="Arial"/>
              <a:cs typeface="Arial"/>
              <a:sym typeface="Arial"/>
            </a:endParaRPr>
          </a:p>
          <a:p>
            <a:pPr marL="130175" marR="0" lvl="0" indent="0" algn="l" rtl="0">
              <a:lnSpc>
                <a:spcPct val="90000"/>
              </a:lnSpc>
              <a:spcBef>
                <a:spcPts val="1000"/>
              </a:spcBef>
              <a:spcAft>
                <a:spcPts val="0"/>
              </a:spcAft>
              <a:buClr>
                <a:srgbClr val="0000A3"/>
              </a:buClr>
              <a:buSzPts val="2800"/>
              <a:buFont typeface="Noto Sans"/>
              <a:buNone/>
            </a:pPr>
            <a:endParaRPr sz="2400" b="0" i="0" u="none" strike="noStrike" cap="none">
              <a:solidFill>
                <a:srgbClr val="000000"/>
              </a:solidFill>
              <a:latin typeface="Calibri"/>
              <a:ea typeface="Calibri"/>
              <a:cs typeface="Calibri"/>
              <a:sym typeface="Calibri"/>
            </a:endParaRPr>
          </a:p>
        </p:txBody>
      </p:sp>
      <p:grpSp>
        <p:nvGrpSpPr>
          <p:cNvPr id="607" name="Google Shape;607;p4"/>
          <p:cNvGrpSpPr/>
          <p:nvPr/>
        </p:nvGrpSpPr>
        <p:grpSpPr>
          <a:xfrm>
            <a:off x="7171111" y="1995054"/>
            <a:ext cx="3710247" cy="3732412"/>
            <a:chOff x="7171111" y="1995054"/>
            <a:chExt cx="3710247" cy="3732412"/>
          </a:xfrm>
        </p:grpSpPr>
        <p:sp>
          <p:nvSpPr>
            <p:cNvPr id="608" name="Google Shape;608;p4"/>
            <p:cNvSpPr/>
            <p:nvPr/>
          </p:nvSpPr>
          <p:spPr>
            <a:xfrm>
              <a:off x="7215447" y="1995054"/>
              <a:ext cx="1230284" cy="432262"/>
            </a:xfrm>
            <a:prstGeom prst="ellipse">
              <a:avLst/>
            </a:prstGeom>
            <a:noFill/>
            <a:ln w="3175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orbel"/>
                <a:buNone/>
              </a:pPr>
              <a:endParaRPr sz="1800" b="0" i="0" u="none" strike="noStrike" cap="none">
                <a:solidFill>
                  <a:srgbClr val="FFFFFF"/>
                </a:solidFill>
                <a:latin typeface="Calibri"/>
                <a:ea typeface="Calibri"/>
                <a:cs typeface="Calibri"/>
                <a:sym typeface="Calibri"/>
              </a:endParaRPr>
            </a:p>
          </p:txBody>
        </p:sp>
        <p:sp>
          <p:nvSpPr>
            <p:cNvPr id="609" name="Google Shape;609;p4"/>
            <p:cNvSpPr/>
            <p:nvPr/>
          </p:nvSpPr>
          <p:spPr>
            <a:xfrm>
              <a:off x="9213272" y="2862348"/>
              <a:ext cx="1230284" cy="432262"/>
            </a:xfrm>
            <a:prstGeom prst="ellipse">
              <a:avLst/>
            </a:prstGeom>
            <a:noFill/>
            <a:ln w="3175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orbel"/>
                <a:buNone/>
              </a:pPr>
              <a:endParaRPr sz="1800" b="0" i="0" u="none" strike="noStrike" cap="none">
                <a:solidFill>
                  <a:srgbClr val="FFFFFF"/>
                </a:solidFill>
                <a:latin typeface="Calibri"/>
                <a:ea typeface="Calibri"/>
                <a:cs typeface="Calibri"/>
                <a:sym typeface="Calibri"/>
              </a:endParaRPr>
            </a:p>
          </p:txBody>
        </p:sp>
        <p:sp>
          <p:nvSpPr>
            <p:cNvPr id="610" name="Google Shape;610;p4"/>
            <p:cNvSpPr/>
            <p:nvPr/>
          </p:nvSpPr>
          <p:spPr>
            <a:xfrm>
              <a:off x="7171111" y="4261656"/>
              <a:ext cx="1230284" cy="432262"/>
            </a:xfrm>
            <a:prstGeom prst="ellipse">
              <a:avLst/>
            </a:prstGeom>
            <a:noFill/>
            <a:ln w="3175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orbel"/>
                <a:buNone/>
              </a:pPr>
              <a:endParaRPr sz="1800" b="0" i="0" u="none" strike="noStrike" cap="none">
                <a:solidFill>
                  <a:srgbClr val="FFFFFF"/>
                </a:solidFill>
                <a:latin typeface="Calibri"/>
                <a:ea typeface="Calibri"/>
                <a:cs typeface="Calibri"/>
                <a:sym typeface="Calibri"/>
              </a:endParaRPr>
            </a:p>
          </p:txBody>
        </p:sp>
        <p:sp>
          <p:nvSpPr>
            <p:cNvPr id="611" name="Google Shape;611;p4"/>
            <p:cNvSpPr/>
            <p:nvPr/>
          </p:nvSpPr>
          <p:spPr>
            <a:xfrm>
              <a:off x="9651074" y="5295204"/>
              <a:ext cx="1230284" cy="432262"/>
            </a:xfrm>
            <a:prstGeom prst="ellipse">
              <a:avLst/>
            </a:prstGeom>
            <a:noFill/>
            <a:ln w="3175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orbel"/>
                <a:buNone/>
              </a:pPr>
              <a:endParaRPr sz="1800" b="0" i="0" u="none" strike="noStrike" cap="none">
                <a:solidFill>
                  <a:srgbClr val="FFFFFF"/>
                </a:solidFill>
                <a:latin typeface="Calibri"/>
                <a:ea typeface="Calibri"/>
                <a:cs typeface="Calibri"/>
                <a:sym typeface="Calibri"/>
              </a:endParaRPr>
            </a:p>
          </p:txBody>
        </p:sp>
      </p:grpSp>
      <p:grpSp>
        <p:nvGrpSpPr>
          <p:cNvPr id="612" name="Google Shape;612;p4"/>
          <p:cNvGrpSpPr/>
          <p:nvPr/>
        </p:nvGrpSpPr>
        <p:grpSpPr>
          <a:xfrm>
            <a:off x="7223758" y="2263832"/>
            <a:ext cx="3272445" cy="4031670"/>
            <a:chOff x="7171111" y="1995054"/>
            <a:chExt cx="3272445" cy="4031670"/>
          </a:xfrm>
        </p:grpSpPr>
        <p:sp>
          <p:nvSpPr>
            <p:cNvPr id="613" name="Google Shape;613;p4"/>
            <p:cNvSpPr/>
            <p:nvPr/>
          </p:nvSpPr>
          <p:spPr>
            <a:xfrm>
              <a:off x="7215447" y="1995054"/>
              <a:ext cx="1230284" cy="432262"/>
            </a:xfrm>
            <a:prstGeom prst="ellipse">
              <a:avLst/>
            </a:prstGeom>
            <a:noFill/>
            <a:ln w="3175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orbel"/>
                <a:buNone/>
              </a:pPr>
              <a:endParaRPr sz="1800" b="0" i="0" u="none" strike="noStrike" cap="none">
                <a:solidFill>
                  <a:srgbClr val="FFFFFF"/>
                </a:solidFill>
                <a:latin typeface="Calibri"/>
                <a:ea typeface="Calibri"/>
                <a:cs typeface="Calibri"/>
                <a:sym typeface="Calibri"/>
              </a:endParaRPr>
            </a:p>
          </p:txBody>
        </p:sp>
        <p:sp>
          <p:nvSpPr>
            <p:cNvPr id="614" name="Google Shape;614;p4"/>
            <p:cNvSpPr/>
            <p:nvPr/>
          </p:nvSpPr>
          <p:spPr>
            <a:xfrm>
              <a:off x="9213272" y="2862348"/>
              <a:ext cx="1230284" cy="432262"/>
            </a:xfrm>
            <a:prstGeom prst="ellipse">
              <a:avLst/>
            </a:prstGeom>
            <a:noFill/>
            <a:ln w="3175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orbel"/>
                <a:buNone/>
              </a:pPr>
              <a:endParaRPr sz="1800" b="0" i="0" u="none" strike="noStrike" cap="none">
                <a:solidFill>
                  <a:srgbClr val="FFFFFF"/>
                </a:solidFill>
                <a:latin typeface="Calibri"/>
                <a:ea typeface="Calibri"/>
                <a:cs typeface="Calibri"/>
                <a:sym typeface="Calibri"/>
              </a:endParaRPr>
            </a:p>
          </p:txBody>
        </p:sp>
        <p:sp>
          <p:nvSpPr>
            <p:cNvPr id="615" name="Google Shape;615;p4"/>
            <p:cNvSpPr/>
            <p:nvPr/>
          </p:nvSpPr>
          <p:spPr>
            <a:xfrm>
              <a:off x="7171111" y="4261656"/>
              <a:ext cx="1230284" cy="432262"/>
            </a:xfrm>
            <a:prstGeom prst="ellipse">
              <a:avLst/>
            </a:prstGeom>
            <a:noFill/>
            <a:ln w="3175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orbel"/>
                <a:buNone/>
              </a:pPr>
              <a:endParaRPr sz="1800" b="0" i="0" u="none" strike="noStrike" cap="none">
                <a:solidFill>
                  <a:srgbClr val="FFFFFF"/>
                </a:solidFill>
                <a:latin typeface="Calibri"/>
                <a:ea typeface="Calibri"/>
                <a:cs typeface="Calibri"/>
                <a:sym typeface="Calibri"/>
              </a:endParaRPr>
            </a:p>
          </p:txBody>
        </p:sp>
        <p:sp>
          <p:nvSpPr>
            <p:cNvPr id="616" name="Google Shape;616;p4"/>
            <p:cNvSpPr/>
            <p:nvPr/>
          </p:nvSpPr>
          <p:spPr>
            <a:xfrm>
              <a:off x="9590116" y="5594462"/>
              <a:ext cx="759227" cy="432262"/>
            </a:xfrm>
            <a:prstGeom prst="ellipse">
              <a:avLst/>
            </a:prstGeom>
            <a:noFill/>
            <a:ln w="3175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orbel"/>
                <a:buNone/>
              </a:pPr>
              <a:endParaRPr sz="1800" b="0" i="0" u="none" strike="noStrike" cap="none">
                <a:solidFill>
                  <a:srgbClr val="FFFFFF"/>
                </a:solidFill>
                <a:latin typeface="Calibri"/>
                <a:ea typeface="Calibri"/>
                <a:cs typeface="Calibri"/>
                <a:sym typeface="Calibri"/>
              </a:endParaRPr>
            </a:p>
          </p:txBody>
        </p:sp>
      </p:grpSp>
      <p:grpSp>
        <p:nvGrpSpPr>
          <p:cNvPr id="617" name="Google Shape;617;p4"/>
          <p:cNvGrpSpPr/>
          <p:nvPr/>
        </p:nvGrpSpPr>
        <p:grpSpPr>
          <a:xfrm>
            <a:off x="6988233" y="2128058"/>
            <a:ext cx="2391295" cy="1864822"/>
            <a:chOff x="6988233" y="2128058"/>
            <a:chExt cx="2391295" cy="1864822"/>
          </a:xfrm>
        </p:grpSpPr>
        <p:sp>
          <p:nvSpPr>
            <p:cNvPr id="618" name="Google Shape;618;p4"/>
            <p:cNvSpPr/>
            <p:nvPr/>
          </p:nvSpPr>
          <p:spPr>
            <a:xfrm>
              <a:off x="8262851" y="2128058"/>
              <a:ext cx="1080655" cy="615142"/>
            </a:xfrm>
            <a:prstGeom prst="ellipse">
              <a:avLst/>
            </a:prstGeom>
            <a:noFill/>
            <a:ln w="254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orbel"/>
                <a:buNone/>
              </a:pPr>
              <a:endParaRPr sz="1800" b="0" i="0" u="none" strike="noStrike" cap="none">
                <a:solidFill>
                  <a:srgbClr val="FFFFFF"/>
                </a:solidFill>
                <a:latin typeface="Calibri"/>
                <a:ea typeface="Calibri"/>
                <a:cs typeface="Calibri"/>
                <a:sym typeface="Calibri"/>
              </a:endParaRPr>
            </a:p>
          </p:txBody>
        </p:sp>
        <p:sp>
          <p:nvSpPr>
            <p:cNvPr id="619" name="Google Shape;619;p4"/>
            <p:cNvSpPr/>
            <p:nvPr/>
          </p:nvSpPr>
          <p:spPr>
            <a:xfrm>
              <a:off x="8298873" y="3377738"/>
              <a:ext cx="1080655" cy="615142"/>
            </a:xfrm>
            <a:prstGeom prst="ellipse">
              <a:avLst/>
            </a:prstGeom>
            <a:noFill/>
            <a:ln w="254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orbel"/>
                <a:buNone/>
              </a:pPr>
              <a:endParaRPr sz="1800" b="0" i="0" u="none" strike="noStrike" cap="none">
                <a:solidFill>
                  <a:srgbClr val="FFFFFF"/>
                </a:solidFill>
                <a:latin typeface="Calibri"/>
                <a:ea typeface="Calibri"/>
                <a:cs typeface="Calibri"/>
                <a:sym typeface="Calibri"/>
              </a:endParaRPr>
            </a:p>
          </p:txBody>
        </p:sp>
        <p:sp>
          <p:nvSpPr>
            <p:cNvPr id="620" name="Google Shape;620;p4"/>
            <p:cNvSpPr/>
            <p:nvPr/>
          </p:nvSpPr>
          <p:spPr>
            <a:xfrm>
              <a:off x="6988233" y="2781993"/>
              <a:ext cx="1080655" cy="615142"/>
            </a:xfrm>
            <a:prstGeom prst="ellipse">
              <a:avLst/>
            </a:prstGeom>
            <a:noFill/>
            <a:ln w="254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orbel"/>
                <a:buNone/>
              </a:pPr>
              <a:endParaRPr sz="1800" b="0" i="0" u="none" strike="noStrike" cap="none">
                <a:solidFill>
                  <a:srgbClr val="FFFFFF"/>
                </a:solidFill>
                <a:latin typeface="Calibri"/>
                <a:ea typeface="Calibri"/>
                <a:cs typeface="Calibri"/>
                <a:sym typeface="Calibri"/>
              </a:endParaRPr>
            </a:p>
          </p:txBody>
        </p:sp>
      </p:grpSp>
      <p:sp>
        <p:nvSpPr>
          <p:cNvPr id="621" name="Google Shape;621;p4"/>
          <p:cNvSpPr txBox="1"/>
          <p:nvPr/>
        </p:nvSpPr>
        <p:spPr>
          <a:xfrm>
            <a:off x="1900238" y="222250"/>
            <a:ext cx="7772400" cy="88265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chemeClr val="dk1"/>
              </a:buClr>
              <a:buSzPts val="4000"/>
              <a:buFont typeface="Corbel"/>
              <a:buNone/>
            </a:pPr>
            <a:r>
              <a:rPr lang="en-US" sz="4000" b="1" i="0" u="none" strike="noStrike" cap="none">
                <a:solidFill>
                  <a:schemeClr val="dk1"/>
                </a:solidFill>
                <a:latin typeface="Corbel"/>
                <a:ea typeface="Corbel"/>
                <a:cs typeface="Corbel"/>
                <a:sym typeface="Corbel"/>
              </a:rPr>
              <a:t>Electronic mail: mail servers</a:t>
            </a:r>
            <a:endParaRPr sz="4000" b="1" i="0" u="none" strike="noStrike" cap="none">
              <a:solidFill>
                <a:schemeClr val="dk1"/>
              </a:solidFill>
              <a:latin typeface="Corbel"/>
              <a:ea typeface="Corbel"/>
              <a:cs typeface="Corbel"/>
              <a:sym typeface="Corbel"/>
            </a:endParaRPr>
          </a:p>
        </p:txBody>
      </p:sp>
      <p:sp>
        <p:nvSpPr>
          <p:cNvPr id="622" name="Google Shape;622;p4"/>
          <p:cNvSpPr txBox="1">
            <a:spLocks noGrp="1"/>
          </p:cNvSpPr>
          <p:nvPr>
            <p:ph type="sldNum" idx="12"/>
          </p:nvPr>
        </p:nvSpPr>
        <p:spPr>
          <a:xfrm>
            <a:off x="10951856" y="5883275"/>
            <a:ext cx="551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US"/>
              <a:t>4</a:t>
            </a:fld>
            <a:endParaRPr/>
          </a:p>
        </p:txBody>
      </p:sp>
      <p:sp>
        <p:nvSpPr>
          <p:cNvPr id="623" name="Google Shape;623;p4"/>
          <p:cNvSpPr txBox="1"/>
          <p:nvPr/>
        </p:nvSpPr>
        <p:spPr>
          <a:xfrm>
            <a:off x="942761" y="3868754"/>
            <a:ext cx="6100010" cy="1660968"/>
          </a:xfrm>
          <a:prstGeom prst="rect">
            <a:avLst/>
          </a:prstGeom>
          <a:noFill/>
          <a:ln>
            <a:noFill/>
          </a:ln>
        </p:spPr>
        <p:txBody>
          <a:bodyPr spcFirstLastPara="1" wrap="square" lIns="91425" tIns="45700" rIns="91425" bIns="45700" anchor="t" anchorCtr="0">
            <a:spAutoFit/>
          </a:bodyPr>
          <a:lstStyle/>
          <a:p>
            <a:pPr marL="130175" marR="0" lvl="0" indent="0" algn="l" rtl="0">
              <a:lnSpc>
                <a:spcPct val="90000"/>
              </a:lnSpc>
              <a:spcBef>
                <a:spcPts val="0"/>
              </a:spcBef>
              <a:spcAft>
                <a:spcPts val="0"/>
              </a:spcAft>
              <a:buClr>
                <a:srgbClr val="0000A3"/>
              </a:buClr>
              <a:buSzPts val="2800"/>
              <a:buFont typeface="Noto Sans"/>
              <a:buNone/>
            </a:pPr>
            <a:r>
              <a:rPr lang="en-US" sz="2800" b="0" i="0" u="none" strike="noStrike" cap="none">
                <a:solidFill>
                  <a:srgbClr val="CC0000"/>
                </a:solidFill>
                <a:latin typeface="Calibri"/>
                <a:ea typeface="Calibri"/>
                <a:cs typeface="Calibri"/>
                <a:sym typeface="Calibri"/>
              </a:rPr>
              <a:t>SMTP protocol</a:t>
            </a:r>
            <a:r>
              <a:rPr lang="en-US" sz="2800" b="0" i="0" u="none" strike="noStrike" cap="none">
                <a:solidFill>
                  <a:srgbClr val="000000"/>
                </a:solidFill>
                <a:latin typeface="Calibri"/>
                <a:ea typeface="Calibri"/>
                <a:cs typeface="Calibri"/>
                <a:sym typeface="Calibri"/>
              </a:rPr>
              <a:t> between mail servers to send email messages</a:t>
            </a:r>
            <a:endParaRPr sz="1400" b="0" i="0" u="none" strike="noStrike" cap="none">
              <a:solidFill>
                <a:srgbClr val="000000"/>
              </a:solidFill>
              <a:latin typeface="Arial"/>
              <a:ea typeface="Arial"/>
              <a:cs typeface="Arial"/>
              <a:sym typeface="Arial"/>
            </a:endParaRPr>
          </a:p>
          <a:p>
            <a:pPr marL="411163" marR="0" lvl="0" indent="-230186" algn="l" rtl="0">
              <a:lnSpc>
                <a:spcPct val="90000"/>
              </a:lnSpc>
              <a:spcBef>
                <a:spcPts val="500"/>
              </a:spcBef>
              <a:spcAft>
                <a:spcPts val="0"/>
              </a:spcAft>
              <a:buClr>
                <a:srgbClr val="0000A8"/>
              </a:buClr>
              <a:buSzPts val="2400"/>
              <a:buFont typeface="Noto Sans"/>
              <a:buChar char="▪"/>
            </a:pPr>
            <a:r>
              <a:rPr lang="en-US" sz="2400" b="0" i="0" u="none" strike="noStrike" cap="none">
                <a:solidFill>
                  <a:srgbClr val="0000A3"/>
                </a:solidFill>
                <a:latin typeface="Calibri"/>
                <a:ea typeface="Calibri"/>
                <a:cs typeface="Calibri"/>
                <a:sym typeface="Calibri"/>
              </a:rPr>
              <a:t>client: </a:t>
            </a:r>
            <a:r>
              <a:rPr lang="en-US" sz="2400" b="0" i="0" u="none" strike="noStrike" cap="none">
                <a:solidFill>
                  <a:srgbClr val="000000"/>
                </a:solidFill>
                <a:latin typeface="Calibri"/>
                <a:ea typeface="Calibri"/>
                <a:cs typeface="Calibri"/>
                <a:sym typeface="Calibri"/>
              </a:rPr>
              <a:t>sending mail server</a:t>
            </a:r>
            <a:endParaRPr sz="1400" b="0" i="0" u="none" strike="noStrike" cap="none">
              <a:solidFill>
                <a:srgbClr val="000000"/>
              </a:solidFill>
              <a:latin typeface="Arial"/>
              <a:ea typeface="Arial"/>
              <a:cs typeface="Arial"/>
              <a:sym typeface="Arial"/>
            </a:endParaRPr>
          </a:p>
          <a:p>
            <a:pPr marL="411163" marR="0" lvl="0" indent="-230186" algn="l" rtl="0">
              <a:lnSpc>
                <a:spcPct val="90000"/>
              </a:lnSpc>
              <a:spcBef>
                <a:spcPts val="500"/>
              </a:spcBef>
              <a:spcAft>
                <a:spcPts val="0"/>
              </a:spcAft>
              <a:buClr>
                <a:srgbClr val="0000A8"/>
              </a:buClr>
              <a:buSzPts val="2400"/>
              <a:buFont typeface="Noto Sans"/>
              <a:buChar char="▪"/>
            </a:pPr>
            <a:r>
              <a:rPr lang="en-US" sz="2400" b="0" i="0" u="none" strike="noStrike" cap="none">
                <a:solidFill>
                  <a:srgbClr val="0000A3"/>
                </a:solidFill>
                <a:latin typeface="Calibri"/>
                <a:ea typeface="Calibri"/>
                <a:cs typeface="Calibri"/>
                <a:sym typeface="Calibri"/>
              </a:rPr>
              <a:t>“server”: </a:t>
            </a:r>
            <a:r>
              <a:rPr lang="en-US" sz="2400" b="0" i="0" u="none" strike="noStrike" cap="none">
                <a:solidFill>
                  <a:srgbClr val="000000"/>
                </a:solidFill>
                <a:latin typeface="Calibri"/>
                <a:ea typeface="Calibri"/>
                <a:cs typeface="Calibri"/>
                <a:sym typeface="Calibri"/>
              </a:rPr>
              <a:t>receiving mail server</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12"/>
                                        </p:tgtEl>
                                        <p:attrNameLst>
                                          <p:attrName>style.visibility</p:attrName>
                                        </p:attrNameLst>
                                      </p:cBhvr>
                                      <p:to>
                                        <p:strVal val="visible"/>
                                      </p:to>
                                    </p:set>
                                    <p:animEffect transition="in" filter="fade">
                                      <p:cBhvr>
                                        <p:cTn id="7" dur="500"/>
                                        <p:tgtEl>
                                          <p:spTgt spid="6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612"/>
                                        </p:tgtEl>
                                      </p:cBhvr>
                                    </p:animEffect>
                                    <p:set>
                                      <p:cBhvr>
                                        <p:cTn id="12" dur="1" fill="hold">
                                          <p:stCondLst>
                                            <p:cond delay="500"/>
                                          </p:stCondLst>
                                        </p:cTn>
                                        <p:tgtEl>
                                          <p:spTgt spid="612"/>
                                        </p:tgtEl>
                                        <p:attrNameLst>
                                          <p:attrName>style.visibility</p:attrName>
                                        </p:attrNameLst>
                                      </p:cBhvr>
                                      <p:to>
                                        <p:strVal val="hidden"/>
                                      </p:to>
                                    </p:set>
                                  </p:childTnLst>
                                </p:cTn>
                              </p:par>
                              <p:par>
                                <p:cTn id="13" presetID="10" presetClass="entr" presetSubtype="0" fill="hold" nodeType="withEffect">
                                  <p:stCondLst>
                                    <p:cond delay="0"/>
                                  </p:stCondLst>
                                  <p:childTnLst>
                                    <p:set>
                                      <p:cBhvr>
                                        <p:cTn id="14" dur="1" fill="hold">
                                          <p:stCondLst>
                                            <p:cond delay="0"/>
                                          </p:stCondLst>
                                        </p:cTn>
                                        <p:tgtEl>
                                          <p:spTgt spid="607"/>
                                        </p:tgtEl>
                                        <p:attrNameLst>
                                          <p:attrName>style.visibility</p:attrName>
                                        </p:attrNameLst>
                                      </p:cBhvr>
                                      <p:to>
                                        <p:strVal val="visible"/>
                                      </p:to>
                                    </p:set>
                                    <p:animEffect transition="in" filter="fade">
                                      <p:cBhvr>
                                        <p:cTn id="15" dur="500"/>
                                        <p:tgtEl>
                                          <p:spTgt spid="60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617"/>
                                        </p:tgtEl>
                                        <p:attrNameLst>
                                          <p:attrName>style.visibility</p:attrName>
                                        </p:attrNameLst>
                                      </p:cBhvr>
                                      <p:to>
                                        <p:strVal val="visible"/>
                                      </p:to>
                                    </p:set>
                                    <p:animEffect transition="in" filter="fade">
                                      <p:cBhvr>
                                        <p:cTn id="20" dur="500"/>
                                        <p:tgtEl>
                                          <p:spTgt spid="617"/>
                                        </p:tgtEl>
                                      </p:cBhvr>
                                    </p:animEffect>
                                  </p:childTnLst>
                                </p:cTn>
                              </p:par>
                              <p:par>
                                <p:cTn id="21" presetID="10" presetClass="exit" presetSubtype="0" fill="hold" nodeType="withEffect">
                                  <p:stCondLst>
                                    <p:cond delay="0"/>
                                  </p:stCondLst>
                                  <p:childTnLst>
                                    <p:animEffect transition="out" filter="fade">
                                      <p:cBhvr>
                                        <p:cTn id="22" dur="500"/>
                                        <p:tgtEl>
                                          <p:spTgt spid="607"/>
                                        </p:tgtEl>
                                      </p:cBhvr>
                                    </p:animEffect>
                                    <p:set>
                                      <p:cBhvr>
                                        <p:cTn id="23" dur="1" fill="hold">
                                          <p:stCondLst>
                                            <p:cond delay="500"/>
                                          </p:stCondLst>
                                        </p:cTn>
                                        <p:tgtEl>
                                          <p:spTgt spid="607"/>
                                        </p:tgtEl>
                                        <p:attrNameLst>
                                          <p:attrName>style.visibility</p:attrName>
                                        </p:attrNameLst>
                                      </p:cBhvr>
                                      <p:to>
                                        <p:strVal val="hidden"/>
                                      </p:to>
                                    </p:set>
                                  </p:childTnLst>
                                </p:cTn>
                              </p:par>
                              <p:par>
                                <p:cTn id="24" presetID="1" presetClass="entr" presetSubtype="0" fill="hold" nodeType="withEffect">
                                  <p:stCondLst>
                                    <p:cond delay="0"/>
                                  </p:stCondLst>
                                  <p:childTnLst>
                                    <p:set>
                                      <p:cBhvr>
                                        <p:cTn id="25" dur="1" fill="hold">
                                          <p:stCondLst>
                                            <p:cond delay="0"/>
                                          </p:stCondLst>
                                        </p:cTn>
                                        <p:tgtEl>
                                          <p:spTgt spid="6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28"/>
        <p:cNvGrpSpPr/>
        <p:nvPr/>
      </p:nvGrpSpPr>
      <p:grpSpPr>
        <a:xfrm>
          <a:off x="0" y="0"/>
          <a:ext cx="0" cy="0"/>
          <a:chOff x="0" y="0"/>
          <a:chExt cx="0" cy="0"/>
        </a:xfrm>
      </p:grpSpPr>
      <p:sp>
        <p:nvSpPr>
          <p:cNvPr id="629" name="Google Shape;629;p6"/>
          <p:cNvSpPr txBox="1">
            <a:spLocks noGrp="1"/>
          </p:cNvSpPr>
          <p:nvPr>
            <p:ph type="title"/>
          </p:nvPr>
        </p:nvSpPr>
        <p:spPr>
          <a:xfrm>
            <a:off x="798691" y="289325"/>
            <a:ext cx="10515600" cy="894622"/>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orbel"/>
              <a:buNone/>
            </a:pPr>
            <a:r>
              <a:rPr lang="en-US" sz="4400"/>
              <a:t>Scenario: Alice sends e-mail to Bob</a:t>
            </a:r>
            <a:endParaRPr sz="4400"/>
          </a:p>
        </p:txBody>
      </p:sp>
      <p:sp>
        <p:nvSpPr>
          <p:cNvPr id="630" name="Google Shape;630;p6"/>
          <p:cNvSpPr txBox="1"/>
          <p:nvPr/>
        </p:nvSpPr>
        <p:spPr>
          <a:xfrm>
            <a:off x="949664" y="1404610"/>
            <a:ext cx="5071156" cy="1153886"/>
          </a:xfrm>
          <a:prstGeom prst="rect">
            <a:avLst/>
          </a:prstGeom>
          <a:noFill/>
          <a:ln>
            <a:noFill/>
          </a:ln>
        </p:spPr>
        <p:txBody>
          <a:bodyPr spcFirstLastPara="1" wrap="square" lIns="91425" tIns="45700" rIns="91425" bIns="45700" anchor="t" anchorCtr="0">
            <a:noAutofit/>
          </a:bodyPr>
          <a:lstStyle/>
          <a:p>
            <a:pPr marL="352425" marR="0" lvl="0" indent="-222250" algn="l" rtl="0">
              <a:lnSpc>
                <a:spcPct val="90000"/>
              </a:lnSpc>
              <a:spcBef>
                <a:spcPts val="0"/>
              </a:spcBef>
              <a:spcAft>
                <a:spcPts val="0"/>
              </a:spcAft>
              <a:buClr>
                <a:srgbClr val="0000A3"/>
              </a:buClr>
              <a:buSzPts val="2400"/>
              <a:buFont typeface="Noto Sans"/>
              <a:buNone/>
            </a:pPr>
            <a:r>
              <a:rPr lang="en-US" sz="2400" b="1" i="0" u="none" strike="noStrike" cap="none">
                <a:solidFill>
                  <a:srgbClr val="7D28CD"/>
                </a:solidFill>
                <a:latin typeface="Calibri"/>
                <a:ea typeface="Calibri"/>
                <a:cs typeface="Calibri"/>
                <a:sym typeface="Calibri"/>
              </a:rPr>
              <a:t>1)</a:t>
            </a:r>
            <a:r>
              <a:rPr lang="en-US" sz="2400" b="0" i="0" u="none" strike="noStrike" cap="none">
                <a:solidFill>
                  <a:srgbClr val="000000"/>
                </a:solidFill>
                <a:latin typeface="Calibri"/>
                <a:ea typeface="Calibri"/>
                <a:cs typeface="Calibri"/>
                <a:sym typeface="Calibri"/>
              </a:rPr>
              <a:t> Alice uses UA to compose e-mail message “to” bob@someschool.edu</a:t>
            </a:r>
            <a:endParaRPr sz="2400" b="0" i="0" u="none" strike="noStrike" cap="none">
              <a:solidFill>
                <a:srgbClr val="000000"/>
              </a:solidFill>
              <a:latin typeface="Calibri"/>
              <a:ea typeface="Calibri"/>
              <a:cs typeface="Calibri"/>
              <a:sym typeface="Calibri"/>
            </a:endParaRPr>
          </a:p>
          <a:p>
            <a:pPr marL="352425" marR="0" lvl="0" indent="-222250" algn="l" rtl="0">
              <a:lnSpc>
                <a:spcPct val="90000"/>
              </a:lnSpc>
              <a:spcBef>
                <a:spcPts val="1000"/>
              </a:spcBef>
              <a:spcAft>
                <a:spcPts val="0"/>
              </a:spcAft>
              <a:buClr>
                <a:srgbClr val="0000A3"/>
              </a:buClr>
              <a:buSzPts val="2200"/>
              <a:buFont typeface="Noto Sans"/>
              <a:buNone/>
            </a:pPr>
            <a:endParaRPr sz="2200" b="0" i="0" u="none" strike="noStrike" cap="none">
              <a:solidFill>
                <a:srgbClr val="000000"/>
              </a:solidFill>
              <a:latin typeface="Calibri"/>
              <a:ea typeface="Calibri"/>
              <a:cs typeface="Calibri"/>
              <a:sym typeface="Calibri"/>
            </a:endParaRPr>
          </a:p>
        </p:txBody>
      </p:sp>
      <p:sp>
        <p:nvSpPr>
          <p:cNvPr id="631" name="Google Shape;631;p6"/>
          <p:cNvSpPr txBox="1"/>
          <p:nvPr/>
        </p:nvSpPr>
        <p:spPr>
          <a:xfrm>
            <a:off x="6638017" y="1329168"/>
            <a:ext cx="5071155" cy="946390"/>
          </a:xfrm>
          <a:prstGeom prst="rect">
            <a:avLst/>
          </a:prstGeom>
          <a:noFill/>
          <a:ln>
            <a:noFill/>
          </a:ln>
        </p:spPr>
        <p:txBody>
          <a:bodyPr spcFirstLastPara="1" wrap="square" lIns="91425" tIns="45700" rIns="91425" bIns="45700" anchor="t" anchorCtr="0">
            <a:noAutofit/>
          </a:bodyPr>
          <a:lstStyle/>
          <a:p>
            <a:pPr marL="352425" marR="0" lvl="0" indent="-222250" algn="l" rtl="0">
              <a:lnSpc>
                <a:spcPct val="90000"/>
              </a:lnSpc>
              <a:spcBef>
                <a:spcPts val="0"/>
              </a:spcBef>
              <a:spcAft>
                <a:spcPts val="0"/>
              </a:spcAft>
              <a:buClr>
                <a:srgbClr val="0000A3"/>
              </a:buClr>
              <a:buSzPts val="2400"/>
              <a:buFont typeface="Noto Sans"/>
              <a:buNone/>
            </a:pPr>
            <a:r>
              <a:rPr lang="en-US" sz="2400" b="1" i="0" u="none" strike="noStrike" cap="none">
                <a:solidFill>
                  <a:srgbClr val="7D28CD"/>
                </a:solidFill>
                <a:latin typeface="Calibri"/>
                <a:ea typeface="Calibri"/>
                <a:cs typeface="Calibri"/>
                <a:sym typeface="Calibri"/>
              </a:rPr>
              <a:t>4)</a:t>
            </a:r>
            <a:r>
              <a:rPr lang="en-US" sz="2400" b="0" i="0" u="none" strike="noStrike" cap="none">
                <a:solidFill>
                  <a:srgbClr val="000000"/>
                </a:solidFill>
                <a:latin typeface="Calibri"/>
                <a:ea typeface="Calibri"/>
                <a:cs typeface="Calibri"/>
                <a:sym typeface="Calibri"/>
              </a:rPr>
              <a:t> SMTP client sends Alice’s message over the TCP </a:t>
            </a:r>
            <a:r>
              <a:rPr lang="en-US" sz="2800" b="0" i="0" u="none" strike="noStrike" cap="none">
                <a:solidFill>
                  <a:srgbClr val="000000"/>
                </a:solidFill>
                <a:latin typeface="Calibri"/>
                <a:ea typeface="Calibri"/>
                <a:cs typeface="Calibri"/>
                <a:sym typeface="Calibri"/>
              </a:rPr>
              <a:t>connection</a:t>
            </a:r>
            <a:endParaRPr sz="2400" b="0" i="0" u="none" strike="noStrike" cap="none">
              <a:solidFill>
                <a:srgbClr val="000000"/>
              </a:solidFill>
              <a:latin typeface="Gill Sans"/>
              <a:ea typeface="Gill Sans"/>
              <a:cs typeface="Gill Sans"/>
              <a:sym typeface="Gill Sans"/>
            </a:endParaRPr>
          </a:p>
        </p:txBody>
      </p:sp>
      <p:grpSp>
        <p:nvGrpSpPr>
          <p:cNvPr id="632" name="Google Shape;632;p6"/>
          <p:cNvGrpSpPr/>
          <p:nvPr/>
        </p:nvGrpSpPr>
        <p:grpSpPr>
          <a:xfrm>
            <a:off x="2304142" y="4981175"/>
            <a:ext cx="912813" cy="1054100"/>
            <a:chOff x="3574" y="550"/>
            <a:chExt cx="575" cy="664"/>
          </a:xfrm>
        </p:grpSpPr>
        <p:grpSp>
          <p:nvGrpSpPr>
            <p:cNvPr id="633" name="Google Shape;633;p6"/>
            <p:cNvGrpSpPr/>
            <p:nvPr/>
          </p:nvGrpSpPr>
          <p:grpSpPr>
            <a:xfrm>
              <a:off x="3588" y="692"/>
              <a:ext cx="561" cy="522"/>
              <a:chOff x="-44" y="1473"/>
              <a:chExt cx="981" cy="1105"/>
            </a:xfrm>
          </p:grpSpPr>
          <p:pic>
            <p:nvPicPr>
              <p:cNvPr id="634" name="Google Shape;634;p6" descr="desktop_computer_stylized_medium"/>
              <p:cNvPicPr preferRelativeResize="0"/>
              <p:nvPr/>
            </p:nvPicPr>
            <p:blipFill rotWithShape="1">
              <a:blip r:embed="rId3">
                <a:alphaModFix/>
              </a:blip>
              <a:srcRect/>
              <a:stretch/>
            </p:blipFill>
            <p:spPr>
              <a:xfrm flipH="1">
                <a:off x="-44" y="1473"/>
                <a:ext cx="981" cy="1105"/>
              </a:xfrm>
              <a:prstGeom prst="rect">
                <a:avLst/>
              </a:prstGeom>
              <a:noFill/>
              <a:ln>
                <a:noFill/>
              </a:ln>
            </p:spPr>
          </p:pic>
          <p:sp>
            <p:nvSpPr>
              <p:cNvPr id="635" name="Google Shape;635;p6"/>
              <p:cNvSpPr/>
              <p:nvPr/>
            </p:nvSpPr>
            <p:spPr>
              <a:xfrm flipH="1">
                <a:off x="374" y="1579"/>
                <a:ext cx="477" cy="506"/>
              </a:xfrm>
              <a:custGeom>
                <a:avLst/>
                <a:gdLst/>
                <a:ahLst/>
                <a:cxnLst/>
                <a:rect l="l" t="t" r="r" b="b"/>
                <a:pathLst>
                  <a:path w="356" h="368" extrusionOk="0">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sp>
          <p:nvSpPr>
            <p:cNvPr id="636" name="Google Shape;636;p6"/>
            <p:cNvSpPr/>
            <p:nvPr/>
          </p:nvSpPr>
          <p:spPr>
            <a:xfrm>
              <a:off x="3611" y="576"/>
              <a:ext cx="381" cy="330"/>
            </a:xfrm>
            <a:prstGeom prst="rect">
              <a:avLst/>
            </a:prstGeom>
            <a:solidFill>
              <a:srgbClr val="CCCCFF"/>
            </a:solidFill>
            <a:ln w="190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Arial"/>
                <a:ea typeface="Arial"/>
                <a:cs typeface="Arial"/>
                <a:sym typeface="Arial"/>
              </a:endParaRPr>
            </a:p>
          </p:txBody>
        </p:sp>
        <p:sp>
          <p:nvSpPr>
            <p:cNvPr id="637" name="Google Shape;637;p6"/>
            <p:cNvSpPr txBox="1"/>
            <p:nvPr/>
          </p:nvSpPr>
          <p:spPr>
            <a:xfrm>
              <a:off x="3574" y="550"/>
              <a:ext cx="436" cy="36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user</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agent</a:t>
              </a:r>
              <a:endParaRPr sz="2400" b="0" i="0" u="none" strike="noStrike" cap="none">
                <a:solidFill>
                  <a:srgbClr val="000000"/>
                </a:solidFill>
                <a:latin typeface="Arial"/>
                <a:ea typeface="Arial"/>
                <a:cs typeface="Arial"/>
                <a:sym typeface="Arial"/>
              </a:endParaRPr>
            </a:p>
          </p:txBody>
        </p:sp>
      </p:grpSp>
      <p:grpSp>
        <p:nvGrpSpPr>
          <p:cNvPr id="638" name="Google Shape;638;p6"/>
          <p:cNvGrpSpPr/>
          <p:nvPr/>
        </p:nvGrpSpPr>
        <p:grpSpPr>
          <a:xfrm>
            <a:off x="6014130" y="4712887"/>
            <a:ext cx="511175" cy="693738"/>
            <a:chOff x="4140" y="429"/>
            <a:chExt cx="1425" cy="2396"/>
          </a:xfrm>
        </p:grpSpPr>
        <p:sp>
          <p:nvSpPr>
            <p:cNvPr id="639" name="Google Shape;639;p6"/>
            <p:cNvSpPr/>
            <p:nvPr/>
          </p:nvSpPr>
          <p:spPr>
            <a:xfrm>
              <a:off x="5268" y="433"/>
              <a:ext cx="283" cy="2286"/>
            </a:xfrm>
            <a:custGeom>
              <a:avLst/>
              <a:gdLst/>
              <a:ahLst/>
              <a:cxnLst/>
              <a:rect l="l" t="t" r="r" b="b"/>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640" name="Google Shape;640;p6"/>
            <p:cNvSpPr/>
            <p:nvPr/>
          </p:nvSpPr>
          <p:spPr>
            <a:xfrm>
              <a:off x="4206" y="429"/>
              <a:ext cx="1044" cy="2286"/>
            </a:xfrm>
            <a:prstGeom prst="rect">
              <a:avLst/>
            </a:prstGeom>
            <a:gradFill>
              <a:gsLst>
                <a:gs pos="0">
                  <a:srgbClr val="292929"/>
                </a:gs>
                <a:gs pos="100000">
                  <a:srgbClr val="808080"/>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641" name="Google Shape;641;p6"/>
            <p:cNvSpPr/>
            <p:nvPr/>
          </p:nvSpPr>
          <p:spPr>
            <a:xfrm>
              <a:off x="5321" y="570"/>
              <a:ext cx="169" cy="2115"/>
            </a:xfrm>
            <a:custGeom>
              <a:avLst/>
              <a:gdLst/>
              <a:ahLst/>
              <a:cxnLst/>
              <a:rect l="l" t="t" r="r" b="b"/>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642" name="Google Shape;642;p6"/>
            <p:cNvSpPr/>
            <p:nvPr/>
          </p:nvSpPr>
          <p:spPr>
            <a:xfrm>
              <a:off x="5284" y="1640"/>
              <a:ext cx="263" cy="189"/>
            </a:xfrm>
            <a:custGeom>
              <a:avLst/>
              <a:gdLst/>
              <a:ahLst/>
              <a:cxnLst/>
              <a:rect l="l" t="t" r="r" b="b"/>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643" name="Google Shape;643;p6"/>
            <p:cNvSpPr/>
            <p:nvPr/>
          </p:nvSpPr>
          <p:spPr>
            <a:xfrm>
              <a:off x="4211" y="692"/>
              <a:ext cx="597" cy="49"/>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nvGrpSpPr>
            <p:cNvPr id="644" name="Google Shape;644;p6"/>
            <p:cNvGrpSpPr/>
            <p:nvPr/>
          </p:nvGrpSpPr>
          <p:grpSpPr>
            <a:xfrm>
              <a:off x="4751" y="670"/>
              <a:ext cx="579" cy="143"/>
              <a:chOff x="616" y="2570"/>
              <a:chExt cx="723" cy="137"/>
            </a:xfrm>
          </p:grpSpPr>
          <p:sp>
            <p:nvSpPr>
              <p:cNvPr id="645" name="Google Shape;645;p6"/>
              <p:cNvSpPr/>
              <p:nvPr/>
            </p:nvSpPr>
            <p:spPr>
              <a:xfrm>
                <a:off x="616" y="2570"/>
                <a:ext cx="723" cy="137"/>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646" name="Google Shape;646;p6"/>
              <p:cNvSpPr/>
              <p:nvPr/>
            </p:nvSpPr>
            <p:spPr>
              <a:xfrm>
                <a:off x="633" y="2586"/>
                <a:ext cx="690" cy="105"/>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sp>
          <p:nvSpPr>
            <p:cNvPr id="647" name="Google Shape;647;p6"/>
            <p:cNvSpPr/>
            <p:nvPr/>
          </p:nvSpPr>
          <p:spPr>
            <a:xfrm>
              <a:off x="4224" y="1021"/>
              <a:ext cx="597" cy="44"/>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nvGrpSpPr>
            <p:cNvPr id="648" name="Google Shape;648;p6"/>
            <p:cNvGrpSpPr/>
            <p:nvPr/>
          </p:nvGrpSpPr>
          <p:grpSpPr>
            <a:xfrm>
              <a:off x="4746" y="994"/>
              <a:ext cx="575" cy="126"/>
              <a:chOff x="613" y="2568"/>
              <a:chExt cx="718" cy="131"/>
            </a:xfrm>
          </p:grpSpPr>
          <p:sp>
            <p:nvSpPr>
              <p:cNvPr id="649" name="Google Shape;649;p6"/>
              <p:cNvSpPr/>
              <p:nvPr/>
            </p:nvSpPr>
            <p:spPr>
              <a:xfrm>
                <a:off x="613" y="2568"/>
                <a:ext cx="718" cy="131"/>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650" name="Google Shape;650;p6"/>
              <p:cNvSpPr/>
              <p:nvPr/>
            </p:nvSpPr>
            <p:spPr>
              <a:xfrm>
                <a:off x="630" y="2585"/>
                <a:ext cx="690" cy="102"/>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sp>
          <p:nvSpPr>
            <p:cNvPr id="651" name="Google Shape;651;p6"/>
            <p:cNvSpPr/>
            <p:nvPr/>
          </p:nvSpPr>
          <p:spPr>
            <a:xfrm>
              <a:off x="4215" y="1356"/>
              <a:ext cx="597" cy="49"/>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652" name="Google Shape;652;p6"/>
            <p:cNvSpPr/>
            <p:nvPr/>
          </p:nvSpPr>
          <p:spPr>
            <a:xfrm>
              <a:off x="4229" y="1657"/>
              <a:ext cx="597" cy="44"/>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nvGrpSpPr>
            <p:cNvPr id="653" name="Google Shape;653;p6"/>
            <p:cNvGrpSpPr/>
            <p:nvPr/>
          </p:nvGrpSpPr>
          <p:grpSpPr>
            <a:xfrm>
              <a:off x="4733" y="1641"/>
              <a:ext cx="584" cy="137"/>
              <a:chOff x="612" y="2581"/>
              <a:chExt cx="728" cy="126"/>
            </a:xfrm>
          </p:grpSpPr>
          <p:sp>
            <p:nvSpPr>
              <p:cNvPr id="654" name="Google Shape;654;p6"/>
              <p:cNvSpPr/>
              <p:nvPr/>
            </p:nvSpPr>
            <p:spPr>
              <a:xfrm>
                <a:off x="612" y="2581"/>
                <a:ext cx="728" cy="126"/>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655" name="Google Shape;655;p6"/>
              <p:cNvSpPr/>
              <p:nvPr/>
            </p:nvSpPr>
            <p:spPr>
              <a:xfrm>
                <a:off x="628" y="2586"/>
                <a:ext cx="695" cy="106"/>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sp>
          <p:nvSpPr>
            <p:cNvPr id="656" name="Google Shape;656;p6"/>
            <p:cNvSpPr/>
            <p:nvPr/>
          </p:nvSpPr>
          <p:spPr>
            <a:xfrm>
              <a:off x="5288" y="1354"/>
              <a:ext cx="263" cy="188"/>
            </a:xfrm>
            <a:custGeom>
              <a:avLst/>
              <a:gdLst/>
              <a:ahLst/>
              <a:cxnLst/>
              <a:rect l="l" t="t" r="r" b="b"/>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nvGrpSpPr>
            <p:cNvPr id="657" name="Google Shape;657;p6"/>
            <p:cNvGrpSpPr/>
            <p:nvPr/>
          </p:nvGrpSpPr>
          <p:grpSpPr>
            <a:xfrm>
              <a:off x="4737" y="1328"/>
              <a:ext cx="584" cy="137"/>
              <a:chOff x="612" y="2569"/>
              <a:chExt cx="728" cy="137"/>
            </a:xfrm>
          </p:grpSpPr>
          <p:sp>
            <p:nvSpPr>
              <p:cNvPr id="658" name="Google Shape;658;p6"/>
              <p:cNvSpPr/>
              <p:nvPr/>
            </p:nvSpPr>
            <p:spPr>
              <a:xfrm>
                <a:off x="612" y="2569"/>
                <a:ext cx="728" cy="137"/>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659" name="Google Shape;659;p6"/>
              <p:cNvSpPr/>
              <p:nvPr/>
            </p:nvSpPr>
            <p:spPr>
              <a:xfrm>
                <a:off x="629" y="2586"/>
                <a:ext cx="695" cy="104"/>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sp>
          <p:nvSpPr>
            <p:cNvPr id="660" name="Google Shape;660;p6"/>
            <p:cNvSpPr/>
            <p:nvPr/>
          </p:nvSpPr>
          <p:spPr>
            <a:xfrm>
              <a:off x="5251" y="429"/>
              <a:ext cx="66" cy="2286"/>
            </a:xfrm>
            <a:prstGeom prst="rect">
              <a:avLst/>
            </a:prstGeom>
            <a:gradFill>
              <a:gsLst>
                <a:gs pos="0">
                  <a:srgbClr val="333333"/>
                </a:gs>
                <a:gs pos="50000">
                  <a:srgbClr val="DDDDDD"/>
                </a:gs>
                <a:gs pos="100000">
                  <a:srgbClr val="333333"/>
                </a:gs>
              </a:gsLst>
              <a:lin ang="0" scaled="0"/>
            </a:gra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661" name="Google Shape;661;p6"/>
            <p:cNvSpPr/>
            <p:nvPr/>
          </p:nvSpPr>
          <p:spPr>
            <a:xfrm>
              <a:off x="5312" y="1007"/>
              <a:ext cx="237" cy="213"/>
            </a:xfrm>
            <a:custGeom>
              <a:avLst/>
              <a:gdLst/>
              <a:ahLst/>
              <a:cxnLst/>
              <a:rect l="l" t="t" r="r" b="b"/>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662" name="Google Shape;662;p6"/>
            <p:cNvSpPr/>
            <p:nvPr/>
          </p:nvSpPr>
          <p:spPr>
            <a:xfrm>
              <a:off x="5315" y="680"/>
              <a:ext cx="244" cy="240"/>
            </a:xfrm>
            <a:custGeom>
              <a:avLst/>
              <a:gdLst/>
              <a:ahLst/>
              <a:cxnLst/>
              <a:rect l="l" t="t" r="r" b="b"/>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663" name="Google Shape;663;p6"/>
            <p:cNvSpPr/>
            <p:nvPr/>
          </p:nvSpPr>
          <p:spPr>
            <a:xfrm>
              <a:off x="5516" y="2611"/>
              <a:ext cx="49" cy="93"/>
            </a:xfrm>
            <a:prstGeom prst="ellipse">
              <a:avLst/>
            </a:prstGeom>
            <a:solidFill>
              <a:srgbClr val="3333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664" name="Google Shape;664;p6"/>
            <p:cNvSpPr/>
            <p:nvPr/>
          </p:nvSpPr>
          <p:spPr>
            <a:xfrm>
              <a:off x="5302" y="2614"/>
              <a:ext cx="245" cy="200"/>
            </a:xfrm>
            <a:custGeom>
              <a:avLst/>
              <a:gdLst/>
              <a:ahLst/>
              <a:cxnLst/>
              <a:rect l="l" t="t" r="r" b="b"/>
              <a:pathLst>
                <a:path w="306" h="240" extrusionOk="0">
                  <a:moveTo>
                    <a:pt x="0" y="106"/>
                  </a:moveTo>
                  <a:lnTo>
                    <a:pt x="2" y="240"/>
                  </a:lnTo>
                  <a:lnTo>
                    <a:pt x="306" y="110"/>
                  </a:lnTo>
                  <a:lnTo>
                    <a:pt x="300" y="0"/>
                  </a:lnTo>
                  <a:lnTo>
                    <a:pt x="0" y="106"/>
                  </a:lnTo>
                  <a:close/>
                </a:path>
              </a:pathLst>
            </a:custGeom>
            <a:solidFill>
              <a:srgbClr val="33333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665" name="Google Shape;665;p6"/>
            <p:cNvSpPr/>
            <p:nvPr/>
          </p:nvSpPr>
          <p:spPr>
            <a:xfrm>
              <a:off x="4140" y="2677"/>
              <a:ext cx="1199" cy="148"/>
            </a:xfrm>
            <a:prstGeom prst="roundRect">
              <a:avLst>
                <a:gd name="adj" fmla="val 50000"/>
              </a:avLst>
            </a:prstGeom>
            <a:solidFill>
              <a:srgbClr val="DDDDDD"/>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666" name="Google Shape;666;p6"/>
            <p:cNvSpPr/>
            <p:nvPr/>
          </p:nvSpPr>
          <p:spPr>
            <a:xfrm>
              <a:off x="4206" y="2710"/>
              <a:ext cx="1071" cy="82"/>
            </a:xfrm>
            <a:prstGeom prst="roundRect">
              <a:avLst>
                <a:gd name="adj" fmla="val 50000"/>
              </a:avLst>
            </a:prstGeom>
            <a:gradFill>
              <a:gsLst>
                <a:gs pos="0">
                  <a:srgbClr val="000000"/>
                </a:gs>
                <a:gs pos="100000">
                  <a:srgbClr val="808080"/>
                </a:gs>
              </a:gsLst>
              <a:lin ang="0" scaled="0"/>
            </a:gra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667" name="Google Shape;667;p6"/>
            <p:cNvSpPr/>
            <p:nvPr/>
          </p:nvSpPr>
          <p:spPr>
            <a:xfrm>
              <a:off x="4308" y="2381"/>
              <a:ext cx="159" cy="143"/>
            </a:xfrm>
            <a:prstGeom prst="ellipse">
              <a:avLst/>
            </a:prstGeom>
            <a:solidFill>
              <a:srgbClr val="33CC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668" name="Google Shape;668;p6"/>
            <p:cNvSpPr/>
            <p:nvPr/>
          </p:nvSpPr>
          <p:spPr>
            <a:xfrm>
              <a:off x="4485" y="2386"/>
              <a:ext cx="159" cy="14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rgbClr val="FF0000"/>
                </a:solidFill>
                <a:latin typeface="Arial"/>
                <a:ea typeface="Arial"/>
                <a:cs typeface="Arial"/>
                <a:sym typeface="Arial"/>
              </a:endParaRPr>
            </a:p>
          </p:txBody>
        </p:sp>
        <p:sp>
          <p:nvSpPr>
            <p:cNvPr id="669" name="Google Shape;669;p6"/>
            <p:cNvSpPr/>
            <p:nvPr/>
          </p:nvSpPr>
          <p:spPr>
            <a:xfrm>
              <a:off x="4662" y="2381"/>
              <a:ext cx="159" cy="143"/>
            </a:xfrm>
            <a:prstGeom prst="ellipse">
              <a:avLst/>
            </a:prstGeom>
            <a:solidFill>
              <a:srgbClr val="33CC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670" name="Google Shape;670;p6"/>
            <p:cNvSpPr/>
            <p:nvPr/>
          </p:nvSpPr>
          <p:spPr>
            <a:xfrm>
              <a:off x="5060" y="1833"/>
              <a:ext cx="89" cy="762"/>
            </a:xfrm>
            <a:prstGeom prst="rect">
              <a:avLst/>
            </a:prstGeom>
            <a:solidFill>
              <a:srgbClr val="292929"/>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grpSp>
        <p:nvGrpSpPr>
          <p:cNvPr id="671" name="Google Shape;671;p6"/>
          <p:cNvGrpSpPr/>
          <p:nvPr/>
        </p:nvGrpSpPr>
        <p:grpSpPr>
          <a:xfrm>
            <a:off x="3836080" y="4768450"/>
            <a:ext cx="511175" cy="693737"/>
            <a:chOff x="4140" y="429"/>
            <a:chExt cx="1425" cy="2396"/>
          </a:xfrm>
        </p:grpSpPr>
        <p:sp>
          <p:nvSpPr>
            <p:cNvPr id="672" name="Google Shape;672;p6"/>
            <p:cNvSpPr/>
            <p:nvPr/>
          </p:nvSpPr>
          <p:spPr>
            <a:xfrm>
              <a:off x="5268" y="433"/>
              <a:ext cx="283" cy="2286"/>
            </a:xfrm>
            <a:custGeom>
              <a:avLst/>
              <a:gdLst/>
              <a:ahLst/>
              <a:cxnLst/>
              <a:rect l="l" t="t" r="r" b="b"/>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673" name="Google Shape;673;p6"/>
            <p:cNvSpPr/>
            <p:nvPr/>
          </p:nvSpPr>
          <p:spPr>
            <a:xfrm>
              <a:off x="4206" y="429"/>
              <a:ext cx="1044" cy="2286"/>
            </a:xfrm>
            <a:prstGeom prst="rect">
              <a:avLst/>
            </a:prstGeom>
            <a:gradFill>
              <a:gsLst>
                <a:gs pos="0">
                  <a:srgbClr val="292929"/>
                </a:gs>
                <a:gs pos="100000">
                  <a:srgbClr val="808080"/>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674" name="Google Shape;674;p6"/>
            <p:cNvSpPr/>
            <p:nvPr/>
          </p:nvSpPr>
          <p:spPr>
            <a:xfrm>
              <a:off x="5321" y="570"/>
              <a:ext cx="169" cy="2115"/>
            </a:xfrm>
            <a:custGeom>
              <a:avLst/>
              <a:gdLst/>
              <a:ahLst/>
              <a:cxnLst/>
              <a:rect l="l" t="t" r="r" b="b"/>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675" name="Google Shape;675;p6"/>
            <p:cNvSpPr/>
            <p:nvPr/>
          </p:nvSpPr>
          <p:spPr>
            <a:xfrm>
              <a:off x="5284" y="1640"/>
              <a:ext cx="263" cy="189"/>
            </a:xfrm>
            <a:custGeom>
              <a:avLst/>
              <a:gdLst/>
              <a:ahLst/>
              <a:cxnLst/>
              <a:rect l="l" t="t" r="r" b="b"/>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676" name="Google Shape;676;p6"/>
            <p:cNvSpPr/>
            <p:nvPr/>
          </p:nvSpPr>
          <p:spPr>
            <a:xfrm>
              <a:off x="4211" y="692"/>
              <a:ext cx="597" cy="49"/>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nvGrpSpPr>
            <p:cNvPr id="677" name="Google Shape;677;p6"/>
            <p:cNvGrpSpPr/>
            <p:nvPr/>
          </p:nvGrpSpPr>
          <p:grpSpPr>
            <a:xfrm>
              <a:off x="4751" y="670"/>
              <a:ext cx="579" cy="143"/>
              <a:chOff x="616" y="2570"/>
              <a:chExt cx="723" cy="137"/>
            </a:xfrm>
          </p:grpSpPr>
          <p:sp>
            <p:nvSpPr>
              <p:cNvPr id="678" name="Google Shape;678;p6"/>
              <p:cNvSpPr/>
              <p:nvPr/>
            </p:nvSpPr>
            <p:spPr>
              <a:xfrm>
                <a:off x="616" y="2570"/>
                <a:ext cx="723" cy="137"/>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679" name="Google Shape;679;p6"/>
              <p:cNvSpPr/>
              <p:nvPr/>
            </p:nvSpPr>
            <p:spPr>
              <a:xfrm>
                <a:off x="633" y="2586"/>
                <a:ext cx="690" cy="105"/>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sp>
          <p:nvSpPr>
            <p:cNvPr id="680" name="Google Shape;680;p6"/>
            <p:cNvSpPr/>
            <p:nvPr/>
          </p:nvSpPr>
          <p:spPr>
            <a:xfrm>
              <a:off x="4224" y="1021"/>
              <a:ext cx="597" cy="44"/>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nvGrpSpPr>
            <p:cNvPr id="681" name="Google Shape;681;p6"/>
            <p:cNvGrpSpPr/>
            <p:nvPr/>
          </p:nvGrpSpPr>
          <p:grpSpPr>
            <a:xfrm>
              <a:off x="4746" y="994"/>
              <a:ext cx="575" cy="126"/>
              <a:chOff x="613" y="2568"/>
              <a:chExt cx="718" cy="131"/>
            </a:xfrm>
          </p:grpSpPr>
          <p:sp>
            <p:nvSpPr>
              <p:cNvPr id="682" name="Google Shape;682;p6"/>
              <p:cNvSpPr/>
              <p:nvPr/>
            </p:nvSpPr>
            <p:spPr>
              <a:xfrm>
                <a:off x="613" y="2568"/>
                <a:ext cx="718" cy="131"/>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683" name="Google Shape;683;p6"/>
              <p:cNvSpPr/>
              <p:nvPr/>
            </p:nvSpPr>
            <p:spPr>
              <a:xfrm>
                <a:off x="630" y="2585"/>
                <a:ext cx="690" cy="102"/>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sp>
          <p:nvSpPr>
            <p:cNvPr id="684" name="Google Shape;684;p6"/>
            <p:cNvSpPr/>
            <p:nvPr/>
          </p:nvSpPr>
          <p:spPr>
            <a:xfrm>
              <a:off x="4215" y="1356"/>
              <a:ext cx="597" cy="49"/>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685" name="Google Shape;685;p6"/>
            <p:cNvSpPr/>
            <p:nvPr/>
          </p:nvSpPr>
          <p:spPr>
            <a:xfrm>
              <a:off x="4229" y="1657"/>
              <a:ext cx="597" cy="44"/>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nvGrpSpPr>
            <p:cNvPr id="686" name="Google Shape;686;p6"/>
            <p:cNvGrpSpPr/>
            <p:nvPr/>
          </p:nvGrpSpPr>
          <p:grpSpPr>
            <a:xfrm>
              <a:off x="4733" y="1641"/>
              <a:ext cx="584" cy="137"/>
              <a:chOff x="612" y="2581"/>
              <a:chExt cx="728" cy="126"/>
            </a:xfrm>
          </p:grpSpPr>
          <p:sp>
            <p:nvSpPr>
              <p:cNvPr id="687" name="Google Shape;687;p6"/>
              <p:cNvSpPr/>
              <p:nvPr/>
            </p:nvSpPr>
            <p:spPr>
              <a:xfrm>
                <a:off x="612" y="2581"/>
                <a:ext cx="728" cy="126"/>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688" name="Google Shape;688;p6"/>
              <p:cNvSpPr/>
              <p:nvPr/>
            </p:nvSpPr>
            <p:spPr>
              <a:xfrm>
                <a:off x="628" y="2586"/>
                <a:ext cx="695" cy="106"/>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sp>
          <p:nvSpPr>
            <p:cNvPr id="689" name="Google Shape;689;p6"/>
            <p:cNvSpPr/>
            <p:nvPr/>
          </p:nvSpPr>
          <p:spPr>
            <a:xfrm>
              <a:off x="5288" y="1354"/>
              <a:ext cx="263" cy="188"/>
            </a:xfrm>
            <a:custGeom>
              <a:avLst/>
              <a:gdLst/>
              <a:ahLst/>
              <a:cxnLst/>
              <a:rect l="l" t="t" r="r" b="b"/>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nvGrpSpPr>
            <p:cNvPr id="690" name="Google Shape;690;p6"/>
            <p:cNvGrpSpPr/>
            <p:nvPr/>
          </p:nvGrpSpPr>
          <p:grpSpPr>
            <a:xfrm>
              <a:off x="4737" y="1328"/>
              <a:ext cx="584" cy="137"/>
              <a:chOff x="612" y="2569"/>
              <a:chExt cx="728" cy="137"/>
            </a:xfrm>
          </p:grpSpPr>
          <p:sp>
            <p:nvSpPr>
              <p:cNvPr id="691" name="Google Shape;691;p6"/>
              <p:cNvSpPr/>
              <p:nvPr/>
            </p:nvSpPr>
            <p:spPr>
              <a:xfrm>
                <a:off x="612" y="2569"/>
                <a:ext cx="728" cy="137"/>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692" name="Google Shape;692;p6"/>
              <p:cNvSpPr/>
              <p:nvPr/>
            </p:nvSpPr>
            <p:spPr>
              <a:xfrm>
                <a:off x="629" y="2586"/>
                <a:ext cx="695" cy="104"/>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sp>
          <p:nvSpPr>
            <p:cNvPr id="693" name="Google Shape;693;p6"/>
            <p:cNvSpPr/>
            <p:nvPr/>
          </p:nvSpPr>
          <p:spPr>
            <a:xfrm>
              <a:off x="5251" y="429"/>
              <a:ext cx="66" cy="2286"/>
            </a:xfrm>
            <a:prstGeom prst="rect">
              <a:avLst/>
            </a:prstGeom>
            <a:gradFill>
              <a:gsLst>
                <a:gs pos="0">
                  <a:srgbClr val="333333"/>
                </a:gs>
                <a:gs pos="50000">
                  <a:srgbClr val="DDDDDD"/>
                </a:gs>
                <a:gs pos="100000">
                  <a:srgbClr val="333333"/>
                </a:gs>
              </a:gsLst>
              <a:lin ang="0" scaled="0"/>
            </a:gra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694" name="Google Shape;694;p6"/>
            <p:cNvSpPr/>
            <p:nvPr/>
          </p:nvSpPr>
          <p:spPr>
            <a:xfrm>
              <a:off x="5312" y="1007"/>
              <a:ext cx="237" cy="213"/>
            </a:xfrm>
            <a:custGeom>
              <a:avLst/>
              <a:gdLst/>
              <a:ahLst/>
              <a:cxnLst/>
              <a:rect l="l" t="t" r="r" b="b"/>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695" name="Google Shape;695;p6"/>
            <p:cNvSpPr/>
            <p:nvPr/>
          </p:nvSpPr>
          <p:spPr>
            <a:xfrm>
              <a:off x="5315" y="680"/>
              <a:ext cx="244" cy="240"/>
            </a:xfrm>
            <a:custGeom>
              <a:avLst/>
              <a:gdLst/>
              <a:ahLst/>
              <a:cxnLst/>
              <a:rect l="l" t="t" r="r" b="b"/>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696" name="Google Shape;696;p6"/>
            <p:cNvSpPr/>
            <p:nvPr/>
          </p:nvSpPr>
          <p:spPr>
            <a:xfrm>
              <a:off x="5516" y="2611"/>
              <a:ext cx="49" cy="93"/>
            </a:xfrm>
            <a:prstGeom prst="ellipse">
              <a:avLst/>
            </a:prstGeom>
            <a:solidFill>
              <a:srgbClr val="3333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697" name="Google Shape;697;p6"/>
            <p:cNvSpPr/>
            <p:nvPr/>
          </p:nvSpPr>
          <p:spPr>
            <a:xfrm>
              <a:off x="5302" y="2614"/>
              <a:ext cx="245" cy="200"/>
            </a:xfrm>
            <a:custGeom>
              <a:avLst/>
              <a:gdLst/>
              <a:ahLst/>
              <a:cxnLst/>
              <a:rect l="l" t="t" r="r" b="b"/>
              <a:pathLst>
                <a:path w="306" h="240" extrusionOk="0">
                  <a:moveTo>
                    <a:pt x="0" y="106"/>
                  </a:moveTo>
                  <a:lnTo>
                    <a:pt x="2" y="240"/>
                  </a:lnTo>
                  <a:lnTo>
                    <a:pt x="306" y="110"/>
                  </a:lnTo>
                  <a:lnTo>
                    <a:pt x="300" y="0"/>
                  </a:lnTo>
                  <a:lnTo>
                    <a:pt x="0" y="106"/>
                  </a:lnTo>
                  <a:close/>
                </a:path>
              </a:pathLst>
            </a:custGeom>
            <a:solidFill>
              <a:srgbClr val="33333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698" name="Google Shape;698;p6"/>
            <p:cNvSpPr/>
            <p:nvPr/>
          </p:nvSpPr>
          <p:spPr>
            <a:xfrm>
              <a:off x="4140" y="2677"/>
              <a:ext cx="1199" cy="148"/>
            </a:xfrm>
            <a:prstGeom prst="roundRect">
              <a:avLst>
                <a:gd name="adj" fmla="val 50000"/>
              </a:avLst>
            </a:prstGeom>
            <a:solidFill>
              <a:srgbClr val="DDDDDD"/>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699" name="Google Shape;699;p6"/>
            <p:cNvSpPr/>
            <p:nvPr/>
          </p:nvSpPr>
          <p:spPr>
            <a:xfrm>
              <a:off x="4206" y="2710"/>
              <a:ext cx="1071" cy="82"/>
            </a:xfrm>
            <a:prstGeom prst="roundRect">
              <a:avLst>
                <a:gd name="adj" fmla="val 50000"/>
              </a:avLst>
            </a:prstGeom>
            <a:gradFill>
              <a:gsLst>
                <a:gs pos="0">
                  <a:srgbClr val="000000"/>
                </a:gs>
                <a:gs pos="100000">
                  <a:srgbClr val="808080"/>
                </a:gs>
              </a:gsLst>
              <a:lin ang="0" scaled="0"/>
            </a:gra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700" name="Google Shape;700;p6"/>
            <p:cNvSpPr/>
            <p:nvPr/>
          </p:nvSpPr>
          <p:spPr>
            <a:xfrm>
              <a:off x="4308" y="2381"/>
              <a:ext cx="159" cy="143"/>
            </a:xfrm>
            <a:prstGeom prst="ellipse">
              <a:avLst/>
            </a:prstGeom>
            <a:solidFill>
              <a:srgbClr val="33CC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701" name="Google Shape;701;p6"/>
            <p:cNvSpPr/>
            <p:nvPr/>
          </p:nvSpPr>
          <p:spPr>
            <a:xfrm>
              <a:off x="4485" y="2386"/>
              <a:ext cx="159" cy="14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rgbClr val="FF0000"/>
                </a:solidFill>
                <a:latin typeface="Arial"/>
                <a:ea typeface="Arial"/>
                <a:cs typeface="Arial"/>
                <a:sym typeface="Arial"/>
              </a:endParaRPr>
            </a:p>
          </p:txBody>
        </p:sp>
        <p:sp>
          <p:nvSpPr>
            <p:cNvPr id="702" name="Google Shape;702;p6"/>
            <p:cNvSpPr/>
            <p:nvPr/>
          </p:nvSpPr>
          <p:spPr>
            <a:xfrm>
              <a:off x="4662" y="2381"/>
              <a:ext cx="159" cy="143"/>
            </a:xfrm>
            <a:prstGeom prst="ellipse">
              <a:avLst/>
            </a:prstGeom>
            <a:solidFill>
              <a:srgbClr val="33CC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703" name="Google Shape;703;p6"/>
            <p:cNvSpPr/>
            <p:nvPr/>
          </p:nvSpPr>
          <p:spPr>
            <a:xfrm>
              <a:off x="5060" y="1833"/>
              <a:ext cx="89" cy="762"/>
            </a:xfrm>
            <a:prstGeom prst="rect">
              <a:avLst/>
            </a:prstGeom>
            <a:solidFill>
              <a:srgbClr val="292929"/>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grpSp>
        <p:nvGrpSpPr>
          <p:cNvPr id="704" name="Google Shape;704;p6"/>
          <p:cNvGrpSpPr/>
          <p:nvPr/>
        </p:nvGrpSpPr>
        <p:grpSpPr>
          <a:xfrm>
            <a:off x="3969430" y="5055787"/>
            <a:ext cx="809625" cy="1049338"/>
            <a:chOff x="4296" y="2627"/>
            <a:chExt cx="510" cy="661"/>
          </a:xfrm>
        </p:grpSpPr>
        <p:sp>
          <p:nvSpPr>
            <p:cNvPr id="705" name="Google Shape;705;p6"/>
            <p:cNvSpPr/>
            <p:nvPr/>
          </p:nvSpPr>
          <p:spPr>
            <a:xfrm>
              <a:off x="4296" y="2652"/>
              <a:ext cx="510" cy="636"/>
            </a:xfrm>
            <a:prstGeom prst="rect">
              <a:avLst/>
            </a:prstGeom>
            <a:solidFill>
              <a:srgbClr val="CCCCFF"/>
            </a:solidFill>
            <a:ln w="190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Arial"/>
                <a:ea typeface="Arial"/>
                <a:cs typeface="Arial"/>
                <a:sym typeface="Arial"/>
              </a:endParaRPr>
            </a:p>
          </p:txBody>
        </p:sp>
        <p:sp>
          <p:nvSpPr>
            <p:cNvPr id="706" name="Google Shape;706;p6"/>
            <p:cNvSpPr txBox="1"/>
            <p:nvPr/>
          </p:nvSpPr>
          <p:spPr>
            <a:xfrm>
              <a:off x="4304" y="2627"/>
              <a:ext cx="472" cy="36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mail</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server</a:t>
              </a:r>
              <a:endParaRPr sz="2400" b="0" i="0" u="none" strike="noStrike" cap="none">
                <a:solidFill>
                  <a:srgbClr val="000000"/>
                </a:solidFill>
                <a:latin typeface="Arial"/>
                <a:ea typeface="Arial"/>
                <a:cs typeface="Arial"/>
                <a:sym typeface="Arial"/>
              </a:endParaRPr>
            </a:p>
          </p:txBody>
        </p:sp>
        <p:sp>
          <p:nvSpPr>
            <p:cNvPr id="707" name="Google Shape;707;p6"/>
            <p:cNvSpPr/>
            <p:nvPr/>
          </p:nvSpPr>
          <p:spPr>
            <a:xfrm>
              <a:off x="4320" y="3006"/>
              <a:ext cx="450" cy="120"/>
            </a:xfrm>
            <a:prstGeom prst="rect">
              <a:avLst/>
            </a:prstGeom>
            <a:solidFill>
              <a:srgbClr val="00FF00"/>
            </a:solidFill>
            <a:ln w="190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Arial"/>
                <a:ea typeface="Arial"/>
                <a:cs typeface="Arial"/>
                <a:sym typeface="Arial"/>
              </a:endParaRPr>
            </a:p>
          </p:txBody>
        </p:sp>
        <p:cxnSp>
          <p:nvCxnSpPr>
            <p:cNvPr id="708" name="Google Shape;708;p6"/>
            <p:cNvCxnSpPr/>
            <p:nvPr/>
          </p:nvCxnSpPr>
          <p:spPr>
            <a:xfrm>
              <a:off x="4369" y="3034"/>
              <a:ext cx="0" cy="72"/>
            </a:xfrm>
            <a:prstGeom prst="straightConnector1">
              <a:avLst/>
            </a:prstGeom>
            <a:noFill/>
            <a:ln w="19050" cap="flat" cmpd="sng">
              <a:solidFill>
                <a:srgbClr val="000000"/>
              </a:solidFill>
              <a:prstDash val="solid"/>
              <a:round/>
              <a:headEnd type="none" w="sm" len="sm"/>
              <a:tailEnd type="none" w="sm" len="sm"/>
            </a:ln>
          </p:spPr>
        </p:cxnSp>
        <p:cxnSp>
          <p:nvCxnSpPr>
            <p:cNvPr id="709" name="Google Shape;709;p6"/>
            <p:cNvCxnSpPr/>
            <p:nvPr/>
          </p:nvCxnSpPr>
          <p:spPr>
            <a:xfrm>
              <a:off x="4478" y="3033"/>
              <a:ext cx="0" cy="72"/>
            </a:xfrm>
            <a:prstGeom prst="straightConnector1">
              <a:avLst/>
            </a:prstGeom>
            <a:noFill/>
            <a:ln w="19050" cap="flat" cmpd="sng">
              <a:solidFill>
                <a:srgbClr val="000000"/>
              </a:solidFill>
              <a:prstDash val="solid"/>
              <a:round/>
              <a:headEnd type="none" w="sm" len="sm"/>
              <a:tailEnd type="none" w="sm" len="sm"/>
            </a:ln>
          </p:spPr>
        </p:cxnSp>
        <p:cxnSp>
          <p:nvCxnSpPr>
            <p:cNvPr id="710" name="Google Shape;710;p6"/>
            <p:cNvCxnSpPr/>
            <p:nvPr/>
          </p:nvCxnSpPr>
          <p:spPr>
            <a:xfrm>
              <a:off x="4533" y="3035"/>
              <a:ext cx="0" cy="72"/>
            </a:xfrm>
            <a:prstGeom prst="straightConnector1">
              <a:avLst/>
            </a:prstGeom>
            <a:noFill/>
            <a:ln w="19050" cap="flat" cmpd="sng">
              <a:solidFill>
                <a:srgbClr val="000000"/>
              </a:solidFill>
              <a:prstDash val="solid"/>
              <a:round/>
              <a:headEnd type="none" w="sm" len="sm"/>
              <a:tailEnd type="none" w="sm" len="sm"/>
            </a:ln>
          </p:spPr>
        </p:cxnSp>
        <p:cxnSp>
          <p:nvCxnSpPr>
            <p:cNvPr id="711" name="Google Shape;711;p6"/>
            <p:cNvCxnSpPr/>
            <p:nvPr/>
          </p:nvCxnSpPr>
          <p:spPr>
            <a:xfrm>
              <a:off x="4590" y="3033"/>
              <a:ext cx="0" cy="72"/>
            </a:xfrm>
            <a:prstGeom prst="straightConnector1">
              <a:avLst/>
            </a:prstGeom>
            <a:noFill/>
            <a:ln w="19050" cap="flat" cmpd="sng">
              <a:solidFill>
                <a:srgbClr val="000000"/>
              </a:solidFill>
              <a:prstDash val="solid"/>
              <a:round/>
              <a:headEnd type="none" w="sm" len="sm"/>
              <a:tailEnd type="none" w="sm" len="sm"/>
            </a:ln>
          </p:spPr>
        </p:cxnSp>
        <p:cxnSp>
          <p:nvCxnSpPr>
            <p:cNvPr id="712" name="Google Shape;712;p6"/>
            <p:cNvCxnSpPr/>
            <p:nvPr/>
          </p:nvCxnSpPr>
          <p:spPr>
            <a:xfrm>
              <a:off x="4651" y="3033"/>
              <a:ext cx="0" cy="72"/>
            </a:xfrm>
            <a:prstGeom prst="straightConnector1">
              <a:avLst/>
            </a:prstGeom>
            <a:noFill/>
            <a:ln w="19050" cap="flat" cmpd="sng">
              <a:solidFill>
                <a:srgbClr val="000000"/>
              </a:solidFill>
              <a:prstDash val="solid"/>
              <a:round/>
              <a:headEnd type="none" w="sm" len="sm"/>
              <a:tailEnd type="none" w="sm" len="sm"/>
            </a:ln>
          </p:spPr>
        </p:cxnSp>
        <p:cxnSp>
          <p:nvCxnSpPr>
            <p:cNvPr id="713" name="Google Shape;713;p6"/>
            <p:cNvCxnSpPr/>
            <p:nvPr/>
          </p:nvCxnSpPr>
          <p:spPr>
            <a:xfrm>
              <a:off x="4707" y="3033"/>
              <a:ext cx="0" cy="72"/>
            </a:xfrm>
            <a:prstGeom prst="straightConnector1">
              <a:avLst/>
            </a:prstGeom>
            <a:noFill/>
            <a:ln w="19050" cap="flat" cmpd="sng">
              <a:solidFill>
                <a:srgbClr val="000000"/>
              </a:solidFill>
              <a:prstDash val="solid"/>
              <a:round/>
              <a:headEnd type="none" w="sm" len="sm"/>
              <a:tailEnd type="none" w="sm" len="sm"/>
            </a:ln>
          </p:spPr>
        </p:cxnSp>
        <p:cxnSp>
          <p:nvCxnSpPr>
            <p:cNvPr id="714" name="Google Shape;714;p6"/>
            <p:cNvCxnSpPr/>
            <p:nvPr/>
          </p:nvCxnSpPr>
          <p:spPr>
            <a:xfrm>
              <a:off x="4422" y="3034"/>
              <a:ext cx="0" cy="72"/>
            </a:xfrm>
            <a:prstGeom prst="straightConnector1">
              <a:avLst/>
            </a:prstGeom>
            <a:noFill/>
            <a:ln w="19050" cap="flat" cmpd="sng">
              <a:solidFill>
                <a:srgbClr val="000000"/>
              </a:solidFill>
              <a:prstDash val="solid"/>
              <a:round/>
              <a:headEnd type="none" w="sm" len="sm"/>
              <a:tailEnd type="none" w="sm" len="sm"/>
            </a:ln>
          </p:spPr>
        </p:cxnSp>
        <p:sp>
          <p:nvSpPr>
            <p:cNvPr id="715" name="Google Shape;715;p6"/>
            <p:cNvSpPr/>
            <p:nvPr/>
          </p:nvSpPr>
          <p:spPr>
            <a:xfrm>
              <a:off x="4328" y="3173"/>
              <a:ext cx="64" cy="93"/>
            </a:xfrm>
            <a:prstGeom prst="rect">
              <a:avLst/>
            </a:prstGeom>
            <a:solidFill>
              <a:srgbClr val="FFFF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Arial"/>
                <a:ea typeface="Arial"/>
                <a:cs typeface="Arial"/>
                <a:sym typeface="Arial"/>
              </a:endParaRPr>
            </a:p>
          </p:txBody>
        </p:sp>
        <p:sp>
          <p:nvSpPr>
            <p:cNvPr id="716" name="Google Shape;716;p6"/>
            <p:cNvSpPr/>
            <p:nvPr/>
          </p:nvSpPr>
          <p:spPr>
            <a:xfrm>
              <a:off x="4414" y="3173"/>
              <a:ext cx="64" cy="93"/>
            </a:xfrm>
            <a:prstGeom prst="rect">
              <a:avLst/>
            </a:prstGeom>
            <a:solidFill>
              <a:srgbClr val="FFFF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Arial"/>
                <a:ea typeface="Arial"/>
                <a:cs typeface="Arial"/>
                <a:sym typeface="Arial"/>
              </a:endParaRPr>
            </a:p>
          </p:txBody>
        </p:sp>
        <p:sp>
          <p:nvSpPr>
            <p:cNvPr id="717" name="Google Shape;717;p6"/>
            <p:cNvSpPr/>
            <p:nvPr/>
          </p:nvSpPr>
          <p:spPr>
            <a:xfrm>
              <a:off x="4500" y="3172"/>
              <a:ext cx="64" cy="93"/>
            </a:xfrm>
            <a:prstGeom prst="rect">
              <a:avLst/>
            </a:prstGeom>
            <a:solidFill>
              <a:srgbClr val="FFFF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Arial"/>
                <a:ea typeface="Arial"/>
                <a:cs typeface="Arial"/>
                <a:sym typeface="Arial"/>
              </a:endParaRPr>
            </a:p>
          </p:txBody>
        </p:sp>
        <p:sp>
          <p:nvSpPr>
            <p:cNvPr id="718" name="Google Shape;718;p6"/>
            <p:cNvSpPr/>
            <p:nvPr/>
          </p:nvSpPr>
          <p:spPr>
            <a:xfrm>
              <a:off x="4597" y="3170"/>
              <a:ext cx="64" cy="93"/>
            </a:xfrm>
            <a:prstGeom prst="rect">
              <a:avLst/>
            </a:prstGeom>
            <a:solidFill>
              <a:srgbClr val="FFFF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Arial"/>
                <a:ea typeface="Arial"/>
                <a:cs typeface="Arial"/>
                <a:sym typeface="Arial"/>
              </a:endParaRPr>
            </a:p>
          </p:txBody>
        </p:sp>
        <p:sp>
          <p:nvSpPr>
            <p:cNvPr id="719" name="Google Shape;719;p6"/>
            <p:cNvSpPr/>
            <p:nvPr/>
          </p:nvSpPr>
          <p:spPr>
            <a:xfrm>
              <a:off x="4693" y="3170"/>
              <a:ext cx="64" cy="93"/>
            </a:xfrm>
            <a:prstGeom prst="rect">
              <a:avLst/>
            </a:prstGeom>
            <a:solidFill>
              <a:srgbClr val="FFFF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Arial"/>
                <a:ea typeface="Arial"/>
                <a:cs typeface="Arial"/>
                <a:sym typeface="Arial"/>
              </a:endParaRPr>
            </a:p>
          </p:txBody>
        </p:sp>
      </p:grpSp>
      <p:pic>
        <p:nvPicPr>
          <p:cNvPr id="720" name="Google Shape;720;p6" descr="Alice"/>
          <p:cNvPicPr preferRelativeResize="0"/>
          <p:nvPr/>
        </p:nvPicPr>
        <p:blipFill rotWithShape="1">
          <a:blip r:embed="rId4">
            <a:alphaModFix/>
          </a:blip>
          <a:srcRect/>
          <a:stretch/>
        </p:blipFill>
        <p:spPr>
          <a:xfrm>
            <a:off x="1564367" y="5220887"/>
            <a:ext cx="561975" cy="693738"/>
          </a:xfrm>
          <a:prstGeom prst="rect">
            <a:avLst/>
          </a:prstGeom>
          <a:noFill/>
          <a:ln>
            <a:noFill/>
          </a:ln>
        </p:spPr>
      </p:pic>
      <p:pic>
        <p:nvPicPr>
          <p:cNvPr id="721" name="Google Shape;721;p6" descr="Bob"/>
          <p:cNvPicPr preferRelativeResize="0"/>
          <p:nvPr/>
        </p:nvPicPr>
        <p:blipFill rotWithShape="1">
          <a:blip r:embed="rId5">
            <a:alphaModFix/>
          </a:blip>
          <a:srcRect/>
          <a:stretch/>
        </p:blipFill>
        <p:spPr>
          <a:xfrm>
            <a:off x="8954180" y="5125637"/>
            <a:ext cx="676275" cy="690563"/>
          </a:xfrm>
          <a:prstGeom prst="rect">
            <a:avLst/>
          </a:prstGeom>
          <a:noFill/>
          <a:ln>
            <a:noFill/>
          </a:ln>
        </p:spPr>
      </p:pic>
      <p:grpSp>
        <p:nvGrpSpPr>
          <p:cNvPr id="722" name="Google Shape;722;p6"/>
          <p:cNvGrpSpPr/>
          <p:nvPr/>
        </p:nvGrpSpPr>
        <p:grpSpPr>
          <a:xfrm>
            <a:off x="6160180" y="5001812"/>
            <a:ext cx="809625" cy="1049338"/>
            <a:chOff x="4296" y="2627"/>
            <a:chExt cx="510" cy="661"/>
          </a:xfrm>
        </p:grpSpPr>
        <p:sp>
          <p:nvSpPr>
            <p:cNvPr id="723" name="Google Shape;723;p6"/>
            <p:cNvSpPr/>
            <p:nvPr/>
          </p:nvSpPr>
          <p:spPr>
            <a:xfrm>
              <a:off x="4296" y="2652"/>
              <a:ext cx="510" cy="636"/>
            </a:xfrm>
            <a:prstGeom prst="rect">
              <a:avLst/>
            </a:prstGeom>
            <a:solidFill>
              <a:srgbClr val="CCCCFF"/>
            </a:solidFill>
            <a:ln w="190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Arial"/>
                <a:ea typeface="Arial"/>
                <a:cs typeface="Arial"/>
                <a:sym typeface="Arial"/>
              </a:endParaRPr>
            </a:p>
          </p:txBody>
        </p:sp>
        <p:sp>
          <p:nvSpPr>
            <p:cNvPr id="724" name="Google Shape;724;p6"/>
            <p:cNvSpPr txBox="1"/>
            <p:nvPr/>
          </p:nvSpPr>
          <p:spPr>
            <a:xfrm>
              <a:off x="4304" y="2627"/>
              <a:ext cx="472" cy="36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mail</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server</a:t>
              </a:r>
              <a:endParaRPr sz="2400" b="0" i="0" u="none" strike="noStrike" cap="none">
                <a:solidFill>
                  <a:srgbClr val="000000"/>
                </a:solidFill>
                <a:latin typeface="Arial"/>
                <a:ea typeface="Arial"/>
                <a:cs typeface="Arial"/>
                <a:sym typeface="Arial"/>
              </a:endParaRPr>
            </a:p>
          </p:txBody>
        </p:sp>
        <p:sp>
          <p:nvSpPr>
            <p:cNvPr id="725" name="Google Shape;725;p6"/>
            <p:cNvSpPr/>
            <p:nvPr/>
          </p:nvSpPr>
          <p:spPr>
            <a:xfrm>
              <a:off x="4320" y="3006"/>
              <a:ext cx="450" cy="120"/>
            </a:xfrm>
            <a:prstGeom prst="rect">
              <a:avLst/>
            </a:prstGeom>
            <a:solidFill>
              <a:srgbClr val="00FF00"/>
            </a:solidFill>
            <a:ln w="190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Arial"/>
                <a:ea typeface="Arial"/>
                <a:cs typeface="Arial"/>
                <a:sym typeface="Arial"/>
              </a:endParaRPr>
            </a:p>
          </p:txBody>
        </p:sp>
        <p:cxnSp>
          <p:nvCxnSpPr>
            <p:cNvPr id="726" name="Google Shape;726;p6"/>
            <p:cNvCxnSpPr/>
            <p:nvPr/>
          </p:nvCxnSpPr>
          <p:spPr>
            <a:xfrm>
              <a:off x="4369" y="3034"/>
              <a:ext cx="0" cy="72"/>
            </a:xfrm>
            <a:prstGeom prst="straightConnector1">
              <a:avLst/>
            </a:prstGeom>
            <a:noFill/>
            <a:ln w="19050" cap="flat" cmpd="sng">
              <a:solidFill>
                <a:srgbClr val="000000"/>
              </a:solidFill>
              <a:prstDash val="solid"/>
              <a:round/>
              <a:headEnd type="none" w="sm" len="sm"/>
              <a:tailEnd type="none" w="sm" len="sm"/>
            </a:ln>
          </p:spPr>
        </p:cxnSp>
        <p:cxnSp>
          <p:nvCxnSpPr>
            <p:cNvPr id="727" name="Google Shape;727;p6"/>
            <p:cNvCxnSpPr/>
            <p:nvPr/>
          </p:nvCxnSpPr>
          <p:spPr>
            <a:xfrm>
              <a:off x="4478" y="3033"/>
              <a:ext cx="0" cy="72"/>
            </a:xfrm>
            <a:prstGeom prst="straightConnector1">
              <a:avLst/>
            </a:prstGeom>
            <a:noFill/>
            <a:ln w="19050" cap="flat" cmpd="sng">
              <a:solidFill>
                <a:srgbClr val="000000"/>
              </a:solidFill>
              <a:prstDash val="solid"/>
              <a:round/>
              <a:headEnd type="none" w="sm" len="sm"/>
              <a:tailEnd type="none" w="sm" len="sm"/>
            </a:ln>
          </p:spPr>
        </p:cxnSp>
        <p:cxnSp>
          <p:nvCxnSpPr>
            <p:cNvPr id="728" name="Google Shape;728;p6"/>
            <p:cNvCxnSpPr/>
            <p:nvPr/>
          </p:nvCxnSpPr>
          <p:spPr>
            <a:xfrm>
              <a:off x="4533" y="3035"/>
              <a:ext cx="0" cy="72"/>
            </a:xfrm>
            <a:prstGeom prst="straightConnector1">
              <a:avLst/>
            </a:prstGeom>
            <a:noFill/>
            <a:ln w="19050" cap="flat" cmpd="sng">
              <a:solidFill>
                <a:srgbClr val="000000"/>
              </a:solidFill>
              <a:prstDash val="solid"/>
              <a:round/>
              <a:headEnd type="none" w="sm" len="sm"/>
              <a:tailEnd type="none" w="sm" len="sm"/>
            </a:ln>
          </p:spPr>
        </p:cxnSp>
        <p:cxnSp>
          <p:nvCxnSpPr>
            <p:cNvPr id="729" name="Google Shape;729;p6"/>
            <p:cNvCxnSpPr/>
            <p:nvPr/>
          </p:nvCxnSpPr>
          <p:spPr>
            <a:xfrm>
              <a:off x="4590" y="3033"/>
              <a:ext cx="0" cy="72"/>
            </a:xfrm>
            <a:prstGeom prst="straightConnector1">
              <a:avLst/>
            </a:prstGeom>
            <a:noFill/>
            <a:ln w="19050" cap="flat" cmpd="sng">
              <a:solidFill>
                <a:srgbClr val="000000"/>
              </a:solidFill>
              <a:prstDash val="solid"/>
              <a:round/>
              <a:headEnd type="none" w="sm" len="sm"/>
              <a:tailEnd type="none" w="sm" len="sm"/>
            </a:ln>
          </p:spPr>
        </p:cxnSp>
        <p:cxnSp>
          <p:nvCxnSpPr>
            <p:cNvPr id="730" name="Google Shape;730;p6"/>
            <p:cNvCxnSpPr/>
            <p:nvPr/>
          </p:nvCxnSpPr>
          <p:spPr>
            <a:xfrm>
              <a:off x="4651" y="3033"/>
              <a:ext cx="0" cy="72"/>
            </a:xfrm>
            <a:prstGeom prst="straightConnector1">
              <a:avLst/>
            </a:prstGeom>
            <a:noFill/>
            <a:ln w="19050" cap="flat" cmpd="sng">
              <a:solidFill>
                <a:srgbClr val="000000"/>
              </a:solidFill>
              <a:prstDash val="solid"/>
              <a:round/>
              <a:headEnd type="none" w="sm" len="sm"/>
              <a:tailEnd type="none" w="sm" len="sm"/>
            </a:ln>
          </p:spPr>
        </p:cxnSp>
        <p:cxnSp>
          <p:nvCxnSpPr>
            <p:cNvPr id="731" name="Google Shape;731;p6"/>
            <p:cNvCxnSpPr/>
            <p:nvPr/>
          </p:nvCxnSpPr>
          <p:spPr>
            <a:xfrm>
              <a:off x="4707" y="3033"/>
              <a:ext cx="0" cy="72"/>
            </a:xfrm>
            <a:prstGeom prst="straightConnector1">
              <a:avLst/>
            </a:prstGeom>
            <a:noFill/>
            <a:ln w="19050" cap="flat" cmpd="sng">
              <a:solidFill>
                <a:srgbClr val="000000"/>
              </a:solidFill>
              <a:prstDash val="solid"/>
              <a:round/>
              <a:headEnd type="none" w="sm" len="sm"/>
              <a:tailEnd type="none" w="sm" len="sm"/>
            </a:ln>
          </p:spPr>
        </p:cxnSp>
        <p:cxnSp>
          <p:nvCxnSpPr>
            <p:cNvPr id="732" name="Google Shape;732;p6"/>
            <p:cNvCxnSpPr/>
            <p:nvPr/>
          </p:nvCxnSpPr>
          <p:spPr>
            <a:xfrm>
              <a:off x="4422" y="3034"/>
              <a:ext cx="0" cy="72"/>
            </a:xfrm>
            <a:prstGeom prst="straightConnector1">
              <a:avLst/>
            </a:prstGeom>
            <a:noFill/>
            <a:ln w="19050" cap="flat" cmpd="sng">
              <a:solidFill>
                <a:srgbClr val="000000"/>
              </a:solidFill>
              <a:prstDash val="solid"/>
              <a:round/>
              <a:headEnd type="none" w="sm" len="sm"/>
              <a:tailEnd type="none" w="sm" len="sm"/>
            </a:ln>
          </p:spPr>
        </p:cxnSp>
        <p:sp>
          <p:nvSpPr>
            <p:cNvPr id="733" name="Google Shape;733;p6"/>
            <p:cNvSpPr/>
            <p:nvPr/>
          </p:nvSpPr>
          <p:spPr>
            <a:xfrm>
              <a:off x="4328" y="3173"/>
              <a:ext cx="64" cy="93"/>
            </a:xfrm>
            <a:prstGeom prst="rect">
              <a:avLst/>
            </a:prstGeom>
            <a:solidFill>
              <a:srgbClr val="FFFF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Arial"/>
                <a:ea typeface="Arial"/>
                <a:cs typeface="Arial"/>
                <a:sym typeface="Arial"/>
              </a:endParaRPr>
            </a:p>
          </p:txBody>
        </p:sp>
        <p:sp>
          <p:nvSpPr>
            <p:cNvPr id="734" name="Google Shape;734;p6"/>
            <p:cNvSpPr/>
            <p:nvPr/>
          </p:nvSpPr>
          <p:spPr>
            <a:xfrm>
              <a:off x="4414" y="3173"/>
              <a:ext cx="64" cy="93"/>
            </a:xfrm>
            <a:prstGeom prst="rect">
              <a:avLst/>
            </a:prstGeom>
            <a:solidFill>
              <a:srgbClr val="FFFF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Arial"/>
                <a:ea typeface="Arial"/>
                <a:cs typeface="Arial"/>
                <a:sym typeface="Arial"/>
              </a:endParaRPr>
            </a:p>
          </p:txBody>
        </p:sp>
        <p:sp>
          <p:nvSpPr>
            <p:cNvPr id="735" name="Google Shape;735;p6"/>
            <p:cNvSpPr/>
            <p:nvPr/>
          </p:nvSpPr>
          <p:spPr>
            <a:xfrm>
              <a:off x="4500" y="3172"/>
              <a:ext cx="64" cy="93"/>
            </a:xfrm>
            <a:prstGeom prst="rect">
              <a:avLst/>
            </a:prstGeom>
            <a:solidFill>
              <a:srgbClr val="FFFF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Arial"/>
                <a:ea typeface="Arial"/>
                <a:cs typeface="Arial"/>
                <a:sym typeface="Arial"/>
              </a:endParaRPr>
            </a:p>
          </p:txBody>
        </p:sp>
        <p:sp>
          <p:nvSpPr>
            <p:cNvPr id="736" name="Google Shape;736;p6"/>
            <p:cNvSpPr/>
            <p:nvPr/>
          </p:nvSpPr>
          <p:spPr>
            <a:xfrm>
              <a:off x="4597" y="3170"/>
              <a:ext cx="64" cy="93"/>
            </a:xfrm>
            <a:prstGeom prst="rect">
              <a:avLst/>
            </a:prstGeom>
            <a:solidFill>
              <a:srgbClr val="FFFF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Arial"/>
                <a:ea typeface="Arial"/>
                <a:cs typeface="Arial"/>
                <a:sym typeface="Arial"/>
              </a:endParaRPr>
            </a:p>
          </p:txBody>
        </p:sp>
        <p:sp>
          <p:nvSpPr>
            <p:cNvPr id="737" name="Google Shape;737;p6"/>
            <p:cNvSpPr/>
            <p:nvPr/>
          </p:nvSpPr>
          <p:spPr>
            <a:xfrm>
              <a:off x="4693" y="3170"/>
              <a:ext cx="64" cy="93"/>
            </a:xfrm>
            <a:prstGeom prst="rect">
              <a:avLst/>
            </a:prstGeom>
            <a:solidFill>
              <a:srgbClr val="FFFF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Arial"/>
                <a:ea typeface="Arial"/>
                <a:cs typeface="Arial"/>
                <a:sym typeface="Arial"/>
              </a:endParaRPr>
            </a:p>
          </p:txBody>
        </p:sp>
      </p:grpSp>
      <p:cxnSp>
        <p:nvCxnSpPr>
          <p:cNvPr id="738" name="Google Shape;738;p6"/>
          <p:cNvCxnSpPr/>
          <p:nvPr/>
        </p:nvCxnSpPr>
        <p:spPr>
          <a:xfrm>
            <a:off x="3089955" y="5593950"/>
            <a:ext cx="892175" cy="146050"/>
          </a:xfrm>
          <a:prstGeom prst="straightConnector1">
            <a:avLst/>
          </a:prstGeom>
          <a:noFill/>
          <a:ln w="12700" cap="flat" cmpd="sng">
            <a:solidFill>
              <a:srgbClr val="3333CC"/>
            </a:solidFill>
            <a:prstDash val="solid"/>
            <a:round/>
            <a:headEnd type="none" w="sm" len="sm"/>
            <a:tailEnd type="triangle" w="med" len="med"/>
          </a:ln>
        </p:spPr>
      </p:cxnSp>
      <p:cxnSp>
        <p:nvCxnSpPr>
          <p:cNvPr id="739" name="Google Shape;739;p6"/>
          <p:cNvCxnSpPr/>
          <p:nvPr/>
        </p:nvCxnSpPr>
        <p:spPr>
          <a:xfrm>
            <a:off x="4775880" y="5728887"/>
            <a:ext cx="1379537" cy="219075"/>
          </a:xfrm>
          <a:prstGeom prst="straightConnector1">
            <a:avLst/>
          </a:prstGeom>
          <a:noFill/>
          <a:ln w="12700" cap="flat" cmpd="sng">
            <a:solidFill>
              <a:srgbClr val="3333CC"/>
            </a:solidFill>
            <a:prstDash val="solid"/>
            <a:round/>
            <a:headEnd type="none" w="sm" len="sm"/>
            <a:tailEnd type="triangle" w="med" len="med"/>
          </a:ln>
        </p:spPr>
      </p:cxnSp>
      <p:cxnSp>
        <p:nvCxnSpPr>
          <p:cNvPr id="740" name="Google Shape;740;p6"/>
          <p:cNvCxnSpPr/>
          <p:nvPr/>
        </p:nvCxnSpPr>
        <p:spPr>
          <a:xfrm rot="10800000" flipH="1">
            <a:off x="7006317" y="5508225"/>
            <a:ext cx="1027113" cy="427037"/>
          </a:xfrm>
          <a:prstGeom prst="straightConnector1">
            <a:avLst/>
          </a:prstGeom>
          <a:noFill/>
          <a:ln w="12700" cap="flat" cmpd="sng">
            <a:solidFill>
              <a:srgbClr val="3333CC"/>
            </a:solidFill>
            <a:prstDash val="solid"/>
            <a:round/>
            <a:headEnd type="none" w="sm" len="sm"/>
            <a:tailEnd type="triangle" w="med" len="med"/>
          </a:ln>
        </p:spPr>
      </p:cxnSp>
      <p:sp>
        <p:nvSpPr>
          <p:cNvPr id="741" name="Google Shape;741;p6"/>
          <p:cNvSpPr/>
          <p:nvPr/>
        </p:nvSpPr>
        <p:spPr>
          <a:xfrm>
            <a:off x="2220005" y="5043087"/>
            <a:ext cx="292100" cy="244475"/>
          </a:xfrm>
          <a:prstGeom prst="ellipse">
            <a:avLst/>
          </a:prstGeom>
          <a:solidFill>
            <a:srgbClr val="FFFFFF"/>
          </a:solidFill>
          <a:ln w="12700" cap="flat" cmpd="sng">
            <a:solidFill>
              <a:srgbClr val="3333C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3333CC"/>
              </a:buClr>
              <a:buSzPts val="1360"/>
              <a:buFont typeface="Arial"/>
              <a:buNone/>
            </a:pPr>
            <a:r>
              <a:rPr lang="en-US" sz="1600" b="0" i="0" u="none" strike="noStrike" cap="none">
                <a:solidFill>
                  <a:srgbClr val="000000"/>
                </a:solidFill>
                <a:latin typeface="Arial"/>
                <a:ea typeface="Arial"/>
                <a:cs typeface="Arial"/>
                <a:sym typeface="Arial"/>
              </a:rPr>
              <a:t>1</a:t>
            </a:r>
            <a:endParaRPr sz="2400" b="0" i="0" u="none" strike="noStrike" cap="none">
              <a:solidFill>
                <a:srgbClr val="000000"/>
              </a:solidFill>
              <a:latin typeface="Arial"/>
              <a:ea typeface="Arial"/>
              <a:cs typeface="Arial"/>
              <a:sym typeface="Arial"/>
            </a:endParaRPr>
          </a:p>
        </p:txBody>
      </p:sp>
      <p:sp>
        <p:nvSpPr>
          <p:cNvPr id="742" name="Google Shape;742;p6"/>
          <p:cNvSpPr/>
          <p:nvPr/>
        </p:nvSpPr>
        <p:spPr>
          <a:xfrm>
            <a:off x="3329667" y="5538387"/>
            <a:ext cx="292100" cy="244475"/>
          </a:xfrm>
          <a:prstGeom prst="ellipse">
            <a:avLst/>
          </a:prstGeom>
          <a:solidFill>
            <a:srgbClr val="FFFFFF"/>
          </a:solidFill>
          <a:ln w="12700" cap="flat" cmpd="sng">
            <a:solidFill>
              <a:srgbClr val="3333C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3333CC"/>
              </a:buClr>
              <a:buSzPts val="1360"/>
              <a:buFont typeface="Arial"/>
              <a:buNone/>
            </a:pPr>
            <a:r>
              <a:rPr lang="en-US" sz="1600" b="0" i="0" u="none" strike="noStrike" cap="none">
                <a:solidFill>
                  <a:srgbClr val="000000"/>
                </a:solidFill>
                <a:latin typeface="Arial"/>
                <a:ea typeface="Arial"/>
                <a:cs typeface="Arial"/>
                <a:sym typeface="Arial"/>
              </a:rPr>
              <a:t>2</a:t>
            </a:r>
            <a:endParaRPr sz="2400" b="0" i="0" u="none" strike="noStrike" cap="none">
              <a:solidFill>
                <a:srgbClr val="000000"/>
              </a:solidFill>
              <a:latin typeface="Arial"/>
              <a:ea typeface="Arial"/>
              <a:cs typeface="Arial"/>
              <a:sym typeface="Arial"/>
            </a:endParaRPr>
          </a:p>
        </p:txBody>
      </p:sp>
      <p:sp>
        <p:nvSpPr>
          <p:cNvPr id="743" name="Google Shape;743;p6"/>
          <p:cNvSpPr/>
          <p:nvPr/>
        </p:nvSpPr>
        <p:spPr>
          <a:xfrm>
            <a:off x="4201205" y="5617762"/>
            <a:ext cx="292100" cy="244475"/>
          </a:xfrm>
          <a:prstGeom prst="ellipse">
            <a:avLst/>
          </a:prstGeom>
          <a:solidFill>
            <a:srgbClr val="FFFFFF"/>
          </a:solidFill>
          <a:ln w="12700" cap="flat" cmpd="sng">
            <a:solidFill>
              <a:srgbClr val="3333C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3333CC"/>
              </a:buClr>
              <a:buSzPts val="1360"/>
              <a:buFont typeface="Arial"/>
              <a:buNone/>
            </a:pPr>
            <a:r>
              <a:rPr lang="en-US" sz="1600" b="0" i="0" u="none" strike="noStrike" cap="none">
                <a:solidFill>
                  <a:srgbClr val="000000"/>
                </a:solidFill>
                <a:latin typeface="Arial"/>
                <a:ea typeface="Arial"/>
                <a:cs typeface="Arial"/>
                <a:sym typeface="Arial"/>
              </a:rPr>
              <a:t>3</a:t>
            </a:r>
            <a:endParaRPr sz="2400" b="0" i="0" u="none" strike="noStrike" cap="none">
              <a:solidFill>
                <a:srgbClr val="000000"/>
              </a:solidFill>
              <a:latin typeface="Arial"/>
              <a:ea typeface="Arial"/>
              <a:cs typeface="Arial"/>
              <a:sym typeface="Arial"/>
            </a:endParaRPr>
          </a:p>
        </p:txBody>
      </p:sp>
      <p:sp>
        <p:nvSpPr>
          <p:cNvPr id="744" name="Google Shape;744;p6"/>
          <p:cNvSpPr/>
          <p:nvPr/>
        </p:nvSpPr>
        <p:spPr>
          <a:xfrm>
            <a:off x="5312455" y="5703487"/>
            <a:ext cx="292100" cy="244475"/>
          </a:xfrm>
          <a:prstGeom prst="ellipse">
            <a:avLst/>
          </a:prstGeom>
          <a:solidFill>
            <a:srgbClr val="FFFFFF"/>
          </a:solidFill>
          <a:ln w="12700" cap="flat" cmpd="sng">
            <a:solidFill>
              <a:srgbClr val="3333C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3333CC"/>
              </a:buClr>
              <a:buSzPts val="1360"/>
              <a:buFont typeface="Arial"/>
              <a:buNone/>
            </a:pPr>
            <a:r>
              <a:rPr lang="en-US" sz="1600" b="0" i="0" u="none" strike="noStrike" cap="none">
                <a:solidFill>
                  <a:srgbClr val="000000"/>
                </a:solidFill>
                <a:latin typeface="Arial"/>
                <a:ea typeface="Arial"/>
                <a:cs typeface="Arial"/>
                <a:sym typeface="Arial"/>
              </a:rPr>
              <a:t>4</a:t>
            </a:r>
            <a:endParaRPr sz="2400" b="0" i="0" u="none" strike="noStrike" cap="none">
              <a:solidFill>
                <a:srgbClr val="000000"/>
              </a:solidFill>
              <a:latin typeface="Arial"/>
              <a:ea typeface="Arial"/>
              <a:cs typeface="Arial"/>
              <a:sym typeface="Arial"/>
            </a:endParaRPr>
          </a:p>
        </p:txBody>
      </p:sp>
      <p:sp>
        <p:nvSpPr>
          <p:cNvPr id="745" name="Google Shape;745;p6"/>
          <p:cNvSpPr/>
          <p:nvPr/>
        </p:nvSpPr>
        <p:spPr>
          <a:xfrm>
            <a:off x="6417355" y="6035275"/>
            <a:ext cx="292100" cy="244475"/>
          </a:xfrm>
          <a:prstGeom prst="ellipse">
            <a:avLst/>
          </a:prstGeom>
          <a:solidFill>
            <a:srgbClr val="FFFFFF"/>
          </a:solidFill>
          <a:ln w="12700" cap="flat" cmpd="sng">
            <a:solidFill>
              <a:srgbClr val="3333C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3333CC"/>
              </a:buClr>
              <a:buSzPts val="1360"/>
              <a:buFont typeface="Arial"/>
              <a:buNone/>
            </a:pPr>
            <a:r>
              <a:rPr lang="en-US" sz="1600" b="0" i="0" u="none" strike="noStrike" cap="none">
                <a:solidFill>
                  <a:srgbClr val="000000"/>
                </a:solidFill>
                <a:latin typeface="Arial"/>
                <a:ea typeface="Arial"/>
                <a:cs typeface="Arial"/>
                <a:sym typeface="Arial"/>
              </a:rPr>
              <a:t>5</a:t>
            </a:r>
            <a:endParaRPr sz="2400" b="0" i="0" u="none" strike="noStrike" cap="none">
              <a:solidFill>
                <a:srgbClr val="000000"/>
              </a:solidFill>
              <a:latin typeface="Arial"/>
              <a:ea typeface="Arial"/>
              <a:cs typeface="Arial"/>
              <a:sym typeface="Arial"/>
            </a:endParaRPr>
          </a:p>
        </p:txBody>
      </p:sp>
      <p:sp>
        <p:nvSpPr>
          <p:cNvPr id="746" name="Google Shape;746;p6"/>
          <p:cNvSpPr/>
          <p:nvPr/>
        </p:nvSpPr>
        <p:spPr>
          <a:xfrm>
            <a:off x="7339692" y="5605062"/>
            <a:ext cx="292100" cy="244475"/>
          </a:xfrm>
          <a:prstGeom prst="ellipse">
            <a:avLst/>
          </a:prstGeom>
          <a:solidFill>
            <a:srgbClr val="FFFFFF"/>
          </a:solidFill>
          <a:ln w="12700" cap="flat" cmpd="sng">
            <a:solidFill>
              <a:srgbClr val="3333C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3333CC"/>
              </a:buClr>
              <a:buSzPts val="1360"/>
              <a:buFont typeface="Arial"/>
              <a:buNone/>
            </a:pPr>
            <a:r>
              <a:rPr lang="en-US" sz="1600" b="0" i="0" u="none" strike="noStrike" cap="none">
                <a:solidFill>
                  <a:srgbClr val="000000"/>
                </a:solidFill>
                <a:latin typeface="Arial"/>
                <a:ea typeface="Arial"/>
                <a:cs typeface="Arial"/>
                <a:sym typeface="Arial"/>
              </a:rPr>
              <a:t>6</a:t>
            </a:r>
            <a:endParaRPr sz="2400" b="0" i="0" u="none" strike="noStrike" cap="none">
              <a:solidFill>
                <a:srgbClr val="000000"/>
              </a:solidFill>
              <a:latin typeface="Arial"/>
              <a:ea typeface="Arial"/>
              <a:cs typeface="Arial"/>
              <a:sym typeface="Arial"/>
            </a:endParaRPr>
          </a:p>
        </p:txBody>
      </p:sp>
      <p:sp>
        <p:nvSpPr>
          <p:cNvPr id="747" name="Google Shape;747;p6"/>
          <p:cNvSpPr txBox="1"/>
          <p:nvPr/>
        </p:nvSpPr>
        <p:spPr>
          <a:xfrm>
            <a:off x="3485242" y="6168625"/>
            <a:ext cx="1819275" cy="336550"/>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3333CC"/>
              </a:buClr>
              <a:buSzPts val="1360"/>
              <a:buFont typeface="Arial"/>
              <a:buNone/>
            </a:pPr>
            <a:r>
              <a:rPr lang="en-US" sz="1600" b="0" i="0" u="none" strike="noStrike" cap="none">
                <a:solidFill>
                  <a:srgbClr val="000000"/>
                </a:solidFill>
                <a:latin typeface="Arial"/>
                <a:ea typeface="Arial"/>
                <a:cs typeface="Arial"/>
                <a:sym typeface="Arial"/>
              </a:rPr>
              <a:t>Alice’s mail server</a:t>
            </a:r>
            <a:endParaRPr sz="1600" b="0" i="0" u="none" strike="noStrike" cap="none">
              <a:solidFill>
                <a:srgbClr val="000000"/>
              </a:solidFill>
              <a:latin typeface="Arial"/>
              <a:ea typeface="Arial"/>
              <a:cs typeface="Arial"/>
              <a:sym typeface="Arial"/>
            </a:endParaRPr>
          </a:p>
        </p:txBody>
      </p:sp>
      <p:sp>
        <p:nvSpPr>
          <p:cNvPr id="748" name="Google Shape;748;p6"/>
          <p:cNvSpPr txBox="1"/>
          <p:nvPr/>
        </p:nvSpPr>
        <p:spPr>
          <a:xfrm>
            <a:off x="5760130" y="6232125"/>
            <a:ext cx="1741487" cy="336550"/>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3333CC"/>
              </a:buClr>
              <a:buSzPts val="1360"/>
              <a:buFont typeface="Arial"/>
              <a:buNone/>
            </a:pPr>
            <a:r>
              <a:rPr lang="en-US" sz="1600" b="0" i="0" u="none" strike="noStrike" cap="none">
                <a:solidFill>
                  <a:srgbClr val="000000"/>
                </a:solidFill>
                <a:latin typeface="Arial"/>
                <a:ea typeface="Arial"/>
                <a:cs typeface="Arial"/>
                <a:sym typeface="Arial"/>
              </a:rPr>
              <a:t>Bob’s mail server</a:t>
            </a:r>
            <a:endParaRPr sz="1600" b="0" i="0" u="none" strike="noStrike" cap="none">
              <a:solidFill>
                <a:srgbClr val="000000"/>
              </a:solidFill>
              <a:latin typeface="Arial"/>
              <a:ea typeface="Arial"/>
              <a:cs typeface="Arial"/>
              <a:sym typeface="Arial"/>
            </a:endParaRPr>
          </a:p>
        </p:txBody>
      </p:sp>
      <p:grpSp>
        <p:nvGrpSpPr>
          <p:cNvPr id="749" name="Google Shape;749;p6"/>
          <p:cNvGrpSpPr/>
          <p:nvPr/>
        </p:nvGrpSpPr>
        <p:grpSpPr>
          <a:xfrm>
            <a:off x="7833405" y="4908150"/>
            <a:ext cx="912812" cy="1054100"/>
            <a:chOff x="3574" y="550"/>
            <a:chExt cx="575" cy="664"/>
          </a:xfrm>
        </p:grpSpPr>
        <p:grpSp>
          <p:nvGrpSpPr>
            <p:cNvPr id="750" name="Google Shape;750;p6"/>
            <p:cNvGrpSpPr/>
            <p:nvPr/>
          </p:nvGrpSpPr>
          <p:grpSpPr>
            <a:xfrm>
              <a:off x="3588" y="692"/>
              <a:ext cx="561" cy="522"/>
              <a:chOff x="-44" y="1473"/>
              <a:chExt cx="981" cy="1105"/>
            </a:xfrm>
          </p:grpSpPr>
          <p:pic>
            <p:nvPicPr>
              <p:cNvPr id="751" name="Google Shape;751;p6" descr="desktop_computer_stylized_medium"/>
              <p:cNvPicPr preferRelativeResize="0"/>
              <p:nvPr/>
            </p:nvPicPr>
            <p:blipFill rotWithShape="1">
              <a:blip r:embed="rId3">
                <a:alphaModFix/>
              </a:blip>
              <a:srcRect/>
              <a:stretch/>
            </p:blipFill>
            <p:spPr>
              <a:xfrm flipH="1">
                <a:off x="-44" y="1473"/>
                <a:ext cx="981" cy="1105"/>
              </a:xfrm>
              <a:prstGeom prst="rect">
                <a:avLst/>
              </a:prstGeom>
              <a:noFill/>
              <a:ln>
                <a:noFill/>
              </a:ln>
            </p:spPr>
          </p:pic>
          <p:sp>
            <p:nvSpPr>
              <p:cNvPr id="752" name="Google Shape;752;p6"/>
              <p:cNvSpPr/>
              <p:nvPr/>
            </p:nvSpPr>
            <p:spPr>
              <a:xfrm flipH="1">
                <a:off x="374" y="1579"/>
                <a:ext cx="477" cy="506"/>
              </a:xfrm>
              <a:custGeom>
                <a:avLst/>
                <a:gdLst/>
                <a:ahLst/>
                <a:cxnLst/>
                <a:rect l="l" t="t" r="r" b="b"/>
                <a:pathLst>
                  <a:path w="356" h="368" extrusionOk="0">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sp>
          <p:nvSpPr>
            <p:cNvPr id="753" name="Google Shape;753;p6"/>
            <p:cNvSpPr/>
            <p:nvPr/>
          </p:nvSpPr>
          <p:spPr>
            <a:xfrm>
              <a:off x="3611" y="576"/>
              <a:ext cx="381" cy="330"/>
            </a:xfrm>
            <a:prstGeom prst="rect">
              <a:avLst/>
            </a:prstGeom>
            <a:solidFill>
              <a:srgbClr val="CCCCFF"/>
            </a:solidFill>
            <a:ln w="190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Arial"/>
                <a:ea typeface="Arial"/>
                <a:cs typeface="Arial"/>
                <a:sym typeface="Arial"/>
              </a:endParaRPr>
            </a:p>
          </p:txBody>
        </p:sp>
        <p:sp>
          <p:nvSpPr>
            <p:cNvPr id="754" name="Google Shape;754;p6"/>
            <p:cNvSpPr txBox="1"/>
            <p:nvPr/>
          </p:nvSpPr>
          <p:spPr>
            <a:xfrm>
              <a:off x="3574" y="550"/>
              <a:ext cx="436" cy="36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user</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agent</a:t>
              </a:r>
              <a:endParaRPr sz="2400" b="0" i="0" u="none" strike="noStrike" cap="none">
                <a:solidFill>
                  <a:srgbClr val="000000"/>
                </a:solidFill>
                <a:latin typeface="Arial"/>
                <a:ea typeface="Arial"/>
                <a:cs typeface="Arial"/>
                <a:sym typeface="Arial"/>
              </a:endParaRPr>
            </a:p>
          </p:txBody>
        </p:sp>
      </p:grpSp>
      <p:sp>
        <p:nvSpPr>
          <p:cNvPr id="755" name="Google Shape;755;p6"/>
          <p:cNvSpPr txBox="1"/>
          <p:nvPr/>
        </p:nvSpPr>
        <p:spPr>
          <a:xfrm>
            <a:off x="928353" y="2280632"/>
            <a:ext cx="5071156" cy="1103364"/>
          </a:xfrm>
          <a:prstGeom prst="rect">
            <a:avLst/>
          </a:prstGeom>
          <a:noFill/>
          <a:ln>
            <a:noFill/>
          </a:ln>
        </p:spPr>
        <p:txBody>
          <a:bodyPr spcFirstLastPara="1" wrap="square" lIns="91425" tIns="45700" rIns="91425" bIns="45700" anchor="t" anchorCtr="0">
            <a:noAutofit/>
          </a:bodyPr>
          <a:lstStyle/>
          <a:p>
            <a:pPr marL="352425" marR="0" lvl="0" indent="-222250" algn="l" rtl="0">
              <a:lnSpc>
                <a:spcPct val="90000"/>
              </a:lnSpc>
              <a:spcBef>
                <a:spcPts val="0"/>
              </a:spcBef>
              <a:spcAft>
                <a:spcPts val="0"/>
              </a:spcAft>
              <a:buClr>
                <a:srgbClr val="0000A3"/>
              </a:buClr>
              <a:buSzPts val="2400"/>
              <a:buFont typeface="Noto Sans"/>
              <a:buNone/>
            </a:pPr>
            <a:r>
              <a:rPr lang="en-US" sz="2400" b="1" i="0" u="none" strike="noStrike" cap="none">
                <a:solidFill>
                  <a:srgbClr val="7D28CD"/>
                </a:solidFill>
                <a:latin typeface="Calibri"/>
                <a:ea typeface="Calibri"/>
                <a:cs typeface="Calibri"/>
                <a:sym typeface="Calibri"/>
              </a:rPr>
              <a:t>2)</a:t>
            </a:r>
            <a:r>
              <a:rPr lang="en-US" sz="2400" b="0" i="0" u="none" strike="noStrike" cap="none">
                <a:solidFill>
                  <a:srgbClr val="000000"/>
                </a:solidFill>
                <a:latin typeface="Calibri"/>
                <a:ea typeface="Calibri"/>
                <a:cs typeface="Calibri"/>
                <a:sym typeface="Calibri"/>
              </a:rPr>
              <a:t> Alice’s UA sends message to her mail server using </a:t>
            </a:r>
            <a:r>
              <a:rPr lang="en-US" sz="2400" b="1" i="0" u="none" strike="noStrike" cap="none">
                <a:solidFill>
                  <a:srgbClr val="FF0000"/>
                </a:solidFill>
                <a:latin typeface="Calibri"/>
                <a:ea typeface="Calibri"/>
                <a:cs typeface="Calibri"/>
                <a:sym typeface="Calibri"/>
              </a:rPr>
              <a:t>SMTP</a:t>
            </a:r>
            <a:r>
              <a:rPr lang="en-US" sz="2400" b="0" i="0" u="none" strike="noStrike" cap="none">
                <a:solidFill>
                  <a:srgbClr val="000000"/>
                </a:solidFill>
                <a:latin typeface="Calibri"/>
                <a:ea typeface="Calibri"/>
                <a:cs typeface="Calibri"/>
                <a:sym typeface="Calibri"/>
              </a:rPr>
              <a:t>; message placed in message queue</a:t>
            </a:r>
            <a:endParaRPr sz="1400" b="0" i="0" u="none" strike="noStrike" cap="none">
              <a:solidFill>
                <a:srgbClr val="000000"/>
              </a:solidFill>
              <a:latin typeface="Arial"/>
              <a:ea typeface="Arial"/>
              <a:cs typeface="Arial"/>
              <a:sym typeface="Arial"/>
            </a:endParaRPr>
          </a:p>
        </p:txBody>
      </p:sp>
      <p:sp>
        <p:nvSpPr>
          <p:cNvPr id="756" name="Google Shape;756;p6"/>
          <p:cNvSpPr txBox="1"/>
          <p:nvPr/>
        </p:nvSpPr>
        <p:spPr>
          <a:xfrm>
            <a:off x="863847" y="3432596"/>
            <a:ext cx="5448733" cy="1089177"/>
          </a:xfrm>
          <a:prstGeom prst="rect">
            <a:avLst/>
          </a:prstGeom>
          <a:noFill/>
          <a:ln>
            <a:noFill/>
          </a:ln>
        </p:spPr>
        <p:txBody>
          <a:bodyPr spcFirstLastPara="1" wrap="square" lIns="91425" tIns="45700" rIns="91425" bIns="45700" anchor="t" anchorCtr="0">
            <a:noAutofit/>
          </a:bodyPr>
          <a:lstStyle/>
          <a:p>
            <a:pPr marL="352425" marR="0" lvl="0" indent="-222250" algn="l" rtl="0">
              <a:lnSpc>
                <a:spcPct val="90000"/>
              </a:lnSpc>
              <a:spcBef>
                <a:spcPts val="0"/>
              </a:spcBef>
              <a:spcAft>
                <a:spcPts val="0"/>
              </a:spcAft>
              <a:buClr>
                <a:srgbClr val="0000A3"/>
              </a:buClr>
              <a:buSzPts val="2400"/>
              <a:buFont typeface="Noto Sans"/>
              <a:buNone/>
            </a:pPr>
            <a:r>
              <a:rPr lang="en-US" sz="2400" b="1" i="0" u="none" strike="noStrike" cap="none">
                <a:solidFill>
                  <a:srgbClr val="7D28CD"/>
                </a:solidFill>
                <a:latin typeface="Calibri"/>
                <a:ea typeface="Calibri"/>
                <a:cs typeface="Calibri"/>
                <a:sym typeface="Calibri"/>
              </a:rPr>
              <a:t>3) </a:t>
            </a:r>
            <a:r>
              <a:rPr lang="en-US" sz="2400" b="0" i="0" u="none" strike="noStrike" cap="none">
                <a:solidFill>
                  <a:srgbClr val="000000"/>
                </a:solidFill>
                <a:latin typeface="Calibri"/>
                <a:ea typeface="Calibri"/>
                <a:cs typeface="Calibri"/>
                <a:sym typeface="Calibri"/>
              </a:rPr>
              <a:t>client side of SMTP at mail server opens TCP connection with Bob’s mail server</a:t>
            </a:r>
            <a:endParaRPr sz="2400" b="0" i="0" u="none" strike="noStrike" cap="none">
              <a:solidFill>
                <a:srgbClr val="000000"/>
              </a:solidFill>
              <a:latin typeface="Calibri"/>
              <a:ea typeface="Calibri"/>
              <a:cs typeface="Calibri"/>
              <a:sym typeface="Calibri"/>
            </a:endParaRPr>
          </a:p>
        </p:txBody>
      </p:sp>
      <p:sp>
        <p:nvSpPr>
          <p:cNvPr id="757" name="Google Shape;757;p6"/>
          <p:cNvSpPr txBox="1"/>
          <p:nvPr/>
        </p:nvSpPr>
        <p:spPr>
          <a:xfrm>
            <a:off x="6633422" y="2275557"/>
            <a:ext cx="4869534" cy="828675"/>
          </a:xfrm>
          <a:prstGeom prst="rect">
            <a:avLst/>
          </a:prstGeom>
          <a:noFill/>
          <a:ln>
            <a:noFill/>
          </a:ln>
        </p:spPr>
        <p:txBody>
          <a:bodyPr spcFirstLastPara="1" wrap="square" lIns="91425" tIns="45700" rIns="91425" bIns="45700" anchor="t" anchorCtr="0">
            <a:noAutofit/>
          </a:bodyPr>
          <a:lstStyle/>
          <a:p>
            <a:pPr marL="352425" marR="0" lvl="0" indent="-222250" algn="l" rtl="0">
              <a:lnSpc>
                <a:spcPct val="90000"/>
              </a:lnSpc>
              <a:spcBef>
                <a:spcPts val="0"/>
              </a:spcBef>
              <a:spcAft>
                <a:spcPts val="0"/>
              </a:spcAft>
              <a:buClr>
                <a:srgbClr val="0000A3"/>
              </a:buClr>
              <a:buSzPts val="2400"/>
              <a:buFont typeface="Noto Sans"/>
              <a:buNone/>
            </a:pPr>
            <a:r>
              <a:rPr lang="en-US" sz="2400" b="1" i="0" u="none" strike="noStrike" cap="none">
                <a:solidFill>
                  <a:srgbClr val="7D28CD"/>
                </a:solidFill>
                <a:latin typeface="Calibri"/>
                <a:ea typeface="Calibri"/>
                <a:cs typeface="Calibri"/>
                <a:sym typeface="Calibri"/>
              </a:rPr>
              <a:t>5)</a:t>
            </a:r>
            <a:r>
              <a:rPr lang="en-US" sz="2400" b="0" i="0" u="none" strike="noStrike" cap="none">
                <a:solidFill>
                  <a:srgbClr val="000000"/>
                </a:solidFill>
                <a:latin typeface="Calibri"/>
                <a:ea typeface="Calibri"/>
                <a:cs typeface="Calibri"/>
                <a:sym typeface="Calibri"/>
              </a:rPr>
              <a:t> Bob’s mail server places the message in Bob’s mailbox</a:t>
            </a:r>
            <a:endParaRPr sz="1400" b="0" i="0" u="none" strike="noStrike" cap="none">
              <a:solidFill>
                <a:srgbClr val="000000"/>
              </a:solidFill>
              <a:latin typeface="Arial"/>
              <a:ea typeface="Arial"/>
              <a:cs typeface="Arial"/>
              <a:sym typeface="Arial"/>
            </a:endParaRPr>
          </a:p>
          <a:p>
            <a:pPr marL="352425" marR="0" lvl="0" indent="-222250" algn="l" rtl="0">
              <a:lnSpc>
                <a:spcPct val="90000"/>
              </a:lnSpc>
              <a:spcBef>
                <a:spcPts val="1000"/>
              </a:spcBef>
              <a:spcAft>
                <a:spcPts val="0"/>
              </a:spcAft>
              <a:buClr>
                <a:srgbClr val="0000A3"/>
              </a:buClr>
              <a:buSzPts val="2400"/>
              <a:buFont typeface="Noto Sans"/>
              <a:buNone/>
            </a:pPr>
            <a:endParaRPr sz="2400" b="0" i="0" u="none" strike="noStrike" cap="none">
              <a:solidFill>
                <a:srgbClr val="000000"/>
              </a:solidFill>
              <a:latin typeface="Gill Sans"/>
              <a:ea typeface="Gill Sans"/>
              <a:cs typeface="Gill Sans"/>
              <a:sym typeface="Gill Sans"/>
            </a:endParaRPr>
          </a:p>
        </p:txBody>
      </p:sp>
      <p:sp>
        <p:nvSpPr>
          <p:cNvPr id="758" name="Google Shape;758;p6"/>
          <p:cNvSpPr txBox="1"/>
          <p:nvPr/>
        </p:nvSpPr>
        <p:spPr>
          <a:xfrm>
            <a:off x="6630761" y="3460095"/>
            <a:ext cx="4939915" cy="828675"/>
          </a:xfrm>
          <a:prstGeom prst="rect">
            <a:avLst/>
          </a:prstGeom>
          <a:noFill/>
          <a:ln>
            <a:noFill/>
          </a:ln>
        </p:spPr>
        <p:txBody>
          <a:bodyPr spcFirstLastPara="1" wrap="square" lIns="91425" tIns="45700" rIns="91425" bIns="45700" anchor="t" anchorCtr="0">
            <a:noAutofit/>
          </a:bodyPr>
          <a:lstStyle/>
          <a:p>
            <a:pPr marL="352425" marR="0" lvl="0" indent="-222250" algn="l" rtl="0">
              <a:lnSpc>
                <a:spcPct val="90000"/>
              </a:lnSpc>
              <a:spcBef>
                <a:spcPts val="0"/>
              </a:spcBef>
              <a:spcAft>
                <a:spcPts val="0"/>
              </a:spcAft>
              <a:buClr>
                <a:srgbClr val="0000A3"/>
              </a:buClr>
              <a:buSzPts val="2400"/>
              <a:buFont typeface="Noto Sans"/>
              <a:buNone/>
            </a:pPr>
            <a:r>
              <a:rPr lang="en-US" sz="2400" b="1" i="0" u="none" strike="noStrike" cap="none">
                <a:solidFill>
                  <a:srgbClr val="7D28CD"/>
                </a:solidFill>
                <a:latin typeface="Calibri"/>
                <a:ea typeface="Calibri"/>
                <a:cs typeface="Calibri"/>
                <a:sym typeface="Calibri"/>
              </a:rPr>
              <a:t>6)</a:t>
            </a:r>
            <a:r>
              <a:rPr lang="en-US" sz="2400" b="0" i="0" u="none" strike="noStrike" cap="none">
                <a:solidFill>
                  <a:srgbClr val="000000"/>
                </a:solidFill>
                <a:latin typeface="Calibri"/>
                <a:ea typeface="Calibri"/>
                <a:cs typeface="Calibri"/>
                <a:sym typeface="Calibri"/>
              </a:rPr>
              <a:t> Bob invokes his user agent to read message using </a:t>
            </a:r>
            <a:r>
              <a:rPr lang="en-US" sz="2400" b="1" i="0" u="none" strike="noStrike" cap="none">
                <a:solidFill>
                  <a:srgbClr val="FF0000"/>
                </a:solidFill>
                <a:latin typeface="Calibri"/>
                <a:ea typeface="Calibri"/>
                <a:cs typeface="Calibri"/>
                <a:sym typeface="Calibri"/>
              </a:rPr>
              <a:t>POP3 or IMAP.</a:t>
            </a:r>
            <a:endParaRPr sz="1400" b="1" i="0" u="none" strike="noStrike" cap="none">
              <a:solidFill>
                <a:srgbClr val="FF0000"/>
              </a:solidFill>
              <a:latin typeface="Arial"/>
              <a:ea typeface="Arial"/>
              <a:cs typeface="Arial"/>
              <a:sym typeface="Arial"/>
            </a:endParaRPr>
          </a:p>
          <a:p>
            <a:pPr marL="352425" marR="0" lvl="0" indent="-222250" algn="l" rtl="0">
              <a:lnSpc>
                <a:spcPct val="90000"/>
              </a:lnSpc>
              <a:spcBef>
                <a:spcPts val="1000"/>
              </a:spcBef>
              <a:spcAft>
                <a:spcPts val="0"/>
              </a:spcAft>
              <a:buClr>
                <a:srgbClr val="0000A3"/>
              </a:buClr>
              <a:buSzPts val="2200"/>
              <a:buFont typeface="Noto Sans"/>
              <a:buNone/>
            </a:pPr>
            <a:endParaRPr sz="2200" b="0" i="0" u="none" strike="noStrike" cap="none">
              <a:solidFill>
                <a:srgbClr val="000000"/>
              </a:solidFill>
              <a:latin typeface="Gill Sans"/>
              <a:ea typeface="Gill Sans"/>
              <a:cs typeface="Gill Sans"/>
              <a:sym typeface="Gill Sans"/>
            </a:endParaRPr>
          </a:p>
        </p:txBody>
      </p:sp>
      <p:sp>
        <p:nvSpPr>
          <p:cNvPr id="759" name="Google Shape;759;p6"/>
          <p:cNvSpPr/>
          <p:nvPr/>
        </p:nvSpPr>
        <p:spPr>
          <a:xfrm>
            <a:off x="6260211" y="4216985"/>
            <a:ext cx="495231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Noto Sans"/>
              <a:buNone/>
            </a:pPr>
            <a:r>
              <a:rPr lang="en-US" sz="1800" b="0" i="0" u="none" strike="noStrike" cap="none">
                <a:solidFill>
                  <a:schemeClr val="dk1"/>
                </a:solidFill>
                <a:latin typeface="Corbel"/>
                <a:ea typeface="Corbel"/>
                <a:cs typeface="Corbel"/>
                <a:sym typeface="Corbel"/>
              </a:rPr>
              <a:t>**if connection fails, it keeps retrying for few days</a:t>
            </a:r>
            <a:endParaRPr sz="1400" b="0" i="0" u="none" strike="noStrike" cap="none">
              <a:solidFill>
                <a:srgbClr val="000000"/>
              </a:solidFill>
              <a:latin typeface="Arial"/>
              <a:ea typeface="Arial"/>
              <a:cs typeface="Arial"/>
              <a:sym typeface="Arial"/>
            </a:endParaRPr>
          </a:p>
        </p:txBody>
      </p:sp>
      <p:sp>
        <p:nvSpPr>
          <p:cNvPr id="760" name="Google Shape;760;p6"/>
          <p:cNvSpPr txBox="1">
            <a:spLocks noGrp="1"/>
          </p:cNvSpPr>
          <p:nvPr>
            <p:ph type="sldNum" idx="12"/>
          </p:nvPr>
        </p:nvSpPr>
        <p:spPr>
          <a:xfrm>
            <a:off x="10951856" y="5883275"/>
            <a:ext cx="551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US"/>
              <a:t>5</a:t>
            </a:fld>
            <a:endParaRPr/>
          </a:p>
        </p:txBody>
      </p:sp>
      <p:sp>
        <p:nvSpPr>
          <p:cNvPr id="761" name="Google Shape;761;p6"/>
          <p:cNvSpPr/>
          <p:nvPr/>
        </p:nvSpPr>
        <p:spPr>
          <a:xfrm>
            <a:off x="3156397" y="5853459"/>
            <a:ext cx="671979"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1" i="0" u="none" strike="noStrike" cap="none">
                <a:solidFill>
                  <a:srgbClr val="FF0000"/>
                </a:solidFill>
                <a:latin typeface="Calibri"/>
                <a:ea typeface="Calibri"/>
                <a:cs typeface="Calibri"/>
                <a:sym typeface="Calibri"/>
              </a:rPr>
              <a:t>SMTP</a:t>
            </a:r>
            <a:endParaRPr sz="1600" b="1" i="0" u="none" strike="noStrike" cap="none">
              <a:solidFill>
                <a:srgbClr val="FF0000"/>
              </a:solidFill>
              <a:latin typeface="Arial"/>
              <a:ea typeface="Arial"/>
              <a:cs typeface="Arial"/>
              <a:sym typeface="Arial"/>
            </a:endParaRPr>
          </a:p>
        </p:txBody>
      </p:sp>
      <p:sp>
        <p:nvSpPr>
          <p:cNvPr id="762" name="Google Shape;762;p6"/>
          <p:cNvSpPr/>
          <p:nvPr/>
        </p:nvSpPr>
        <p:spPr>
          <a:xfrm>
            <a:off x="5075421" y="5340031"/>
            <a:ext cx="671979"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1" i="0" u="none" strike="noStrike" cap="none">
                <a:solidFill>
                  <a:srgbClr val="FF0000"/>
                </a:solidFill>
                <a:latin typeface="Calibri"/>
                <a:ea typeface="Calibri"/>
                <a:cs typeface="Calibri"/>
                <a:sym typeface="Calibri"/>
              </a:rPr>
              <a:t>SMTP</a:t>
            </a:r>
            <a:endParaRPr sz="1600" b="1" i="0" u="none" strike="noStrike" cap="none">
              <a:solidFill>
                <a:srgbClr val="FF0000"/>
              </a:solidFill>
              <a:latin typeface="Arial"/>
              <a:ea typeface="Arial"/>
              <a:cs typeface="Arial"/>
              <a:sym typeface="Arial"/>
            </a:endParaRPr>
          </a:p>
        </p:txBody>
      </p:sp>
      <p:sp>
        <p:nvSpPr>
          <p:cNvPr id="763" name="Google Shape;763;p6"/>
          <p:cNvSpPr/>
          <p:nvPr/>
        </p:nvSpPr>
        <p:spPr>
          <a:xfrm>
            <a:off x="7521555" y="5881873"/>
            <a:ext cx="1391728"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1" i="0" u="none" strike="noStrike" cap="none">
                <a:solidFill>
                  <a:srgbClr val="FF0000"/>
                </a:solidFill>
                <a:latin typeface="Calibri"/>
                <a:ea typeface="Calibri"/>
                <a:cs typeface="Calibri"/>
                <a:sym typeface="Calibri"/>
              </a:rPr>
              <a:t>POP3 or IMAP</a:t>
            </a:r>
            <a:endParaRPr sz="1600" b="1" i="0" u="none" strike="noStrike" cap="none">
              <a:solidFill>
                <a:srgbClr val="FF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55"/>
                                        </p:tgtEl>
                                        <p:attrNameLst>
                                          <p:attrName>style.visibility</p:attrName>
                                        </p:attrNameLst>
                                      </p:cBhvr>
                                      <p:to>
                                        <p:strVal val="visible"/>
                                      </p:to>
                                    </p:set>
                                    <p:animEffect transition="in" filter="fade">
                                      <p:cBhvr>
                                        <p:cTn id="7" dur="500"/>
                                        <p:tgtEl>
                                          <p:spTgt spid="755"/>
                                        </p:tgtEl>
                                      </p:cBhvr>
                                    </p:animEffect>
                                  </p:childTnLst>
                                </p:cTn>
                              </p:par>
                              <p:par>
                                <p:cTn id="8" presetID="10" presetClass="entr" presetSubtype="0" fill="hold" nodeType="withEffect">
                                  <p:stCondLst>
                                    <p:cond delay="0"/>
                                  </p:stCondLst>
                                  <p:childTnLst>
                                    <p:set>
                                      <p:cBhvr>
                                        <p:cTn id="9" dur="1" fill="hold">
                                          <p:stCondLst>
                                            <p:cond delay="0"/>
                                          </p:stCondLst>
                                        </p:cTn>
                                        <p:tgtEl>
                                          <p:spTgt spid="738"/>
                                        </p:tgtEl>
                                        <p:attrNameLst>
                                          <p:attrName>style.visibility</p:attrName>
                                        </p:attrNameLst>
                                      </p:cBhvr>
                                      <p:to>
                                        <p:strVal val="visible"/>
                                      </p:to>
                                    </p:set>
                                    <p:animEffect transition="in" filter="fade">
                                      <p:cBhvr>
                                        <p:cTn id="10" dur="500"/>
                                        <p:tgtEl>
                                          <p:spTgt spid="738"/>
                                        </p:tgtEl>
                                      </p:cBhvr>
                                    </p:animEffect>
                                  </p:childTnLst>
                                </p:cTn>
                              </p:par>
                              <p:par>
                                <p:cTn id="11" presetID="10" presetClass="entr" presetSubtype="0" fill="hold" nodeType="withEffect">
                                  <p:stCondLst>
                                    <p:cond delay="0"/>
                                  </p:stCondLst>
                                  <p:childTnLst>
                                    <p:set>
                                      <p:cBhvr>
                                        <p:cTn id="12" dur="1" fill="hold">
                                          <p:stCondLst>
                                            <p:cond delay="0"/>
                                          </p:stCondLst>
                                        </p:cTn>
                                        <p:tgtEl>
                                          <p:spTgt spid="742"/>
                                        </p:tgtEl>
                                        <p:attrNameLst>
                                          <p:attrName>style.visibility</p:attrName>
                                        </p:attrNameLst>
                                      </p:cBhvr>
                                      <p:to>
                                        <p:strVal val="visible"/>
                                      </p:to>
                                    </p:set>
                                    <p:animEffect transition="in" filter="fade">
                                      <p:cBhvr>
                                        <p:cTn id="13" dur="500"/>
                                        <p:tgtEl>
                                          <p:spTgt spid="742"/>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759"/>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43"/>
                                        </p:tgtEl>
                                        <p:attrNameLst>
                                          <p:attrName>style.visibility</p:attrName>
                                        </p:attrNameLst>
                                      </p:cBhvr>
                                      <p:to>
                                        <p:strVal val="visible"/>
                                      </p:to>
                                    </p:set>
                                    <p:animEffect transition="in" filter="fade">
                                      <p:cBhvr>
                                        <p:cTn id="22" dur="500"/>
                                        <p:tgtEl>
                                          <p:spTgt spid="743"/>
                                        </p:tgtEl>
                                      </p:cBhvr>
                                    </p:animEffect>
                                  </p:childTnLst>
                                </p:cTn>
                              </p:par>
                              <p:par>
                                <p:cTn id="23" presetID="10" presetClass="entr" presetSubtype="0" fill="hold" nodeType="withEffect">
                                  <p:stCondLst>
                                    <p:cond delay="0"/>
                                  </p:stCondLst>
                                  <p:childTnLst>
                                    <p:set>
                                      <p:cBhvr>
                                        <p:cTn id="24" dur="1" fill="hold">
                                          <p:stCondLst>
                                            <p:cond delay="0"/>
                                          </p:stCondLst>
                                        </p:cTn>
                                        <p:tgtEl>
                                          <p:spTgt spid="756"/>
                                        </p:tgtEl>
                                        <p:attrNameLst>
                                          <p:attrName>style.visibility</p:attrName>
                                        </p:attrNameLst>
                                      </p:cBhvr>
                                      <p:to>
                                        <p:strVal val="visible"/>
                                      </p:to>
                                    </p:set>
                                    <p:animEffect transition="in" filter="fade">
                                      <p:cBhvr>
                                        <p:cTn id="25" dur="500"/>
                                        <p:tgtEl>
                                          <p:spTgt spid="756"/>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631"/>
                                        </p:tgtEl>
                                        <p:attrNameLst>
                                          <p:attrName>style.visibility</p:attrName>
                                        </p:attrNameLst>
                                      </p:cBhvr>
                                      <p:to>
                                        <p:strVal val="visible"/>
                                      </p:to>
                                    </p:set>
                                    <p:animEffect transition="in" filter="fade">
                                      <p:cBhvr>
                                        <p:cTn id="30" dur="500"/>
                                        <p:tgtEl>
                                          <p:spTgt spid="631"/>
                                        </p:tgtEl>
                                      </p:cBhvr>
                                    </p:animEffect>
                                  </p:childTnLst>
                                </p:cTn>
                              </p:par>
                              <p:par>
                                <p:cTn id="31" presetID="10" presetClass="entr" presetSubtype="0" fill="hold" nodeType="withEffect">
                                  <p:stCondLst>
                                    <p:cond delay="0"/>
                                  </p:stCondLst>
                                  <p:childTnLst>
                                    <p:set>
                                      <p:cBhvr>
                                        <p:cTn id="32" dur="1" fill="hold">
                                          <p:stCondLst>
                                            <p:cond delay="0"/>
                                          </p:stCondLst>
                                        </p:cTn>
                                        <p:tgtEl>
                                          <p:spTgt spid="739"/>
                                        </p:tgtEl>
                                        <p:attrNameLst>
                                          <p:attrName>style.visibility</p:attrName>
                                        </p:attrNameLst>
                                      </p:cBhvr>
                                      <p:to>
                                        <p:strVal val="visible"/>
                                      </p:to>
                                    </p:set>
                                    <p:animEffect transition="in" filter="fade">
                                      <p:cBhvr>
                                        <p:cTn id="33" dur="500"/>
                                        <p:tgtEl>
                                          <p:spTgt spid="739"/>
                                        </p:tgtEl>
                                      </p:cBhvr>
                                    </p:animEffect>
                                  </p:childTnLst>
                                </p:cTn>
                              </p:par>
                              <p:par>
                                <p:cTn id="34" presetID="10" presetClass="entr" presetSubtype="0" fill="hold" nodeType="withEffect">
                                  <p:stCondLst>
                                    <p:cond delay="0"/>
                                  </p:stCondLst>
                                  <p:childTnLst>
                                    <p:set>
                                      <p:cBhvr>
                                        <p:cTn id="35" dur="1" fill="hold">
                                          <p:stCondLst>
                                            <p:cond delay="0"/>
                                          </p:stCondLst>
                                        </p:cTn>
                                        <p:tgtEl>
                                          <p:spTgt spid="744"/>
                                        </p:tgtEl>
                                        <p:attrNameLst>
                                          <p:attrName>style.visibility</p:attrName>
                                        </p:attrNameLst>
                                      </p:cBhvr>
                                      <p:to>
                                        <p:strVal val="visible"/>
                                      </p:to>
                                    </p:set>
                                    <p:animEffect transition="in" filter="fade">
                                      <p:cBhvr>
                                        <p:cTn id="36" dur="500"/>
                                        <p:tgtEl>
                                          <p:spTgt spid="744"/>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76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745"/>
                                        </p:tgtEl>
                                        <p:attrNameLst>
                                          <p:attrName>style.visibility</p:attrName>
                                        </p:attrNameLst>
                                      </p:cBhvr>
                                      <p:to>
                                        <p:strVal val="visible"/>
                                      </p:to>
                                    </p:set>
                                    <p:animEffect transition="in" filter="fade">
                                      <p:cBhvr>
                                        <p:cTn id="45" dur="500"/>
                                        <p:tgtEl>
                                          <p:spTgt spid="745"/>
                                        </p:tgtEl>
                                      </p:cBhvr>
                                    </p:animEffect>
                                  </p:childTnLst>
                                </p:cTn>
                              </p:par>
                              <p:par>
                                <p:cTn id="46" presetID="10" presetClass="entr" presetSubtype="0" fill="hold" nodeType="withEffect">
                                  <p:stCondLst>
                                    <p:cond delay="0"/>
                                  </p:stCondLst>
                                  <p:childTnLst>
                                    <p:set>
                                      <p:cBhvr>
                                        <p:cTn id="47" dur="1" fill="hold">
                                          <p:stCondLst>
                                            <p:cond delay="0"/>
                                          </p:stCondLst>
                                        </p:cTn>
                                        <p:tgtEl>
                                          <p:spTgt spid="757"/>
                                        </p:tgtEl>
                                        <p:attrNameLst>
                                          <p:attrName>style.visibility</p:attrName>
                                        </p:attrNameLst>
                                      </p:cBhvr>
                                      <p:to>
                                        <p:strVal val="visible"/>
                                      </p:to>
                                    </p:set>
                                    <p:animEffect transition="in" filter="fade">
                                      <p:cBhvr>
                                        <p:cTn id="48" dur="500"/>
                                        <p:tgtEl>
                                          <p:spTgt spid="757"/>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758"/>
                                        </p:tgtEl>
                                        <p:attrNameLst>
                                          <p:attrName>style.visibility</p:attrName>
                                        </p:attrNameLst>
                                      </p:cBhvr>
                                      <p:to>
                                        <p:strVal val="visible"/>
                                      </p:to>
                                    </p:set>
                                    <p:animEffect transition="in" filter="fade">
                                      <p:cBhvr>
                                        <p:cTn id="53" dur="500"/>
                                        <p:tgtEl>
                                          <p:spTgt spid="758"/>
                                        </p:tgtEl>
                                      </p:cBhvr>
                                    </p:animEffect>
                                  </p:childTnLst>
                                </p:cTn>
                              </p:par>
                              <p:par>
                                <p:cTn id="54" presetID="10" presetClass="entr" presetSubtype="0" fill="hold" nodeType="withEffect">
                                  <p:stCondLst>
                                    <p:cond delay="0"/>
                                  </p:stCondLst>
                                  <p:childTnLst>
                                    <p:set>
                                      <p:cBhvr>
                                        <p:cTn id="55" dur="1" fill="hold">
                                          <p:stCondLst>
                                            <p:cond delay="0"/>
                                          </p:stCondLst>
                                        </p:cTn>
                                        <p:tgtEl>
                                          <p:spTgt spid="740"/>
                                        </p:tgtEl>
                                        <p:attrNameLst>
                                          <p:attrName>style.visibility</p:attrName>
                                        </p:attrNameLst>
                                      </p:cBhvr>
                                      <p:to>
                                        <p:strVal val="visible"/>
                                      </p:to>
                                    </p:set>
                                    <p:animEffect transition="in" filter="fade">
                                      <p:cBhvr>
                                        <p:cTn id="56" dur="500"/>
                                        <p:tgtEl>
                                          <p:spTgt spid="740"/>
                                        </p:tgtEl>
                                      </p:cBhvr>
                                    </p:animEffect>
                                  </p:childTnLst>
                                </p:cTn>
                              </p:par>
                              <p:par>
                                <p:cTn id="57" presetID="10" presetClass="entr" presetSubtype="0" fill="hold" nodeType="withEffect">
                                  <p:stCondLst>
                                    <p:cond delay="0"/>
                                  </p:stCondLst>
                                  <p:childTnLst>
                                    <p:set>
                                      <p:cBhvr>
                                        <p:cTn id="58" dur="1" fill="hold">
                                          <p:stCondLst>
                                            <p:cond delay="0"/>
                                          </p:stCondLst>
                                        </p:cTn>
                                        <p:tgtEl>
                                          <p:spTgt spid="746"/>
                                        </p:tgtEl>
                                        <p:attrNameLst>
                                          <p:attrName>style.visibility</p:attrName>
                                        </p:attrNameLst>
                                      </p:cBhvr>
                                      <p:to>
                                        <p:strVal val="visible"/>
                                      </p:to>
                                    </p:set>
                                    <p:animEffect transition="in" filter="fade">
                                      <p:cBhvr>
                                        <p:cTn id="59" dur="500"/>
                                        <p:tgtEl>
                                          <p:spTgt spid="746"/>
                                        </p:tgtEl>
                                      </p:cBhvr>
                                    </p:animEffect>
                                  </p:childTnLst>
                                </p:cTn>
                              </p:par>
                              <p:par>
                                <p:cTn id="60" presetID="1" presetClass="entr" presetSubtype="0" fill="hold" nodeType="withEffect">
                                  <p:stCondLst>
                                    <p:cond delay="0"/>
                                  </p:stCondLst>
                                  <p:childTnLst>
                                    <p:set>
                                      <p:cBhvr>
                                        <p:cTn id="61" dur="1" fill="hold">
                                          <p:stCondLst>
                                            <p:cond delay="0"/>
                                          </p:stCondLst>
                                        </p:cTn>
                                        <p:tgtEl>
                                          <p:spTgt spid="763"/>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7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68"/>
        <p:cNvGrpSpPr/>
        <p:nvPr/>
      </p:nvGrpSpPr>
      <p:grpSpPr>
        <a:xfrm>
          <a:off x="0" y="0"/>
          <a:ext cx="0" cy="0"/>
          <a:chOff x="0" y="0"/>
          <a:chExt cx="0" cy="0"/>
        </a:xfrm>
      </p:grpSpPr>
      <p:sp>
        <p:nvSpPr>
          <p:cNvPr id="769" name="Google Shape;769;p5"/>
          <p:cNvSpPr txBox="1"/>
          <p:nvPr/>
        </p:nvSpPr>
        <p:spPr>
          <a:xfrm>
            <a:off x="1008509" y="1213854"/>
            <a:ext cx="6887380" cy="4648200"/>
          </a:xfrm>
          <a:prstGeom prst="rect">
            <a:avLst/>
          </a:prstGeom>
          <a:noFill/>
          <a:ln>
            <a:noFill/>
          </a:ln>
        </p:spPr>
        <p:txBody>
          <a:bodyPr spcFirstLastPara="1" wrap="square" lIns="91425" tIns="45700" rIns="91425" bIns="45700" anchor="t" anchorCtr="0">
            <a:noAutofit/>
          </a:bodyPr>
          <a:lstStyle/>
          <a:p>
            <a:pPr marL="352425" marR="0" lvl="0" indent="-222250" algn="l" rtl="0">
              <a:lnSpc>
                <a:spcPct val="90000"/>
              </a:lnSpc>
              <a:spcBef>
                <a:spcPts val="0"/>
              </a:spcBef>
              <a:spcAft>
                <a:spcPts val="0"/>
              </a:spcAft>
              <a:buClr>
                <a:srgbClr val="0000A3"/>
              </a:buClr>
              <a:buSzPts val="2400"/>
              <a:buFont typeface="Noto Sans"/>
              <a:buChar char="▪"/>
            </a:pPr>
            <a:r>
              <a:rPr lang="en-US" sz="2400" b="0" i="0" u="none" strike="noStrike" cap="none">
                <a:solidFill>
                  <a:srgbClr val="000000"/>
                </a:solidFill>
                <a:latin typeface="Calibri"/>
                <a:ea typeface="Calibri"/>
                <a:cs typeface="Calibri"/>
                <a:sym typeface="Calibri"/>
              </a:rPr>
              <a:t>uses </a:t>
            </a:r>
            <a:r>
              <a:rPr lang="en-US" sz="2400" b="1" i="0" u="none" strike="noStrike" cap="none">
                <a:solidFill>
                  <a:srgbClr val="7D28CD"/>
                </a:solidFill>
                <a:latin typeface="Calibri"/>
                <a:ea typeface="Calibri"/>
                <a:cs typeface="Calibri"/>
                <a:sym typeface="Calibri"/>
              </a:rPr>
              <a:t>TCP</a:t>
            </a:r>
            <a:r>
              <a:rPr lang="en-US" sz="2400" b="0" i="0" u="none" strike="noStrike" cap="none">
                <a:solidFill>
                  <a:srgbClr val="000000"/>
                </a:solidFill>
                <a:latin typeface="Calibri"/>
                <a:ea typeface="Calibri"/>
                <a:cs typeface="Calibri"/>
                <a:sym typeface="Calibri"/>
              </a:rPr>
              <a:t> to reliably transfer email message from client to server, port 25</a:t>
            </a:r>
            <a:endParaRPr sz="1400" b="0" i="0" u="none" strike="noStrike" cap="none">
              <a:solidFill>
                <a:srgbClr val="000000"/>
              </a:solidFill>
              <a:latin typeface="Arial"/>
              <a:ea typeface="Arial"/>
              <a:cs typeface="Arial"/>
              <a:sym typeface="Arial"/>
            </a:endParaRPr>
          </a:p>
          <a:p>
            <a:pPr marL="695325" marR="0" lvl="1" indent="-222250" algn="l" rtl="0">
              <a:lnSpc>
                <a:spcPct val="90000"/>
              </a:lnSpc>
              <a:spcBef>
                <a:spcPts val="600"/>
              </a:spcBef>
              <a:spcAft>
                <a:spcPts val="0"/>
              </a:spcAft>
              <a:buClr>
                <a:srgbClr val="0000A3"/>
              </a:buClr>
              <a:buSzPts val="2000"/>
              <a:buFont typeface="Noto Sans"/>
              <a:buChar char="▪"/>
            </a:pPr>
            <a:r>
              <a:rPr lang="en-US" sz="2000" b="0" i="0" u="none" strike="noStrike" cap="none">
                <a:solidFill>
                  <a:srgbClr val="000000"/>
                </a:solidFill>
                <a:latin typeface="Calibri"/>
                <a:ea typeface="Calibri"/>
                <a:cs typeface="Calibri"/>
                <a:sym typeface="Calibri"/>
              </a:rPr>
              <a:t>direct transfer: sending server (acting like client) to receiving server</a:t>
            </a:r>
            <a:endParaRPr sz="1400" b="0" i="0" u="none" strike="noStrike" cap="none">
              <a:solidFill>
                <a:srgbClr val="000000"/>
              </a:solidFill>
              <a:latin typeface="Arial"/>
              <a:ea typeface="Arial"/>
              <a:cs typeface="Arial"/>
              <a:sym typeface="Arial"/>
            </a:endParaRPr>
          </a:p>
          <a:p>
            <a:pPr marL="695325" marR="0" lvl="1" indent="-95250" algn="l" rtl="0">
              <a:lnSpc>
                <a:spcPct val="90000"/>
              </a:lnSpc>
              <a:spcBef>
                <a:spcPts val="600"/>
              </a:spcBef>
              <a:spcAft>
                <a:spcPts val="0"/>
              </a:spcAft>
              <a:buClr>
                <a:srgbClr val="0000A3"/>
              </a:buClr>
              <a:buSzPts val="2000"/>
              <a:buFont typeface="Noto Sans"/>
              <a:buNone/>
            </a:pPr>
            <a:endParaRPr sz="2000" b="0" i="0" u="none" strike="noStrike" cap="none">
              <a:solidFill>
                <a:srgbClr val="000000"/>
              </a:solidFill>
              <a:latin typeface="Calibri"/>
              <a:ea typeface="Calibri"/>
              <a:cs typeface="Calibri"/>
              <a:sym typeface="Calibri"/>
            </a:endParaRPr>
          </a:p>
          <a:p>
            <a:pPr marL="352425" marR="0" lvl="0" indent="-222250" algn="l" rtl="0">
              <a:lnSpc>
                <a:spcPct val="90000"/>
              </a:lnSpc>
              <a:spcBef>
                <a:spcPts val="600"/>
              </a:spcBef>
              <a:spcAft>
                <a:spcPts val="0"/>
              </a:spcAft>
              <a:buClr>
                <a:srgbClr val="0000A3"/>
              </a:buClr>
              <a:buSzPts val="2400"/>
              <a:buFont typeface="Noto Sans"/>
              <a:buChar char="▪"/>
            </a:pPr>
            <a:r>
              <a:rPr lang="en-US" sz="2400" b="1" i="0" u="none" strike="noStrike" cap="none">
                <a:solidFill>
                  <a:srgbClr val="7D28CD"/>
                </a:solidFill>
                <a:latin typeface="Calibri"/>
                <a:ea typeface="Calibri"/>
                <a:cs typeface="Calibri"/>
                <a:sym typeface="Calibri"/>
              </a:rPr>
              <a:t>three phases of transfer</a:t>
            </a:r>
            <a:endParaRPr sz="1400" b="0" i="0" u="none" strike="noStrike" cap="none">
              <a:solidFill>
                <a:srgbClr val="000000"/>
              </a:solidFill>
              <a:latin typeface="Arial"/>
              <a:ea typeface="Arial"/>
              <a:cs typeface="Arial"/>
              <a:sym typeface="Arial"/>
            </a:endParaRPr>
          </a:p>
          <a:p>
            <a:pPr marL="695325" marR="0" lvl="1" indent="-231775" algn="l" rtl="0">
              <a:lnSpc>
                <a:spcPct val="90000"/>
              </a:lnSpc>
              <a:spcBef>
                <a:spcPts val="600"/>
              </a:spcBef>
              <a:spcAft>
                <a:spcPts val="0"/>
              </a:spcAft>
              <a:buClr>
                <a:srgbClr val="0000A8"/>
              </a:buClr>
              <a:buSzPts val="2000"/>
              <a:buFont typeface="Arial"/>
              <a:buChar char="•"/>
            </a:pPr>
            <a:r>
              <a:rPr lang="en-US" sz="2000" b="0" i="0" u="none" strike="noStrike" cap="none">
                <a:solidFill>
                  <a:srgbClr val="000000"/>
                </a:solidFill>
                <a:latin typeface="Calibri"/>
                <a:ea typeface="Calibri"/>
                <a:cs typeface="Calibri"/>
                <a:sym typeface="Calibri"/>
              </a:rPr>
              <a:t>SMTP handshaking (greeting)</a:t>
            </a:r>
            <a:endParaRPr sz="1400" b="0" i="0" u="none" strike="noStrike" cap="none">
              <a:solidFill>
                <a:srgbClr val="000000"/>
              </a:solidFill>
              <a:latin typeface="Arial"/>
              <a:ea typeface="Arial"/>
              <a:cs typeface="Arial"/>
              <a:sym typeface="Arial"/>
            </a:endParaRPr>
          </a:p>
          <a:p>
            <a:pPr marL="695325" marR="0" lvl="1" indent="-231775" algn="l" rtl="0">
              <a:lnSpc>
                <a:spcPct val="90000"/>
              </a:lnSpc>
              <a:spcBef>
                <a:spcPts val="600"/>
              </a:spcBef>
              <a:spcAft>
                <a:spcPts val="0"/>
              </a:spcAft>
              <a:buClr>
                <a:srgbClr val="0000A8"/>
              </a:buClr>
              <a:buSzPts val="2000"/>
              <a:buFont typeface="Arial"/>
              <a:buChar char="•"/>
            </a:pPr>
            <a:r>
              <a:rPr lang="en-US" sz="2000" b="0" i="0" u="none" strike="noStrike" cap="none">
                <a:solidFill>
                  <a:srgbClr val="000000"/>
                </a:solidFill>
                <a:latin typeface="Calibri"/>
                <a:ea typeface="Calibri"/>
                <a:cs typeface="Calibri"/>
                <a:sym typeface="Calibri"/>
              </a:rPr>
              <a:t>SMTP transfer of messages</a:t>
            </a:r>
            <a:endParaRPr sz="1400" b="0" i="0" u="none" strike="noStrike" cap="none">
              <a:solidFill>
                <a:srgbClr val="000000"/>
              </a:solidFill>
              <a:latin typeface="Arial"/>
              <a:ea typeface="Arial"/>
              <a:cs typeface="Arial"/>
              <a:sym typeface="Arial"/>
            </a:endParaRPr>
          </a:p>
          <a:p>
            <a:pPr marL="695325" marR="0" lvl="1" indent="-231775" algn="l" rtl="0">
              <a:lnSpc>
                <a:spcPct val="90000"/>
              </a:lnSpc>
              <a:spcBef>
                <a:spcPts val="600"/>
              </a:spcBef>
              <a:spcAft>
                <a:spcPts val="0"/>
              </a:spcAft>
              <a:buClr>
                <a:srgbClr val="0000A8"/>
              </a:buClr>
              <a:buSzPts val="2000"/>
              <a:buFont typeface="Arial"/>
              <a:buChar char="•"/>
            </a:pPr>
            <a:r>
              <a:rPr lang="en-US" sz="2000" b="0" i="0" u="none" strike="noStrike" cap="none">
                <a:solidFill>
                  <a:srgbClr val="000000"/>
                </a:solidFill>
                <a:latin typeface="Calibri"/>
                <a:ea typeface="Calibri"/>
                <a:cs typeface="Calibri"/>
                <a:sym typeface="Calibri"/>
              </a:rPr>
              <a:t>SMTP closure</a:t>
            </a:r>
            <a:endParaRPr sz="1400" b="0" i="0" u="none" strike="noStrike" cap="none">
              <a:solidFill>
                <a:srgbClr val="000000"/>
              </a:solidFill>
              <a:latin typeface="Arial"/>
              <a:ea typeface="Arial"/>
              <a:cs typeface="Arial"/>
              <a:sym typeface="Arial"/>
            </a:endParaRPr>
          </a:p>
          <a:p>
            <a:pPr marL="695325" marR="0" lvl="1" indent="-104775" algn="l" rtl="0">
              <a:lnSpc>
                <a:spcPct val="90000"/>
              </a:lnSpc>
              <a:spcBef>
                <a:spcPts val="600"/>
              </a:spcBef>
              <a:spcAft>
                <a:spcPts val="0"/>
              </a:spcAft>
              <a:buClr>
                <a:srgbClr val="0000A8"/>
              </a:buClr>
              <a:buSzPts val="2000"/>
              <a:buFont typeface="Arial"/>
              <a:buNone/>
            </a:pPr>
            <a:endParaRPr sz="2000" b="0" i="0" u="none" strike="noStrike" cap="none">
              <a:solidFill>
                <a:srgbClr val="000000"/>
              </a:solidFill>
              <a:latin typeface="Calibri"/>
              <a:ea typeface="Calibri"/>
              <a:cs typeface="Calibri"/>
              <a:sym typeface="Calibri"/>
            </a:endParaRPr>
          </a:p>
          <a:p>
            <a:pPr marL="352425" marR="0" lvl="0" indent="-222250" algn="l" rtl="0">
              <a:lnSpc>
                <a:spcPct val="90000"/>
              </a:lnSpc>
              <a:spcBef>
                <a:spcPts val="600"/>
              </a:spcBef>
              <a:spcAft>
                <a:spcPts val="0"/>
              </a:spcAft>
              <a:buClr>
                <a:srgbClr val="0000A3"/>
              </a:buClr>
              <a:buSzPts val="2400"/>
              <a:buFont typeface="Noto Sans"/>
              <a:buChar char="▪"/>
            </a:pPr>
            <a:r>
              <a:rPr lang="en-US" sz="2400" b="0" i="0" u="none" strike="noStrike" cap="none">
                <a:solidFill>
                  <a:srgbClr val="000000"/>
                </a:solidFill>
                <a:latin typeface="Calibri"/>
                <a:ea typeface="Calibri"/>
                <a:cs typeface="Calibri"/>
                <a:sym typeface="Calibri"/>
              </a:rPr>
              <a:t>command/response interaction (like HTTP)</a:t>
            </a:r>
            <a:endParaRPr sz="2400" b="0" i="0" u="none" strike="noStrike" cap="none">
              <a:solidFill>
                <a:srgbClr val="ED7D31"/>
              </a:solidFill>
              <a:latin typeface="Calibri"/>
              <a:ea typeface="Calibri"/>
              <a:cs typeface="Calibri"/>
              <a:sym typeface="Calibri"/>
            </a:endParaRPr>
          </a:p>
          <a:p>
            <a:pPr marL="695325" marR="0" lvl="1" indent="-231775" algn="l" rtl="0">
              <a:lnSpc>
                <a:spcPct val="90000"/>
              </a:lnSpc>
              <a:spcBef>
                <a:spcPts val="600"/>
              </a:spcBef>
              <a:spcAft>
                <a:spcPts val="0"/>
              </a:spcAft>
              <a:buClr>
                <a:srgbClr val="0000A8"/>
              </a:buClr>
              <a:buSzPts val="2000"/>
              <a:buFont typeface="Arial"/>
              <a:buChar char="•"/>
            </a:pPr>
            <a:r>
              <a:rPr lang="en-US" sz="2000" b="0" i="0" u="none" strike="noStrike" cap="none">
                <a:solidFill>
                  <a:srgbClr val="000099"/>
                </a:solidFill>
                <a:latin typeface="Calibri"/>
                <a:ea typeface="Calibri"/>
                <a:cs typeface="Calibri"/>
                <a:sym typeface="Calibri"/>
              </a:rPr>
              <a:t>commands:</a:t>
            </a:r>
            <a:r>
              <a:rPr lang="en-US" sz="2000" b="0" i="0" u="none" strike="noStrike" cap="none">
                <a:solidFill>
                  <a:srgbClr val="000000"/>
                </a:solidFill>
                <a:latin typeface="Calibri"/>
                <a:ea typeface="Calibri"/>
                <a:cs typeface="Calibri"/>
                <a:sym typeface="Calibri"/>
              </a:rPr>
              <a:t> ASCII text</a:t>
            </a:r>
            <a:endParaRPr sz="1400" b="0" i="0" u="none" strike="noStrike" cap="none">
              <a:solidFill>
                <a:srgbClr val="000000"/>
              </a:solidFill>
              <a:latin typeface="Arial"/>
              <a:ea typeface="Arial"/>
              <a:cs typeface="Arial"/>
              <a:sym typeface="Arial"/>
            </a:endParaRPr>
          </a:p>
          <a:p>
            <a:pPr marL="695325" marR="0" lvl="1" indent="-231775" algn="l" rtl="0">
              <a:lnSpc>
                <a:spcPct val="90000"/>
              </a:lnSpc>
              <a:spcBef>
                <a:spcPts val="600"/>
              </a:spcBef>
              <a:spcAft>
                <a:spcPts val="0"/>
              </a:spcAft>
              <a:buClr>
                <a:srgbClr val="0000A8"/>
              </a:buClr>
              <a:buSzPts val="2000"/>
              <a:buFont typeface="Arial"/>
              <a:buChar char="•"/>
            </a:pPr>
            <a:r>
              <a:rPr lang="en-US" sz="2000" b="0" i="0" u="none" strike="noStrike" cap="none">
                <a:solidFill>
                  <a:srgbClr val="000099"/>
                </a:solidFill>
                <a:latin typeface="Calibri"/>
                <a:ea typeface="Calibri"/>
                <a:cs typeface="Calibri"/>
                <a:sym typeface="Calibri"/>
              </a:rPr>
              <a:t>response:</a:t>
            </a:r>
            <a:r>
              <a:rPr lang="en-US" sz="2000" b="0" i="0" u="none" strike="noStrike" cap="none">
                <a:solidFill>
                  <a:srgbClr val="000000"/>
                </a:solidFill>
                <a:latin typeface="Calibri"/>
                <a:ea typeface="Calibri"/>
                <a:cs typeface="Calibri"/>
                <a:sym typeface="Calibri"/>
              </a:rPr>
              <a:t> status code and phrase</a:t>
            </a:r>
            <a:endParaRPr sz="1400" b="0" i="0" u="none" strike="noStrike" cap="none">
              <a:solidFill>
                <a:srgbClr val="000000"/>
              </a:solidFill>
              <a:latin typeface="Arial"/>
              <a:ea typeface="Arial"/>
              <a:cs typeface="Arial"/>
              <a:sym typeface="Arial"/>
            </a:endParaRPr>
          </a:p>
        </p:txBody>
      </p:sp>
      <p:cxnSp>
        <p:nvCxnSpPr>
          <p:cNvPr id="770" name="Google Shape;770;p5"/>
          <p:cNvCxnSpPr/>
          <p:nvPr/>
        </p:nvCxnSpPr>
        <p:spPr>
          <a:xfrm>
            <a:off x="9759590" y="1806759"/>
            <a:ext cx="0" cy="4494287"/>
          </a:xfrm>
          <a:prstGeom prst="straightConnector1">
            <a:avLst/>
          </a:prstGeom>
          <a:noFill/>
          <a:ln w="9525" cap="flat" cmpd="sng">
            <a:solidFill>
              <a:srgbClr val="FF0000"/>
            </a:solidFill>
            <a:prstDash val="dot"/>
            <a:round/>
            <a:headEnd type="none" w="sm" len="sm"/>
            <a:tailEnd type="triangle" w="med" len="med"/>
          </a:ln>
        </p:spPr>
      </p:cxnSp>
      <p:cxnSp>
        <p:nvCxnSpPr>
          <p:cNvPr id="771" name="Google Shape;771;p5"/>
          <p:cNvCxnSpPr/>
          <p:nvPr/>
        </p:nvCxnSpPr>
        <p:spPr>
          <a:xfrm>
            <a:off x="11450277" y="1800409"/>
            <a:ext cx="0" cy="4450761"/>
          </a:xfrm>
          <a:prstGeom prst="straightConnector1">
            <a:avLst/>
          </a:prstGeom>
          <a:noFill/>
          <a:ln w="9525" cap="flat" cmpd="sng">
            <a:solidFill>
              <a:srgbClr val="FF0000"/>
            </a:solidFill>
            <a:prstDash val="dot"/>
            <a:round/>
            <a:headEnd type="none" w="sm" len="sm"/>
            <a:tailEnd type="triangle" w="med" len="med"/>
          </a:ln>
        </p:spPr>
      </p:cxnSp>
      <p:cxnSp>
        <p:nvCxnSpPr>
          <p:cNvPr id="772" name="Google Shape;772;p5"/>
          <p:cNvCxnSpPr/>
          <p:nvPr/>
        </p:nvCxnSpPr>
        <p:spPr>
          <a:xfrm>
            <a:off x="9773877" y="2038535"/>
            <a:ext cx="1684338" cy="390525"/>
          </a:xfrm>
          <a:prstGeom prst="straightConnector1">
            <a:avLst/>
          </a:prstGeom>
          <a:noFill/>
          <a:ln w="9525" cap="flat" cmpd="sng">
            <a:solidFill>
              <a:schemeClr val="dk1"/>
            </a:solidFill>
            <a:prstDash val="solid"/>
            <a:round/>
            <a:headEnd type="none" w="sm" len="sm"/>
            <a:tailEnd type="triangle" w="med" len="med"/>
          </a:ln>
        </p:spPr>
      </p:cxnSp>
      <p:cxnSp>
        <p:nvCxnSpPr>
          <p:cNvPr id="773" name="Google Shape;773;p5"/>
          <p:cNvCxnSpPr/>
          <p:nvPr/>
        </p:nvCxnSpPr>
        <p:spPr>
          <a:xfrm flipH="1">
            <a:off x="9776216" y="2443434"/>
            <a:ext cx="1673225" cy="403225"/>
          </a:xfrm>
          <a:prstGeom prst="straightConnector1">
            <a:avLst/>
          </a:prstGeom>
          <a:noFill/>
          <a:ln w="9525" cap="flat" cmpd="sng">
            <a:solidFill>
              <a:schemeClr val="dk1"/>
            </a:solidFill>
            <a:prstDash val="solid"/>
            <a:round/>
            <a:headEnd type="none" w="sm" len="sm"/>
            <a:tailEnd type="triangle" w="med" len="med"/>
          </a:ln>
        </p:spPr>
      </p:cxnSp>
      <p:cxnSp>
        <p:nvCxnSpPr>
          <p:cNvPr id="774" name="Google Shape;774;p5"/>
          <p:cNvCxnSpPr/>
          <p:nvPr/>
        </p:nvCxnSpPr>
        <p:spPr>
          <a:xfrm>
            <a:off x="9784153" y="2951434"/>
            <a:ext cx="1684338" cy="390525"/>
          </a:xfrm>
          <a:prstGeom prst="straightConnector1">
            <a:avLst/>
          </a:prstGeom>
          <a:noFill/>
          <a:ln w="9525" cap="flat" cmpd="sng">
            <a:solidFill>
              <a:schemeClr val="dk1"/>
            </a:solidFill>
            <a:prstDash val="solid"/>
            <a:round/>
            <a:headEnd type="none" w="sm" len="sm"/>
            <a:tailEnd type="triangle" w="med" len="med"/>
          </a:ln>
        </p:spPr>
      </p:cxnSp>
      <p:cxnSp>
        <p:nvCxnSpPr>
          <p:cNvPr id="775" name="Google Shape;775;p5"/>
          <p:cNvCxnSpPr/>
          <p:nvPr/>
        </p:nvCxnSpPr>
        <p:spPr>
          <a:xfrm>
            <a:off x="9369065" y="2013135"/>
            <a:ext cx="390525" cy="1587"/>
          </a:xfrm>
          <a:prstGeom prst="straightConnector1">
            <a:avLst/>
          </a:prstGeom>
          <a:noFill/>
          <a:ln w="9525" cap="flat" cmpd="sng">
            <a:solidFill>
              <a:schemeClr val="dk1"/>
            </a:solidFill>
            <a:prstDash val="solid"/>
            <a:round/>
            <a:headEnd type="none" w="sm" len="sm"/>
            <a:tailEnd type="none" w="sm" len="sm"/>
          </a:ln>
        </p:spPr>
      </p:cxnSp>
      <p:sp>
        <p:nvSpPr>
          <p:cNvPr id="776" name="Google Shape;776;p5"/>
          <p:cNvSpPr txBox="1"/>
          <p:nvPr/>
        </p:nvSpPr>
        <p:spPr>
          <a:xfrm>
            <a:off x="8029576" y="1681861"/>
            <a:ext cx="1363707" cy="617861"/>
          </a:xfrm>
          <a:prstGeom prst="rect">
            <a:avLst/>
          </a:prstGeom>
          <a:noFill/>
          <a:ln>
            <a:noFill/>
          </a:ln>
        </p:spPr>
        <p:txBody>
          <a:bodyPr spcFirstLastPara="1" wrap="square" lIns="91425" tIns="45700" rIns="91425" bIns="45700" anchor="t" anchorCtr="0">
            <a:spAutoFit/>
          </a:bodyPr>
          <a:lstStyle/>
          <a:p>
            <a:pPr marL="0" marR="0" lvl="0" indent="0" algn="r" rtl="0">
              <a:lnSpc>
                <a:spcPct val="85000"/>
              </a:lnSpc>
              <a:spcBef>
                <a:spcPts val="0"/>
              </a:spcBef>
              <a:spcAft>
                <a:spcPts val="0"/>
              </a:spcAft>
              <a:buClr>
                <a:srgbClr val="CC0000"/>
              </a:buClr>
              <a:buSzPts val="2000"/>
              <a:buFont typeface="Calibri"/>
              <a:buNone/>
            </a:pPr>
            <a:r>
              <a:rPr lang="en-US" sz="2000" b="0" i="0" u="none" strike="noStrike" cap="none">
                <a:solidFill>
                  <a:srgbClr val="CC0000"/>
                </a:solidFill>
                <a:latin typeface="Calibri"/>
                <a:ea typeface="Calibri"/>
                <a:cs typeface="Calibri"/>
                <a:sym typeface="Calibri"/>
              </a:rPr>
              <a:t>initiate TCP</a:t>
            </a:r>
            <a:endParaRPr sz="1400" b="0" i="0" u="none" strike="noStrike" cap="none">
              <a:solidFill>
                <a:srgbClr val="000000"/>
              </a:solidFill>
              <a:latin typeface="Arial"/>
              <a:ea typeface="Arial"/>
              <a:cs typeface="Arial"/>
              <a:sym typeface="Arial"/>
            </a:endParaRPr>
          </a:p>
          <a:p>
            <a:pPr marL="0" marR="0" lvl="0" indent="0" algn="r" rtl="0">
              <a:lnSpc>
                <a:spcPct val="85000"/>
              </a:lnSpc>
              <a:spcBef>
                <a:spcPts val="0"/>
              </a:spcBef>
              <a:spcAft>
                <a:spcPts val="0"/>
              </a:spcAft>
              <a:buClr>
                <a:srgbClr val="CC0000"/>
              </a:buClr>
              <a:buSzPts val="2000"/>
              <a:buFont typeface="Calibri"/>
              <a:buNone/>
            </a:pPr>
            <a:r>
              <a:rPr lang="en-US" sz="2000" b="0" i="0" u="none" strike="noStrike" cap="none">
                <a:solidFill>
                  <a:srgbClr val="CC0000"/>
                </a:solidFill>
                <a:latin typeface="Calibri"/>
                <a:ea typeface="Calibri"/>
                <a:cs typeface="Calibri"/>
                <a:sym typeface="Calibri"/>
              </a:rPr>
              <a:t>connection</a:t>
            </a:r>
            <a:endParaRPr sz="1400" b="0" i="0" u="none" strike="noStrike" cap="none">
              <a:solidFill>
                <a:srgbClr val="000000"/>
              </a:solidFill>
              <a:latin typeface="Arial"/>
              <a:ea typeface="Arial"/>
              <a:cs typeface="Arial"/>
              <a:sym typeface="Arial"/>
            </a:endParaRPr>
          </a:p>
        </p:txBody>
      </p:sp>
      <p:sp>
        <p:nvSpPr>
          <p:cNvPr id="777" name="Google Shape;777;p5"/>
          <p:cNvSpPr/>
          <p:nvPr/>
        </p:nvSpPr>
        <p:spPr>
          <a:xfrm>
            <a:off x="9504002" y="2063935"/>
            <a:ext cx="128588" cy="803275"/>
          </a:xfrm>
          <a:prstGeom prst="leftBrace">
            <a:avLst>
              <a:gd name="adj1" fmla="val 52057"/>
              <a:gd name="adj2" fmla="val 50000"/>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85000"/>
              </a:lnSpc>
              <a:spcBef>
                <a:spcPts val="0"/>
              </a:spcBef>
              <a:spcAft>
                <a:spcPts val="0"/>
              </a:spcAft>
              <a:buClr>
                <a:schemeClr val="dk1"/>
              </a:buClr>
              <a:buSzPts val="3200"/>
              <a:buFont typeface="Arial"/>
              <a:buNone/>
            </a:pPr>
            <a:endParaRPr sz="3200" b="0" i="0" u="none" strike="noStrike" cap="none">
              <a:solidFill>
                <a:srgbClr val="000000"/>
              </a:solidFill>
              <a:latin typeface="Calibri"/>
              <a:ea typeface="Calibri"/>
              <a:cs typeface="Calibri"/>
              <a:sym typeface="Calibri"/>
            </a:endParaRPr>
          </a:p>
        </p:txBody>
      </p:sp>
      <p:sp>
        <p:nvSpPr>
          <p:cNvPr id="778" name="Google Shape;778;p5"/>
          <p:cNvSpPr txBox="1"/>
          <p:nvPr/>
        </p:nvSpPr>
        <p:spPr>
          <a:xfrm>
            <a:off x="9038028" y="2241821"/>
            <a:ext cx="575222" cy="356251"/>
          </a:xfrm>
          <a:prstGeom prst="rect">
            <a:avLst/>
          </a:prstGeom>
          <a:noFill/>
          <a:ln>
            <a:noFill/>
          </a:ln>
        </p:spPr>
        <p:txBody>
          <a:bodyPr spcFirstLastPara="1" wrap="square" lIns="91425" tIns="45700" rIns="91425" bIns="45700" anchor="t" anchorCtr="0">
            <a:spAutoFit/>
          </a:bodyPr>
          <a:lstStyle/>
          <a:p>
            <a:pPr marL="0" marR="0" lvl="0" indent="0" algn="l" rtl="0">
              <a:lnSpc>
                <a:spcPct val="85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RTT</a:t>
            </a:r>
            <a:endParaRPr sz="1400" b="0" i="0" u="none" strike="noStrike" cap="none">
              <a:solidFill>
                <a:srgbClr val="000000"/>
              </a:solidFill>
              <a:latin typeface="Arial"/>
              <a:ea typeface="Arial"/>
              <a:cs typeface="Arial"/>
              <a:sym typeface="Arial"/>
            </a:endParaRPr>
          </a:p>
        </p:txBody>
      </p:sp>
      <p:cxnSp>
        <p:nvCxnSpPr>
          <p:cNvPr id="779" name="Google Shape;779;p5"/>
          <p:cNvCxnSpPr/>
          <p:nvPr/>
        </p:nvCxnSpPr>
        <p:spPr>
          <a:xfrm>
            <a:off x="9434903" y="2884759"/>
            <a:ext cx="354013" cy="0"/>
          </a:xfrm>
          <a:prstGeom prst="straightConnector1">
            <a:avLst/>
          </a:prstGeom>
          <a:noFill/>
          <a:ln w="9525" cap="flat" cmpd="sng">
            <a:solidFill>
              <a:schemeClr val="dk1"/>
            </a:solidFill>
            <a:prstDash val="solid"/>
            <a:round/>
            <a:headEnd type="none" w="sm" len="sm"/>
            <a:tailEnd type="none" w="sm" len="sm"/>
          </a:ln>
        </p:spPr>
      </p:cxnSp>
      <p:sp>
        <p:nvSpPr>
          <p:cNvPr id="780" name="Google Shape;780;p5"/>
          <p:cNvSpPr txBox="1"/>
          <p:nvPr/>
        </p:nvSpPr>
        <p:spPr>
          <a:xfrm>
            <a:off x="9733670" y="5983183"/>
            <a:ext cx="663964" cy="356251"/>
          </a:xfrm>
          <a:prstGeom prst="rect">
            <a:avLst/>
          </a:prstGeom>
          <a:noFill/>
          <a:ln>
            <a:noFill/>
          </a:ln>
        </p:spPr>
        <p:txBody>
          <a:bodyPr spcFirstLastPara="1" wrap="square" lIns="91425" tIns="45700" rIns="91425" bIns="45700" anchor="t" anchorCtr="0">
            <a:spAutoFit/>
          </a:bodyPr>
          <a:lstStyle/>
          <a:p>
            <a:pPr marL="0" marR="0" lvl="0" indent="0" algn="l" rtl="0">
              <a:lnSpc>
                <a:spcPct val="85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time</a:t>
            </a:r>
            <a:endParaRPr sz="1400" b="0" i="0" u="none" strike="noStrike" cap="none">
              <a:solidFill>
                <a:srgbClr val="000000"/>
              </a:solidFill>
              <a:latin typeface="Arial"/>
              <a:ea typeface="Arial"/>
              <a:cs typeface="Arial"/>
              <a:sym typeface="Arial"/>
            </a:endParaRPr>
          </a:p>
        </p:txBody>
      </p:sp>
      <p:grpSp>
        <p:nvGrpSpPr>
          <p:cNvPr id="781" name="Google Shape;781;p5"/>
          <p:cNvGrpSpPr/>
          <p:nvPr/>
        </p:nvGrpSpPr>
        <p:grpSpPr>
          <a:xfrm>
            <a:off x="11321502" y="1113906"/>
            <a:ext cx="302736" cy="620580"/>
            <a:chOff x="4140" y="429"/>
            <a:chExt cx="1425" cy="2396"/>
          </a:xfrm>
        </p:grpSpPr>
        <p:sp>
          <p:nvSpPr>
            <p:cNvPr id="782" name="Google Shape;782;p5"/>
            <p:cNvSpPr/>
            <p:nvPr/>
          </p:nvSpPr>
          <p:spPr>
            <a:xfrm>
              <a:off x="5268" y="433"/>
              <a:ext cx="283" cy="2286"/>
            </a:xfrm>
            <a:custGeom>
              <a:avLst/>
              <a:gdLst/>
              <a:ahLst/>
              <a:cxnLst/>
              <a:rect l="l" t="t" r="r" b="b"/>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Corbel"/>
                <a:buNone/>
              </a:pPr>
              <a:endParaRPr sz="2400" b="0" i="0" u="none" strike="noStrike" cap="none">
                <a:solidFill>
                  <a:srgbClr val="000000"/>
                </a:solidFill>
                <a:latin typeface="Calibri"/>
                <a:ea typeface="Calibri"/>
                <a:cs typeface="Calibri"/>
                <a:sym typeface="Calibri"/>
              </a:endParaRPr>
            </a:p>
          </p:txBody>
        </p:sp>
        <p:sp>
          <p:nvSpPr>
            <p:cNvPr id="783" name="Google Shape;783;p5"/>
            <p:cNvSpPr/>
            <p:nvPr/>
          </p:nvSpPr>
          <p:spPr>
            <a:xfrm>
              <a:off x="4204" y="429"/>
              <a:ext cx="1051" cy="2285"/>
            </a:xfrm>
            <a:prstGeom prst="rect">
              <a:avLst/>
            </a:prstGeom>
            <a:gradFill>
              <a:gsLst>
                <a:gs pos="0">
                  <a:srgbClr val="292929"/>
                </a:gs>
                <a:gs pos="100000">
                  <a:srgbClr val="808080"/>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2800"/>
                <a:buFont typeface="Arial"/>
                <a:buNone/>
              </a:pPr>
              <a:endParaRPr sz="2800" b="0" i="0" u="none" strike="noStrike" cap="none">
                <a:solidFill>
                  <a:srgbClr val="000000"/>
                </a:solidFill>
                <a:latin typeface="Calibri"/>
                <a:ea typeface="Calibri"/>
                <a:cs typeface="Calibri"/>
                <a:sym typeface="Calibri"/>
              </a:endParaRPr>
            </a:p>
          </p:txBody>
        </p:sp>
        <p:sp>
          <p:nvSpPr>
            <p:cNvPr id="784" name="Google Shape;784;p5"/>
            <p:cNvSpPr/>
            <p:nvPr/>
          </p:nvSpPr>
          <p:spPr>
            <a:xfrm>
              <a:off x="5321" y="570"/>
              <a:ext cx="169" cy="2115"/>
            </a:xfrm>
            <a:custGeom>
              <a:avLst/>
              <a:gdLst/>
              <a:ahLst/>
              <a:cxnLst/>
              <a:rect l="l" t="t" r="r" b="b"/>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Corbel"/>
                <a:buNone/>
              </a:pPr>
              <a:endParaRPr sz="2400" b="0" i="0" u="none" strike="noStrike" cap="none">
                <a:solidFill>
                  <a:srgbClr val="000000"/>
                </a:solidFill>
                <a:latin typeface="Calibri"/>
                <a:ea typeface="Calibri"/>
                <a:cs typeface="Calibri"/>
                <a:sym typeface="Calibri"/>
              </a:endParaRPr>
            </a:p>
          </p:txBody>
        </p:sp>
        <p:sp>
          <p:nvSpPr>
            <p:cNvPr id="785" name="Google Shape;785;p5"/>
            <p:cNvSpPr/>
            <p:nvPr/>
          </p:nvSpPr>
          <p:spPr>
            <a:xfrm>
              <a:off x="5284" y="1640"/>
              <a:ext cx="263" cy="189"/>
            </a:xfrm>
            <a:custGeom>
              <a:avLst/>
              <a:gdLst/>
              <a:ahLst/>
              <a:cxnLst/>
              <a:rect l="l" t="t" r="r" b="b"/>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Corbel"/>
                <a:buNone/>
              </a:pPr>
              <a:endParaRPr sz="2400" b="0" i="0" u="none" strike="noStrike" cap="none">
                <a:solidFill>
                  <a:srgbClr val="000000"/>
                </a:solidFill>
                <a:latin typeface="Calibri"/>
                <a:ea typeface="Calibri"/>
                <a:cs typeface="Calibri"/>
                <a:sym typeface="Calibri"/>
              </a:endParaRPr>
            </a:p>
          </p:txBody>
        </p:sp>
        <p:sp>
          <p:nvSpPr>
            <p:cNvPr id="786" name="Google Shape;786;p5"/>
            <p:cNvSpPr/>
            <p:nvPr/>
          </p:nvSpPr>
          <p:spPr>
            <a:xfrm>
              <a:off x="4209" y="690"/>
              <a:ext cx="598" cy="50"/>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2800"/>
                <a:buFont typeface="Arial"/>
                <a:buNone/>
              </a:pPr>
              <a:endParaRPr sz="2800" b="0" i="0" u="none" strike="noStrike" cap="none">
                <a:solidFill>
                  <a:srgbClr val="000000"/>
                </a:solidFill>
                <a:latin typeface="Calibri"/>
                <a:ea typeface="Calibri"/>
                <a:cs typeface="Calibri"/>
                <a:sym typeface="Calibri"/>
              </a:endParaRPr>
            </a:p>
          </p:txBody>
        </p:sp>
        <p:grpSp>
          <p:nvGrpSpPr>
            <p:cNvPr id="787" name="Google Shape;787;p5"/>
            <p:cNvGrpSpPr/>
            <p:nvPr/>
          </p:nvGrpSpPr>
          <p:grpSpPr>
            <a:xfrm>
              <a:off x="4748" y="668"/>
              <a:ext cx="582" cy="145"/>
              <a:chOff x="613" y="2568"/>
              <a:chExt cx="726" cy="139"/>
            </a:xfrm>
          </p:grpSpPr>
          <p:sp>
            <p:nvSpPr>
              <p:cNvPr id="788" name="Google Shape;788;p5"/>
              <p:cNvSpPr/>
              <p:nvPr/>
            </p:nvSpPr>
            <p:spPr>
              <a:xfrm>
                <a:off x="613" y="2568"/>
                <a:ext cx="726" cy="139"/>
              </a:xfrm>
              <a:prstGeom prst="roundRect">
                <a:avLst>
                  <a:gd name="adj" fmla="val 50000"/>
                </a:avLst>
              </a:pr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2800"/>
                  <a:buFont typeface="Arial"/>
                  <a:buNone/>
                </a:pPr>
                <a:endParaRPr sz="2800" b="0" i="0" u="none" strike="noStrike" cap="none">
                  <a:solidFill>
                    <a:srgbClr val="000000"/>
                  </a:solidFill>
                  <a:latin typeface="Calibri"/>
                  <a:ea typeface="Calibri"/>
                  <a:cs typeface="Calibri"/>
                  <a:sym typeface="Calibri"/>
                </a:endParaRPr>
              </a:p>
            </p:txBody>
          </p:sp>
          <p:sp>
            <p:nvSpPr>
              <p:cNvPr id="789" name="Google Shape;789;p5"/>
              <p:cNvSpPr/>
              <p:nvPr/>
            </p:nvSpPr>
            <p:spPr>
              <a:xfrm>
                <a:off x="627" y="2584"/>
                <a:ext cx="693" cy="107"/>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2800"/>
                  <a:buFont typeface="Arial"/>
                  <a:buNone/>
                </a:pPr>
                <a:endParaRPr sz="2800" b="0" i="0" u="none" strike="noStrike" cap="none">
                  <a:solidFill>
                    <a:srgbClr val="000000"/>
                  </a:solidFill>
                  <a:latin typeface="Calibri"/>
                  <a:ea typeface="Calibri"/>
                  <a:cs typeface="Calibri"/>
                  <a:sym typeface="Calibri"/>
                </a:endParaRPr>
              </a:p>
            </p:txBody>
          </p:sp>
        </p:grpSp>
        <p:sp>
          <p:nvSpPr>
            <p:cNvPr id="790" name="Google Shape;790;p5"/>
            <p:cNvSpPr/>
            <p:nvPr/>
          </p:nvSpPr>
          <p:spPr>
            <a:xfrm>
              <a:off x="4225" y="1018"/>
              <a:ext cx="592" cy="50"/>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2800"/>
                <a:buFont typeface="Arial"/>
                <a:buNone/>
              </a:pPr>
              <a:endParaRPr sz="2800" b="0" i="0" u="none" strike="noStrike" cap="none">
                <a:solidFill>
                  <a:srgbClr val="000000"/>
                </a:solidFill>
                <a:latin typeface="Calibri"/>
                <a:ea typeface="Calibri"/>
                <a:cs typeface="Calibri"/>
                <a:sym typeface="Calibri"/>
              </a:endParaRPr>
            </a:p>
          </p:txBody>
        </p:sp>
        <p:grpSp>
          <p:nvGrpSpPr>
            <p:cNvPr id="791" name="Google Shape;791;p5"/>
            <p:cNvGrpSpPr/>
            <p:nvPr/>
          </p:nvGrpSpPr>
          <p:grpSpPr>
            <a:xfrm>
              <a:off x="4749" y="996"/>
              <a:ext cx="582" cy="133"/>
              <a:chOff x="616" y="2570"/>
              <a:chExt cx="726" cy="138"/>
            </a:xfrm>
          </p:grpSpPr>
          <p:sp>
            <p:nvSpPr>
              <p:cNvPr id="792" name="Google Shape;792;p5"/>
              <p:cNvSpPr/>
              <p:nvPr/>
            </p:nvSpPr>
            <p:spPr>
              <a:xfrm>
                <a:off x="616" y="2570"/>
                <a:ext cx="726" cy="138"/>
              </a:xfrm>
              <a:prstGeom prst="roundRect">
                <a:avLst>
                  <a:gd name="adj" fmla="val 50000"/>
                </a:avLst>
              </a:pr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2800"/>
                  <a:buFont typeface="Arial"/>
                  <a:buNone/>
                </a:pPr>
                <a:endParaRPr sz="2800" b="0" i="0" u="none" strike="noStrike" cap="none">
                  <a:solidFill>
                    <a:srgbClr val="000000"/>
                  </a:solidFill>
                  <a:latin typeface="Calibri"/>
                  <a:ea typeface="Calibri"/>
                  <a:cs typeface="Calibri"/>
                  <a:sym typeface="Calibri"/>
                </a:endParaRPr>
              </a:p>
            </p:txBody>
          </p:sp>
          <p:sp>
            <p:nvSpPr>
              <p:cNvPr id="793" name="Google Shape;793;p5"/>
              <p:cNvSpPr/>
              <p:nvPr/>
            </p:nvSpPr>
            <p:spPr>
              <a:xfrm>
                <a:off x="629" y="2587"/>
                <a:ext cx="693" cy="104"/>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2800"/>
                  <a:buFont typeface="Arial"/>
                  <a:buNone/>
                </a:pPr>
                <a:endParaRPr sz="2800" b="0" i="0" u="none" strike="noStrike" cap="none">
                  <a:solidFill>
                    <a:srgbClr val="000000"/>
                  </a:solidFill>
                  <a:latin typeface="Calibri"/>
                  <a:ea typeface="Calibri"/>
                  <a:cs typeface="Calibri"/>
                  <a:sym typeface="Calibri"/>
                </a:endParaRPr>
              </a:p>
            </p:txBody>
          </p:sp>
        </p:grpSp>
        <p:sp>
          <p:nvSpPr>
            <p:cNvPr id="794" name="Google Shape;794;p5"/>
            <p:cNvSpPr/>
            <p:nvPr/>
          </p:nvSpPr>
          <p:spPr>
            <a:xfrm>
              <a:off x="4215" y="1357"/>
              <a:ext cx="598" cy="44"/>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2800"/>
                <a:buFont typeface="Arial"/>
                <a:buNone/>
              </a:pPr>
              <a:endParaRPr sz="2800" b="0" i="0" u="none" strike="noStrike" cap="none">
                <a:solidFill>
                  <a:srgbClr val="000000"/>
                </a:solidFill>
                <a:latin typeface="Calibri"/>
                <a:ea typeface="Calibri"/>
                <a:cs typeface="Calibri"/>
                <a:sym typeface="Calibri"/>
              </a:endParaRPr>
            </a:p>
          </p:txBody>
        </p:sp>
        <p:sp>
          <p:nvSpPr>
            <p:cNvPr id="795" name="Google Shape;795;p5"/>
            <p:cNvSpPr/>
            <p:nvPr/>
          </p:nvSpPr>
          <p:spPr>
            <a:xfrm>
              <a:off x="4225" y="1658"/>
              <a:ext cx="598" cy="44"/>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2800"/>
                <a:buFont typeface="Arial"/>
                <a:buNone/>
              </a:pPr>
              <a:endParaRPr sz="2800" b="0" i="0" u="none" strike="noStrike" cap="none">
                <a:solidFill>
                  <a:srgbClr val="000000"/>
                </a:solidFill>
                <a:latin typeface="Calibri"/>
                <a:ea typeface="Calibri"/>
                <a:cs typeface="Calibri"/>
                <a:sym typeface="Calibri"/>
              </a:endParaRPr>
            </a:p>
          </p:txBody>
        </p:sp>
        <p:grpSp>
          <p:nvGrpSpPr>
            <p:cNvPr id="796" name="Google Shape;796;p5"/>
            <p:cNvGrpSpPr/>
            <p:nvPr/>
          </p:nvGrpSpPr>
          <p:grpSpPr>
            <a:xfrm>
              <a:off x="4733" y="1641"/>
              <a:ext cx="587" cy="139"/>
              <a:chOff x="611" y="2581"/>
              <a:chExt cx="731" cy="128"/>
            </a:xfrm>
          </p:grpSpPr>
          <p:sp>
            <p:nvSpPr>
              <p:cNvPr id="797" name="Google Shape;797;p5"/>
              <p:cNvSpPr/>
              <p:nvPr/>
            </p:nvSpPr>
            <p:spPr>
              <a:xfrm>
                <a:off x="611" y="2581"/>
                <a:ext cx="731" cy="128"/>
              </a:xfrm>
              <a:prstGeom prst="roundRect">
                <a:avLst>
                  <a:gd name="adj" fmla="val 50000"/>
                </a:avLst>
              </a:pr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2800"/>
                  <a:buFont typeface="Arial"/>
                  <a:buNone/>
                </a:pPr>
                <a:endParaRPr sz="2800" b="0" i="0" u="none" strike="noStrike" cap="none">
                  <a:solidFill>
                    <a:srgbClr val="000000"/>
                  </a:solidFill>
                  <a:latin typeface="Calibri"/>
                  <a:ea typeface="Calibri"/>
                  <a:cs typeface="Calibri"/>
                  <a:sym typeface="Calibri"/>
                </a:endParaRPr>
              </a:p>
            </p:txBody>
          </p:sp>
          <p:sp>
            <p:nvSpPr>
              <p:cNvPr id="798" name="Google Shape;798;p5"/>
              <p:cNvSpPr/>
              <p:nvPr/>
            </p:nvSpPr>
            <p:spPr>
              <a:xfrm>
                <a:off x="624" y="2586"/>
                <a:ext cx="698" cy="107"/>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2800"/>
                  <a:buFont typeface="Arial"/>
                  <a:buNone/>
                </a:pPr>
                <a:endParaRPr sz="2800" b="0" i="0" u="none" strike="noStrike" cap="none">
                  <a:solidFill>
                    <a:srgbClr val="000000"/>
                  </a:solidFill>
                  <a:latin typeface="Calibri"/>
                  <a:ea typeface="Calibri"/>
                  <a:cs typeface="Calibri"/>
                  <a:sym typeface="Calibri"/>
                </a:endParaRPr>
              </a:p>
            </p:txBody>
          </p:sp>
        </p:grpSp>
        <p:sp>
          <p:nvSpPr>
            <p:cNvPr id="799" name="Google Shape;799;p5"/>
            <p:cNvSpPr/>
            <p:nvPr/>
          </p:nvSpPr>
          <p:spPr>
            <a:xfrm>
              <a:off x="5288" y="1354"/>
              <a:ext cx="263" cy="188"/>
            </a:xfrm>
            <a:custGeom>
              <a:avLst/>
              <a:gdLst/>
              <a:ahLst/>
              <a:cxnLst/>
              <a:rect l="l" t="t" r="r" b="b"/>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Corbel"/>
                <a:buNone/>
              </a:pPr>
              <a:endParaRPr sz="2400" b="0" i="0" u="none" strike="noStrike" cap="none">
                <a:solidFill>
                  <a:srgbClr val="000000"/>
                </a:solidFill>
                <a:latin typeface="Calibri"/>
                <a:ea typeface="Calibri"/>
                <a:cs typeface="Calibri"/>
                <a:sym typeface="Calibri"/>
              </a:endParaRPr>
            </a:p>
          </p:txBody>
        </p:sp>
        <p:grpSp>
          <p:nvGrpSpPr>
            <p:cNvPr id="800" name="Google Shape;800;p5"/>
            <p:cNvGrpSpPr/>
            <p:nvPr/>
          </p:nvGrpSpPr>
          <p:grpSpPr>
            <a:xfrm>
              <a:off x="4737" y="1335"/>
              <a:ext cx="582" cy="139"/>
              <a:chOff x="612" y="2576"/>
              <a:chExt cx="725" cy="139"/>
            </a:xfrm>
          </p:grpSpPr>
          <p:sp>
            <p:nvSpPr>
              <p:cNvPr id="801" name="Google Shape;801;p5"/>
              <p:cNvSpPr/>
              <p:nvPr/>
            </p:nvSpPr>
            <p:spPr>
              <a:xfrm>
                <a:off x="612" y="2576"/>
                <a:ext cx="725" cy="139"/>
              </a:xfrm>
              <a:prstGeom prst="roundRect">
                <a:avLst>
                  <a:gd name="adj" fmla="val 50000"/>
                </a:avLst>
              </a:pr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2800"/>
                  <a:buFont typeface="Arial"/>
                  <a:buNone/>
                </a:pPr>
                <a:endParaRPr sz="2800" b="0" i="0" u="none" strike="noStrike" cap="none">
                  <a:solidFill>
                    <a:srgbClr val="000000"/>
                  </a:solidFill>
                  <a:latin typeface="Calibri"/>
                  <a:ea typeface="Calibri"/>
                  <a:cs typeface="Calibri"/>
                  <a:sym typeface="Calibri"/>
                </a:endParaRPr>
              </a:p>
            </p:txBody>
          </p:sp>
          <p:sp>
            <p:nvSpPr>
              <p:cNvPr id="802" name="Google Shape;802;p5"/>
              <p:cNvSpPr/>
              <p:nvPr/>
            </p:nvSpPr>
            <p:spPr>
              <a:xfrm>
                <a:off x="626" y="2587"/>
                <a:ext cx="691" cy="106"/>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2800"/>
                  <a:buFont typeface="Arial"/>
                  <a:buNone/>
                </a:pPr>
                <a:endParaRPr sz="2800" b="0" i="0" u="none" strike="noStrike" cap="none">
                  <a:solidFill>
                    <a:srgbClr val="000000"/>
                  </a:solidFill>
                  <a:latin typeface="Calibri"/>
                  <a:ea typeface="Calibri"/>
                  <a:cs typeface="Calibri"/>
                  <a:sym typeface="Calibri"/>
                </a:endParaRPr>
              </a:p>
            </p:txBody>
          </p:sp>
        </p:grpSp>
        <p:sp>
          <p:nvSpPr>
            <p:cNvPr id="803" name="Google Shape;803;p5"/>
            <p:cNvSpPr/>
            <p:nvPr/>
          </p:nvSpPr>
          <p:spPr>
            <a:xfrm>
              <a:off x="5250" y="429"/>
              <a:ext cx="69" cy="2290"/>
            </a:xfrm>
            <a:prstGeom prst="rect">
              <a:avLst/>
            </a:prstGeom>
            <a:gradFill>
              <a:gsLst>
                <a:gs pos="0">
                  <a:srgbClr val="333333"/>
                </a:gs>
                <a:gs pos="50000">
                  <a:srgbClr val="DDDDDD"/>
                </a:gs>
                <a:gs pos="100000">
                  <a:srgbClr val="333333"/>
                </a:gs>
              </a:gsLst>
              <a:lin ang="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2800"/>
                <a:buFont typeface="Arial"/>
                <a:buNone/>
              </a:pPr>
              <a:endParaRPr sz="2800" b="0" i="0" u="none" strike="noStrike" cap="none">
                <a:solidFill>
                  <a:srgbClr val="000000"/>
                </a:solidFill>
                <a:latin typeface="Calibri"/>
                <a:ea typeface="Calibri"/>
                <a:cs typeface="Calibri"/>
                <a:sym typeface="Calibri"/>
              </a:endParaRPr>
            </a:p>
          </p:txBody>
        </p:sp>
        <p:sp>
          <p:nvSpPr>
            <p:cNvPr id="804" name="Google Shape;804;p5"/>
            <p:cNvSpPr/>
            <p:nvPr/>
          </p:nvSpPr>
          <p:spPr>
            <a:xfrm>
              <a:off x="5312" y="1007"/>
              <a:ext cx="237" cy="213"/>
            </a:xfrm>
            <a:custGeom>
              <a:avLst/>
              <a:gdLst/>
              <a:ahLst/>
              <a:cxnLst/>
              <a:rect l="l" t="t" r="r" b="b"/>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Corbel"/>
                <a:buNone/>
              </a:pPr>
              <a:endParaRPr sz="2400" b="0" i="0" u="none" strike="noStrike" cap="none">
                <a:solidFill>
                  <a:srgbClr val="000000"/>
                </a:solidFill>
                <a:latin typeface="Calibri"/>
                <a:ea typeface="Calibri"/>
                <a:cs typeface="Calibri"/>
                <a:sym typeface="Calibri"/>
              </a:endParaRPr>
            </a:p>
          </p:txBody>
        </p:sp>
        <p:sp>
          <p:nvSpPr>
            <p:cNvPr id="805" name="Google Shape;805;p5"/>
            <p:cNvSpPr/>
            <p:nvPr/>
          </p:nvSpPr>
          <p:spPr>
            <a:xfrm>
              <a:off x="5315" y="680"/>
              <a:ext cx="244" cy="240"/>
            </a:xfrm>
            <a:custGeom>
              <a:avLst/>
              <a:gdLst/>
              <a:ahLst/>
              <a:cxnLst/>
              <a:rect l="l" t="t" r="r" b="b"/>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Corbel"/>
                <a:buNone/>
              </a:pPr>
              <a:endParaRPr sz="2400" b="0" i="0" u="none" strike="noStrike" cap="none">
                <a:solidFill>
                  <a:srgbClr val="000000"/>
                </a:solidFill>
                <a:latin typeface="Calibri"/>
                <a:ea typeface="Calibri"/>
                <a:cs typeface="Calibri"/>
                <a:sym typeface="Calibri"/>
              </a:endParaRPr>
            </a:p>
          </p:txBody>
        </p:sp>
        <p:sp>
          <p:nvSpPr>
            <p:cNvPr id="806" name="Google Shape;806;p5"/>
            <p:cNvSpPr/>
            <p:nvPr/>
          </p:nvSpPr>
          <p:spPr>
            <a:xfrm>
              <a:off x="5517" y="2614"/>
              <a:ext cx="48" cy="95"/>
            </a:xfrm>
            <a:prstGeom prst="ellipse">
              <a:avLst/>
            </a:prstGeom>
            <a:solidFill>
              <a:srgbClr val="3333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2800"/>
                <a:buFont typeface="Arial"/>
                <a:buNone/>
              </a:pPr>
              <a:endParaRPr sz="2800" b="0" i="0" u="none" strike="noStrike" cap="none">
                <a:solidFill>
                  <a:srgbClr val="000000"/>
                </a:solidFill>
                <a:latin typeface="Calibri"/>
                <a:ea typeface="Calibri"/>
                <a:cs typeface="Calibri"/>
                <a:sym typeface="Calibri"/>
              </a:endParaRPr>
            </a:p>
          </p:txBody>
        </p:sp>
        <p:sp>
          <p:nvSpPr>
            <p:cNvPr id="807" name="Google Shape;807;p5"/>
            <p:cNvSpPr/>
            <p:nvPr/>
          </p:nvSpPr>
          <p:spPr>
            <a:xfrm>
              <a:off x="5302" y="2614"/>
              <a:ext cx="245" cy="200"/>
            </a:xfrm>
            <a:custGeom>
              <a:avLst/>
              <a:gdLst/>
              <a:ahLst/>
              <a:cxnLst/>
              <a:rect l="l" t="t" r="r" b="b"/>
              <a:pathLst>
                <a:path w="306" h="240" extrusionOk="0">
                  <a:moveTo>
                    <a:pt x="0" y="106"/>
                  </a:moveTo>
                  <a:lnTo>
                    <a:pt x="2" y="240"/>
                  </a:lnTo>
                  <a:lnTo>
                    <a:pt x="306" y="110"/>
                  </a:lnTo>
                  <a:lnTo>
                    <a:pt x="300" y="0"/>
                  </a:lnTo>
                  <a:lnTo>
                    <a:pt x="0" y="106"/>
                  </a:lnTo>
                  <a:close/>
                </a:path>
              </a:pathLst>
            </a:custGeom>
            <a:solidFill>
              <a:srgbClr val="33333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Corbel"/>
                <a:buNone/>
              </a:pPr>
              <a:endParaRPr sz="2400" b="0" i="0" u="none" strike="noStrike" cap="none">
                <a:solidFill>
                  <a:srgbClr val="000000"/>
                </a:solidFill>
                <a:latin typeface="Calibri"/>
                <a:ea typeface="Calibri"/>
                <a:cs typeface="Calibri"/>
                <a:sym typeface="Calibri"/>
              </a:endParaRPr>
            </a:p>
          </p:txBody>
        </p:sp>
        <p:sp>
          <p:nvSpPr>
            <p:cNvPr id="808" name="Google Shape;808;p5"/>
            <p:cNvSpPr/>
            <p:nvPr/>
          </p:nvSpPr>
          <p:spPr>
            <a:xfrm>
              <a:off x="4140" y="2680"/>
              <a:ext cx="1201" cy="145"/>
            </a:xfrm>
            <a:prstGeom prst="roundRect">
              <a:avLst>
                <a:gd name="adj" fmla="val 50000"/>
              </a:avLst>
            </a:prstGeom>
            <a:solidFill>
              <a:srgbClr val="DDDDDD"/>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2800"/>
                <a:buFont typeface="Arial"/>
                <a:buNone/>
              </a:pPr>
              <a:endParaRPr sz="2800" b="0" i="0" u="none" strike="noStrike" cap="none">
                <a:solidFill>
                  <a:srgbClr val="000000"/>
                </a:solidFill>
                <a:latin typeface="Calibri"/>
                <a:ea typeface="Calibri"/>
                <a:cs typeface="Calibri"/>
                <a:sym typeface="Calibri"/>
              </a:endParaRPr>
            </a:p>
          </p:txBody>
        </p:sp>
        <p:sp>
          <p:nvSpPr>
            <p:cNvPr id="809" name="Google Shape;809;p5"/>
            <p:cNvSpPr/>
            <p:nvPr/>
          </p:nvSpPr>
          <p:spPr>
            <a:xfrm>
              <a:off x="4204" y="2708"/>
              <a:ext cx="1073" cy="83"/>
            </a:xfrm>
            <a:prstGeom prst="roundRect">
              <a:avLst>
                <a:gd name="adj" fmla="val 50000"/>
              </a:avLst>
            </a:prstGeom>
            <a:gradFill>
              <a:gsLst>
                <a:gs pos="0">
                  <a:schemeClr val="dk2"/>
                </a:gs>
                <a:gs pos="100000">
                  <a:schemeClr val="lt2"/>
                </a:gs>
              </a:gsLst>
              <a:lin ang="0" scaled="0"/>
            </a:gra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2800"/>
                <a:buFont typeface="Arial"/>
                <a:buNone/>
              </a:pPr>
              <a:endParaRPr sz="2800" b="0" i="0" u="none" strike="noStrike" cap="none">
                <a:solidFill>
                  <a:srgbClr val="000000"/>
                </a:solidFill>
                <a:latin typeface="Calibri"/>
                <a:ea typeface="Calibri"/>
                <a:cs typeface="Calibri"/>
                <a:sym typeface="Calibri"/>
              </a:endParaRPr>
            </a:p>
          </p:txBody>
        </p:sp>
        <p:sp>
          <p:nvSpPr>
            <p:cNvPr id="810" name="Google Shape;810;p5"/>
            <p:cNvSpPr/>
            <p:nvPr/>
          </p:nvSpPr>
          <p:spPr>
            <a:xfrm>
              <a:off x="4305" y="2380"/>
              <a:ext cx="160" cy="145"/>
            </a:xfrm>
            <a:prstGeom prst="ellipse">
              <a:avLst/>
            </a:prstGeom>
            <a:solidFill>
              <a:srgbClr val="33CC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2800"/>
                <a:buFont typeface="Arial"/>
                <a:buNone/>
              </a:pPr>
              <a:endParaRPr sz="2800" b="0" i="0" u="none" strike="noStrike" cap="none">
                <a:solidFill>
                  <a:srgbClr val="000000"/>
                </a:solidFill>
                <a:latin typeface="Calibri"/>
                <a:ea typeface="Calibri"/>
                <a:cs typeface="Calibri"/>
                <a:sym typeface="Calibri"/>
              </a:endParaRPr>
            </a:p>
          </p:txBody>
        </p:sp>
        <p:sp>
          <p:nvSpPr>
            <p:cNvPr id="811" name="Google Shape;811;p5"/>
            <p:cNvSpPr/>
            <p:nvPr/>
          </p:nvSpPr>
          <p:spPr>
            <a:xfrm>
              <a:off x="4487" y="2386"/>
              <a:ext cx="160" cy="139"/>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rgbClr val="FF0000"/>
                </a:solidFill>
                <a:latin typeface="Calibri"/>
                <a:ea typeface="Calibri"/>
                <a:cs typeface="Calibri"/>
                <a:sym typeface="Calibri"/>
              </a:endParaRPr>
            </a:p>
          </p:txBody>
        </p:sp>
        <p:sp>
          <p:nvSpPr>
            <p:cNvPr id="812" name="Google Shape;812;p5"/>
            <p:cNvSpPr/>
            <p:nvPr/>
          </p:nvSpPr>
          <p:spPr>
            <a:xfrm>
              <a:off x="4663" y="2380"/>
              <a:ext cx="155" cy="139"/>
            </a:xfrm>
            <a:prstGeom prst="ellipse">
              <a:avLst/>
            </a:prstGeom>
            <a:solidFill>
              <a:srgbClr val="33CC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2800"/>
                <a:buFont typeface="Arial"/>
                <a:buNone/>
              </a:pPr>
              <a:endParaRPr sz="2800" b="0" i="0" u="none" strike="noStrike" cap="none">
                <a:solidFill>
                  <a:srgbClr val="000000"/>
                </a:solidFill>
                <a:latin typeface="Calibri"/>
                <a:ea typeface="Calibri"/>
                <a:cs typeface="Calibri"/>
                <a:sym typeface="Calibri"/>
              </a:endParaRPr>
            </a:p>
          </p:txBody>
        </p:sp>
        <p:sp>
          <p:nvSpPr>
            <p:cNvPr id="813" name="Google Shape;813;p5"/>
            <p:cNvSpPr/>
            <p:nvPr/>
          </p:nvSpPr>
          <p:spPr>
            <a:xfrm>
              <a:off x="5063" y="1835"/>
              <a:ext cx="85" cy="762"/>
            </a:xfrm>
            <a:prstGeom prst="rect">
              <a:avLst/>
            </a:prstGeom>
            <a:solidFill>
              <a:srgbClr val="292929"/>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2800"/>
                <a:buFont typeface="Arial"/>
                <a:buNone/>
              </a:pPr>
              <a:endParaRPr sz="2800" b="0" i="0" u="none" strike="noStrike" cap="none">
                <a:solidFill>
                  <a:srgbClr val="000000"/>
                </a:solidFill>
                <a:latin typeface="Calibri"/>
                <a:ea typeface="Calibri"/>
                <a:cs typeface="Calibri"/>
                <a:sym typeface="Calibri"/>
              </a:endParaRPr>
            </a:p>
          </p:txBody>
        </p:sp>
      </p:grpSp>
      <p:grpSp>
        <p:nvGrpSpPr>
          <p:cNvPr id="814" name="Google Shape;814;p5"/>
          <p:cNvGrpSpPr/>
          <p:nvPr/>
        </p:nvGrpSpPr>
        <p:grpSpPr>
          <a:xfrm>
            <a:off x="7963592" y="3346866"/>
            <a:ext cx="3507671" cy="1391389"/>
            <a:chOff x="7963592" y="3346866"/>
            <a:chExt cx="3507671" cy="1391389"/>
          </a:xfrm>
        </p:grpSpPr>
        <p:cxnSp>
          <p:nvCxnSpPr>
            <p:cNvPr id="815" name="Google Shape;815;p5"/>
            <p:cNvCxnSpPr/>
            <p:nvPr/>
          </p:nvCxnSpPr>
          <p:spPr>
            <a:xfrm flipH="1">
              <a:off x="9778988" y="3377229"/>
              <a:ext cx="1673225" cy="403225"/>
            </a:xfrm>
            <a:prstGeom prst="straightConnector1">
              <a:avLst/>
            </a:prstGeom>
            <a:noFill/>
            <a:ln w="9525" cap="flat" cmpd="sng">
              <a:solidFill>
                <a:schemeClr val="dk1"/>
              </a:solidFill>
              <a:prstDash val="solid"/>
              <a:round/>
              <a:headEnd type="none" w="sm" len="sm"/>
              <a:tailEnd type="triangle" w="med" len="med"/>
            </a:ln>
          </p:spPr>
        </p:cxnSp>
        <p:cxnSp>
          <p:nvCxnSpPr>
            <p:cNvPr id="816" name="Google Shape;816;p5"/>
            <p:cNvCxnSpPr/>
            <p:nvPr/>
          </p:nvCxnSpPr>
          <p:spPr>
            <a:xfrm>
              <a:off x="9786925" y="3835354"/>
              <a:ext cx="1684338" cy="390525"/>
            </a:xfrm>
            <a:prstGeom prst="straightConnector1">
              <a:avLst/>
            </a:prstGeom>
            <a:noFill/>
            <a:ln w="9525" cap="flat" cmpd="sng">
              <a:solidFill>
                <a:schemeClr val="dk1"/>
              </a:solidFill>
              <a:prstDash val="solid"/>
              <a:round/>
              <a:headEnd type="none" w="sm" len="sm"/>
              <a:tailEnd type="triangle" w="med" len="med"/>
            </a:ln>
          </p:spPr>
        </p:cxnSp>
        <p:cxnSp>
          <p:nvCxnSpPr>
            <p:cNvPr id="817" name="Google Shape;817;p5"/>
            <p:cNvCxnSpPr/>
            <p:nvPr/>
          </p:nvCxnSpPr>
          <p:spPr>
            <a:xfrm flipH="1">
              <a:off x="9781759" y="4294399"/>
              <a:ext cx="1673225" cy="403225"/>
            </a:xfrm>
            <a:prstGeom prst="straightConnector1">
              <a:avLst/>
            </a:prstGeom>
            <a:noFill/>
            <a:ln w="9525" cap="flat" cmpd="sng">
              <a:solidFill>
                <a:schemeClr val="dk1"/>
              </a:solidFill>
              <a:prstDash val="solid"/>
              <a:round/>
              <a:headEnd type="none" w="sm" len="sm"/>
              <a:tailEnd type="triangle" w="med" len="med"/>
            </a:ln>
          </p:spPr>
        </p:cxnSp>
        <p:sp>
          <p:nvSpPr>
            <p:cNvPr id="818" name="Google Shape;818;p5"/>
            <p:cNvSpPr txBox="1"/>
            <p:nvPr/>
          </p:nvSpPr>
          <p:spPr>
            <a:xfrm>
              <a:off x="10274100" y="3374969"/>
              <a:ext cx="548639" cy="369332"/>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220</a:t>
              </a:r>
              <a:endParaRPr sz="1400" b="0" i="0" u="none" strike="noStrike" cap="none">
                <a:solidFill>
                  <a:srgbClr val="000000"/>
                </a:solidFill>
                <a:latin typeface="Arial"/>
                <a:ea typeface="Arial"/>
                <a:cs typeface="Arial"/>
                <a:sym typeface="Arial"/>
              </a:endParaRPr>
            </a:p>
          </p:txBody>
        </p:sp>
        <p:sp>
          <p:nvSpPr>
            <p:cNvPr id="819" name="Google Shape;819;p5"/>
            <p:cNvSpPr txBox="1"/>
            <p:nvPr/>
          </p:nvSpPr>
          <p:spPr>
            <a:xfrm>
              <a:off x="10110616" y="4358640"/>
              <a:ext cx="1127759" cy="369332"/>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250 Hello</a:t>
              </a:r>
              <a:endParaRPr sz="1400" b="0" i="0" u="none" strike="noStrike" cap="none">
                <a:solidFill>
                  <a:srgbClr val="000000"/>
                </a:solidFill>
                <a:latin typeface="Arial"/>
                <a:ea typeface="Arial"/>
                <a:cs typeface="Arial"/>
                <a:sym typeface="Arial"/>
              </a:endParaRPr>
            </a:p>
          </p:txBody>
        </p:sp>
        <p:sp>
          <p:nvSpPr>
            <p:cNvPr id="820" name="Google Shape;820;p5"/>
            <p:cNvSpPr txBox="1"/>
            <p:nvPr/>
          </p:nvSpPr>
          <p:spPr>
            <a:xfrm>
              <a:off x="10293496" y="3859879"/>
              <a:ext cx="695497" cy="369332"/>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HELO</a:t>
              </a:r>
              <a:endParaRPr sz="1400" b="0" i="0" u="none" strike="noStrike" cap="none">
                <a:solidFill>
                  <a:srgbClr val="000000"/>
                </a:solidFill>
                <a:latin typeface="Arial"/>
                <a:ea typeface="Arial"/>
                <a:cs typeface="Arial"/>
                <a:sym typeface="Arial"/>
              </a:endParaRPr>
            </a:p>
          </p:txBody>
        </p:sp>
        <p:sp>
          <p:nvSpPr>
            <p:cNvPr id="821" name="Google Shape;821;p5"/>
            <p:cNvSpPr/>
            <p:nvPr/>
          </p:nvSpPr>
          <p:spPr>
            <a:xfrm>
              <a:off x="9589901" y="3346866"/>
              <a:ext cx="152184" cy="1391389"/>
            </a:xfrm>
            <a:prstGeom prst="leftBrace">
              <a:avLst>
                <a:gd name="adj1" fmla="val 52057"/>
                <a:gd name="adj2" fmla="val 50000"/>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85000"/>
                </a:lnSpc>
                <a:spcBef>
                  <a:spcPts val="0"/>
                </a:spcBef>
                <a:spcAft>
                  <a:spcPts val="0"/>
                </a:spcAft>
                <a:buClr>
                  <a:schemeClr val="dk1"/>
                </a:buClr>
                <a:buSzPts val="3200"/>
                <a:buFont typeface="Arial"/>
                <a:buNone/>
              </a:pPr>
              <a:endParaRPr sz="3200" b="0" i="0" u="none" strike="noStrike" cap="none">
                <a:solidFill>
                  <a:srgbClr val="000000"/>
                </a:solidFill>
                <a:latin typeface="Calibri"/>
                <a:ea typeface="Calibri"/>
                <a:cs typeface="Calibri"/>
                <a:sym typeface="Calibri"/>
              </a:endParaRPr>
            </a:p>
          </p:txBody>
        </p:sp>
        <p:sp>
          <p:nvSpPr>
            <p:cNvPr id="822" name="Google Shape;822;p5"/>
            <p:cNvSpPr txBox="1"/>
            <p:nvPr/>
          </p:nvSpPr>
          <p:spPr>
            <a:xfrm>
              <a:off x="7963592" y="3757509"/>
              <a:ext cx="1662545" cy="617861"/>
            </a:xfrm>
            <a:prstGeom prst="rect">
              <a:avLst/>
            </a:prstGeom>
            <a:noFill/>
            <a:ln>
              <a:noFill/>
            </a:ln>
          </p:spPr>
          <p:txBody>
            <a:bodyPr spcFirstLastPara="1" wrap="square" lIns="91425" tIns="45700" rIns="91425" bIns="45700" anchor="t" anchorCtr="0">
              <a:spAutoFit/>
            </a:bodyPr>
            <a:lstStyle/>
            <a:p>
              <a:pPr marL="0" marR="0" lvl="0" indent="0" algn="r" rtl="0">
                <a:lnSpc>
                  <a:spcPct val="85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SMTP handshaking</a:t>
              </a:r>
              <a:endParaRPr sz="1400" b="0" i="0" u="none" strike="noStrike" cap="none">
                <a:solidFill>
                  <a:srgbClr val="000000"/>
                </a:solidFill>
                <a:latin typeface="Arial"/>
                <a:ea typeface="Arial"/>
                <a:cs typeface="Arial"/>
                <a:sym typeface="Arial"/>
              </a:endParaRPr>
            </a:p>
          </p:txBody>
        </p:sp>
      </p:grpSp>
      <p:sp>
        <p:nvSpPr>
          <p:cNvPr id="823" name="Google Shape;823;p5"/>
          <p:cNvSpPr txBox="1"/>
          <p:nvPr/>
        </p:nvSpPr>
        <p:spPr>
          <a:xfrm>
            <a:off x="7699837" y="2515905"/>
            <a:ext cx="2192308" cy="617861"/>
          </a:xfrm>
          <a:prstGeom prst="rect">
            <a:avLst/>
          </a:prstGeom>
          <a:noFill/>
          <a:ln>
            <a:noFill/>
          </a:ln>
        </p:spPr>
        <p:txBody>
          <a:bodyPr spcFirstLastPara="1" wrap="square" lIns="91425" tIns="45700" rIns="91425" bIns="45700" anchor="t" anchorCtr="0">
            <a:spAutoFit/>
          </a:bodyPr>
          <a:lstStyle/>
          <a:p>
            <a:pPr marL="0" marR="0" lvl="0" indent="0" algn="l" rtl="0">
              <a:lnSpc>
                <a:spcPct val="85000"/>
              </a:lnSpc>
              <a:spcBef>
                <a:spcPts val="0"/>
              </a:spcBef>
              <a:spcAft>
                <a:spcPts val="0"/>
              </a:spcAft>
              <a:buClr>
                <a:srgbClr val="CC0000"/>
              </a:buClr>
              <a:buSzPts val="2000"/>
              <a:buFont typeface="Calibri"/>
              <a:buNone/>
            </a:pPr>
            <a:r>
              <a:rPr lang="en-US" sz="2000" b="0" i="0" u="none" strike="noStrike" cap="none">
                <a:solidFill>
                  <a:srgbClr val="CC0000"/>
                </a:solidFill>
                <a:latin typeface="Calibri"/>
                <a:ea typeface="Calibri"/>
                <a:cs typeface="Calibri"/>
                <a:sym typeface="Calibri"/>
              </a:rPr>
              <a:t>TCP connection</a:t>
            </a:r>
            <a:endParaRPr sz="1400" b="0" i="0" u="none" strike="noStrike" cap="none">
              <a:solidFill>
                <a:srgbClr val="000000"/>
              </a:solidFill>
              <a:latin typeface="Arial"/>
              <a:ea typeface="Arial"/>
              <a:cs typeface="Arial"/>
              <a:sym typeface="Arial"/>
            </a:endParaRPr>
          </a:p>
          <a:p>
            <a:pPr marL="0" marR="0" lvl="0" indent="0" algn="l" rtl="0">
              <a:lnSpc>
                <a:spcPct val="85000"/>
              </a:lnSpc>
              <a:spcBef>
                <a:spcPts val="0"/>
              </a:spcBef>
              <a:spcAft>
                <a:spcPts val="0"/>
              </a:spcAft>
              <a:buClr>
                <a:srgbClr val="CC0000"/>
              </a:buClr>
              <a:buSzPts val="2000"/>
              <a:buFont typeface="Calibri"/>
              <a:buNone/>
            </a:pPr>
            <a:r>
              <a:rPr lang="en-US" sz="2000" b="0" i="0" u="none" strike="noStrike" cap="none">
                <a:solidFill>
                  <a:srgbClr val="CC0000"/>
                </a:solidFill>
                <a:latin typeface="Calibri"/>
                <a:ea typeface="Calibri"/>
                <a:cs typeface="Calibri"/>
                <a:sym typeface="Calibri"/>
              </a:rPr>
              <a:t>initiated</a:t>
            </a:r>
            <a:endParaRPr sz="1400" b="0" i="0" u="none" strike="noStrike" cap="none">
              <a:solidFill>
                <a:srgbClr val="000000"/>
              </a:solidFill>
              <a:latin typeface="Arial"/>
              <a:ea typeface="Arial"/>
              <a:cs typeface="Arial"/>
              <a:sym typeface="Arial"/>
            </a:endParaRPr>
          </a:p>
        </p:txBody>
      </p:sp>
      <p:sp>
        <p:nvSpPr>
          <p:cNvPr id="824" name="Google Shape;824;p5"/>
          <p:cNvSpPr txBox="1"/>
          <p:nvPr/>
        </p:nvSpPr>
        <p:spPr>
          <a:xfrm>
            <a:off x="8962689" y="511816"/>
            <a:ext cx="1433341" cy="563231"/>
          </a:xfrm>
          <a:prstGeom prst="rect">
            <a:avLst/>
          </a:prstGeom>
          <a:noFill/>
          <a:ln>
            <a:noFill/>
          </a:ln>
        </p:spPr>
        <p:txBody>
          <a:bodyPr spcFirstLastPara="1" wrap="square" lIns="91425" tIns="45700" rIns="91425" bIns="45700" anchor="t" anchorCtr="0">
            <a:spAutoFit/>
          </a:bodyPr>
          <a:lstStyle/>
          <a:p>
            <a:pPr marL="0" marR="0" lvl="0" indent="0" algn="r" rtl="0">
              <a:lnSpc>
                <a:spcPct val="85000"/>
              </a:lnSpc>
              <a:spcBef>
                <a:spcPts val="0"/>
              </a:spcBef>
              <a:spcAft>
                <a:spcPts val="0"/>
              </a:spcAft>
              <a:buClr>
                <a:srgbClr val="7D28CD"/>
              </a:buClr>
              <a:buSzPts val="1800"/>
              <a:buFont typeface="Calibri"/>
              <a:buNone/>
            </a:pPr>
            <a:r>
              <a:rPr lang="en-US" sz="1800" b="1" i="0" u="none" strike="noStrike" cap="none">
                <a:solidFill>
                  <a:srgbClr val="7D28CD"/>
                </a:solidFill>
                <a:latin typeface="Calibri"/>
                <a:ea typeface="Calibri"/>
                <a:cs typeface="Calibri"/>
                <a:sym typeface="Calibri"/>
              </a:rPr>
              <a:t>“client”</a:t>
            </a:r>
            <a:endParaRPr sz="1400" b="0" i="0" u="none" strike="noStrike" cap="none">
              <a:solidFill>
                <a:srgbClr val="000000"/>
              </a:solidFill>
              <a:latin typeface="Arial"/>
              <a:ea typeface="Arial"/>
              <a:cs typeface="Arial"/>
              <a:sym typeface="Arial"/>
            </a:endParaRPr>
          </a:p>
          <a:p>
            <a:pPr marL="0" marR="0" lvl="0" indent="0" algn="r" rtl="0">
              <a:lnSpc>
                <a:spcPct val="85000"/>
              </a:lnSpc>
              <a:spcBef>
                <a:spcPts val="0"/>
              </a:spcBef>
              <a:spcAft>
                <a:spcPts val="0"/>
              </a:spcAft>
              <a:buClr>
                <a:srgbClr val="7D28CD"/>
              </a:buClr>
              <a:buSzPts val="1800"/>
              <a:buFont typeface="Calibri"/>
              <a:buNone/>
            </a:pPr>
            <a:r>
              <a:rPr lang="en-US" sz="1800" b="1" i="0" u="none" strike="noStrike" cap="none">
                <a:solidFill>
                  <a:srgbClr val="7D28CD"/>
                </a:solidFill>
                <a:latin typeface="Calibri"/>
                <a:ea typeface="Calibri"/>
                <a:cs typeface="Calibri"/>
                <a:sym typeface="Calibri"/>
              </a:rPr>
              <a:t> SMTP server</a:t>
            </a:r>
            <a:endParaRPr sz="1400" b="0" i="0" u="none" strike="noStrike" cap="none">
              <a:solidFill>
                <a:srgbClr val="000000"/>
              </a:solidFill>
              <a:latin typeface="Arial"/>
              <a:ea typeface="Arial"/>
              <a:cs typeface="Arial"/>
              <a:sym typeface="Arial"/>
            </a:endParaRPr>
          </a:p>
        </p:txBody>
      </p:sp>
      <p:sp>
        <p:nvSpPr>
          <p:cNvPr id="825" name="Google Shape;825;p5"/>
          <p:cNvSpPr txBox="1"/>
          <p:nvPr/>
        </p:nvSpPr>
        <p:spPr>
          <a:xfrm>
            <a:off x="10459403" y="485700"/>
            <a:ext cx="1433341" cy="563231"/>
          </a:xfrm>
          <a:prstGeom prst="rect">
            <a:avLst/>
          </a:prstGeom>
          <a:noFill/>
          <a:ln>
            <a:noFill/>
          </a:ln>
        </p:spPr>
        <p:txBody>
          <a:bodyPr spcFirstLastPara="1" wrap="square" lIns="91425" tIns="45700" rIns="91425" bIns="45700" anchor="t" anchorCtr="0">
            <a:spAutoFit/>
          </a:bodyPr>
          <a:lstStyle/>
          <a:p>
            <a:pPr marL="0" marR="0" lvl="0" indent="0" algn="r" rtl="0">
              <a:lnSpc>
                <a:spcPct val="85000"/>
              </a:lnSpc>
              <a:spcBef>
                <a:spcPts val="0"/>
              </a:spcBef>
              <a:spcAft>
                <a:spcPts val="0"/>
              </a:spcAft>
              <a:buClr>
                <a:srgbClr val="7D28CD"/>
              </a:buClr>
              <a:buSzPts val="1800"/>
              <a:buFont typeface="Calibri"/>
              <a:buNone/>
            </a:pPr>
            <a:r>
              <a:rPr lang="en-US" sz="1800" b="1" i="0" u="none" strike="noStrike" cap="none">
                <a:solidFill>
                  <a:srgbClr val="7D28CD"/>
                </a:solidFill>
                <a:latin typeface="Calibri"/>
                <a:ea typeface="Calibri"/>
                <a:cs typeface="Calibri"/>
                <a:sym typeface="Calibri"/>
              </a:rPr>
              <a:t>“server”</a:t>
            </a:r>
            <a:endParaRPr sz="1400" b="0" i="0" u="none" strike="noStrike" cap="none">
              <a:solidFill>
                <a:srgbClr val="000000"/>
              </a:solidFill>
              <a:latin typeface="Arial"/>
              <a:ea typeface="Arial"/>
              <a:cs typeface="Arial"/>
              <a:sym typeface="Arial"/>
            </a:endParaRPr>
          </a:p>
          <a:p>
            <a:pPr marL="0" marR="0" lvl="0" indent="0" algn="r" rtl="0">
              <a:lnSpc>
                <a:spcPct val="85000"/>
              </a:lnSpc>
              <a:spcBef>
                <a:spcPts val="0"/>
              </a:spcBef>
              <a:spcAft>
                <a:spcPts val="0"/>
              </a:spcAft>
              <a:buClr>
                <a:srgbClr val="7D28CD"/>
              </a:buClr>
              <a:buSzPts val="1800"/>
              <a:buFont typeface="Calibri"/>
              <a:buNone/>
            </a:pPr>
            <a:r>
              <a:rPr lang="en-US" sz="1800" b="1" i="0" u="none" strike="noStrike" cap="none">
                <a:solidFill>
                  <a:srgbClr val="7D28CD"/>
                </a:solidFill>
                <a:latin typeface="Calibri"/>
                <a:ea typeface="Calibri"/>
                <a:cs typeface="Calibri"/>
                <a:sym typeface="Calibri"/>
              </a:rPr>
              <a:t> SMTP server</a:t>
            </a:r>
            <a:endParaRPr sz="1400" b="0" i="0" u="none" strike="noStrike" cap="none">
              <a:solidFill>
                <a:srgbClr val="000000"/>
              </a:solidFill>
              <a:latin typeface="Arial"/>
              <a:ea typeface="Arial"/>
              <a:cs typeface="Arial"/>
              <a:sym typeface="Arial"/>
            </a:endParaRPr>
          </a:p>
        </p:txBody>
      </p:sp>
      <p:grpSp>
        <p:nvGrpSpPr>
          <p:cNvPr id="826" name="Google Shape;826;p5"/>
          <p:cNvGrpSpPr/>
          <p:nvPr/>
        </p:nvGrpSpPr>
        <p:grpSpPr>
          <a:xfrm>
            <a:off x="7966363" y="4829303"/>
            <a:ext cx="1745242" cy="1391389"/>
            <a:chOff x="7966363" y="4829303"/>
            <a:chExt cx="1745242" cy="1391389"/>
          </a:xfrm>
        </p:grpSpPr>
        <p:sp>
          <p:nvSpPr>
            <p:cNvPr id="827" name="Google Shape;827;p5"/>
            <p:cNvSpPr/>
            <p:nvPr/>
          </p:nvSpPr>
          <p:spPr>
            <a:xfrm>
              <a:off x="9559421" y="4829303"/>
              <a:ext cx="152184" cy="1391389"/>
            </a:xfrm>
            <a:prstGeom prst="leftBrace">
              <a:avLst>
                <a:gd name="adj1" fmla="val 52057"/>
                <a:gd name="adj2" fmla="val 50000"/>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85000"/>
                </a:lnSpc>
                <a:spcBef>
                  <a:spcPts val="0"/>
                </a:spcBef>
                <a:spcAft>
                  <a:spcPts val="0"/>
                </a:spcAft>
                <a:buClr>
                  <a:schemeClr val="dk1"/>
                </a:buClr>
                <a:buSzPts val="3200"/>
                <a:buFont typeface="Arial"/>
                <a:buNone/>
              </a:pPr>
              <a:endParaRPr sz="3200" b="0" i="0" u="none" strike="noStrike" cap="none">
                <a:solidFill>
                  <a:srgbClr val="000000"/>
                </a:solidFill>
                <a:latin typeface="Calibri"/>
                <a:ea typeface="Calibri"/>
                <a:cs typeface="Calibri"/>
                <a:sym typeface="Calibri"/>
              </a:endParaRPr>
            </a:p>
          </p:txBody>
        </p:sp>
        <p:sp>
          <p:nvSpPr>
            <p:cNvPr id="828" name="Google Shape;828;p5"/>
            <p:cNvSpPr txBox="1"/>
            <p:nvPr/>
          </p:nvSpPr>
          <p:spPr>
            <a:xfrm>
              <a:off x="7966363" y="5223320"/>
              <a:ext cx="1662545" cy="617861"/>
            </a:xfrm>
            <a:prstGeom prst="rect">
              <a:avLst/>
            </a:prstGeom>
            <a:noFill/>
            <a:ln>
              <a:noFill/>
            </a:ln>
          </p:spPr>
          <p:txBody>
            <a:bodyPr spcFirstLastPara="1" wrap="square" lIns="91425" tIns="45700" rIns="91425" bIns="45700" anchor="t" anchorCtr="0">
              <a:spAutoFit/>
            </a:bodyPr>
            <a:lstStyle/>
            <a:p>
              <a:pPr marL="0" marR="0" lvl="0" indent="0" algn="r" rtl="0">
                <a:lnSpc>
                  <a:spcPct val="85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SMTP transfers</a:t>
              </a:r>
              <a:endParaRPr sz="1400" b="0" i="0" u="none" strike="noStrike" cap="none">
                <a:solidFill>
                  <a:srgbClr val="000000"/>
                </a:solidFill>
                <a:latin typeface="Arial"/>
                <a:ea typeface="Arial"/>
                <a:cs typeface="Arial"/>
                <a:sym typeface="Arial"/>
              </a:endParaRPr>
            </a:p>
          </p:txBody>
        </p:sp>
      </p:grpSp>
      <p:sp>
        <p:nvSpPr>
          <p:cNvPr id="829" name="Google Shape;829;p5"/>
          <p:cNvSpPr txBox="1">
            <a:spLocks noGrp="1"/>
          </p:cNvSpPr>
          <p:nvPr>
            <p:ph type="title"/>
          </p:nvPr>
        </p:nvSpPr>
        <p:spPr>
          <a:xfrm>
            <a:off x="1839509" y="-30975"/>
            <a:ext cx="7772400" cy="9588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Corbel"/>
              <a:buNone/>
            </a:pPr>
            <a:r>
              <a:rPr lang="en-US" b="1"/>
              <a:t>Electronic Mail: SMTP [RFC 2821]</a:t>
            </a:r>
            <a:endParaRPr b="1"/>
          </a:p>
        </p:txBody>
      </p:sp>
      <p:pic>
        <p:nvPicPr>
          <p:cNvPr id="830" name="Google Shape;830;p5" descr="desktop_computer_stylized_medium"/>
          <p:cNvPicPr preferRelativeResize="0"/>
          <p:nvPr/>
        </p:nvPicPr>
        <p:blipFill rotWithShape="1">
          <a:blip r:embed="rId3">
            <a:alphaModFix/>
          </a:blip>
          <a:srcRect/>
          <a:stretch/>
        </p:blipFill>
        <p:spPr>
          <a:xfrm flipH="1">
            <a:off x="9336623" y="1072276"/>
            <a:ext cx="675981" cy="628987"/>
          </a:xfrm>
          <a:prstGeom prst="rect">
            <a:avLst/>
          </a:prstGeom>
          <a:noFill/>
          <a:ln>
            <a:noFill/>
          </a:ln>
        </p:spPr>
      </p:pic>
      <p:sp>
        <p:nvSpPr>
          <p:cNvPr id="831" name="Google Shape;831;p5"/>
          <p:cNvSpPr txBox="1">
            <a:spLocks noGrp="1"/>
          </p:cNvSpPr>
          <p:nvPr>
            <p:ph type="sldNum" idx="12"/>
          </p:nvPr>
        </p:nvSpPr>
        <p:spPr>
          <a:xfrm>
            <a:off x="10951856" y="5883275"/>
            <a:ext cx="551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US"/>
              <a:t>6</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14"/>
                                        </p:tgtEl>
                                        <p:attrNameLst>
                                          <p:attrName>style.visibility</p:attrName>
                                        </p:attrNameLst>
                                      </p:cBhvr>
                                      <p:to>
                                        <p:strVal val="visible"/>
                                      </p:to>
                                    </p:set>
                                    <p:animEffect transition="in" filter="fade">
                                      <p:cBhvr>
                                        <p:cTn id="7" dur="500"/>
                                        <p:tgtEl>
                                          <p:spTgt spid="8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26"/>
                                        </p:tgtEl>
                                        <p:attrNameLst>
                                          <p:attrName>style.visibility</p:attrName>
                                        </p:attrNameLst>
                                      </p:cBhvr>
                                      <p:to>
                                        <p:strVal val="visible"/>
                                      </p:to>
                                    </p:set>
                                    <p:animEffect transition="in" filter="fade">
                                      <p:cBhvr>
                                        <p:cTn id="12" dur="500"/>
                                        <p:tgtEl>
                                          <p:spTgt spid="8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6"/>
        <p:cNvGrpSpPr/>
        <p:nvPr/>
      </p:nvGrpSpPr>
      <p:grpSpPr>
        <a:xfrm>
          <a:off x="0" y="0"/>
          <a:ext cx="0" cy="0"/>
          <a:chOff x="0" y="0"/>
          <a:chExt cx="0" cy="0"/>
        </a:xfrm>
      </p:grpSpPr>
      <p:sp>
        <p:nvSpPr>
          <p:cNvPr id="837" name="Google Shape;837;p7"/>
          <p:cNvSpPr txBox="1">
            <a:spLocks noGrp="1"/>
          </p:cNvSpPr>
          <p:nvPr>
            <p:ph type="title"/>
          </p:nvPr>
        </p:nvSpPr>
        <p:spPr>
          <a:xfrm>
            <a:off x="798691" y="289325"/>
            <a:ext cx="10515600" cy="894622"/>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orbel"/>
              <a:buNone/>
            </a:pPr>
            <a:r>
              <a:rPr lang="en-US" sz="4400"/>
              <a:t>Sample SMTP interaction</a:t>
            </a:r>
            <a:endParaRPr sz="4400"/>
          </a:p>
        </p:txBody>
      </p:sp>
      <p:sp>
        <p:nvSpPr>
          <p:cNvPr id="838" name="Google Shape;838;p7"/>
          <p:cNvSpPr/>
          <p:nvPr/>
        </p:nvSpPr>
        <p:spPr>
          <a:xfrm>
            <a:off x="1160995" y="1183947"/>
            <a:ext cx="9870010" cy="517064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Courier New"/>
              <a:buNone/>
            </a:pPr>
            <a:r>
              <a:rPr lang="en-US" sz="2200" b="1" i="0" u="none" strike="noStrike" cap="none">
                <a:solidFill>
                  <a:srgbClr val="000000"/>
                </a:solidFill>
                <a:latin typeface="Courier New"/>
                <a:ea typeface="Courier New"/>
                <a:cs typeface="Courier New"/>
                <a:sym typeface="Courier New"/>
              </a:rPr>
              <a:t>     S: 220 hamburger.edu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Courier New"/>
              <a:buNone/>
            </a:pPr>
            <a:r>
              <a:rPr lang="en-US" sz="2200" b="1" i="0" u="none" strike="noStrike" cap="none">
                <a:solidFill>
                  <a:srgbClr val="000000"/>
                </a:solidFill>
                <a:latin typeface="Courier New"/>
                <a:ea typeface="Courier New"/>
                <a:cs typeface="Courier New"/>
                <a:sym typeface="Courier New"/>
              </a:rPr>
              <a:t>     C: HELO crepes.fr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Courier New"/>
              <a:buNone/>
            </a:pPr>
            <a:r>
              <a:rPr lang="en-US" sz="2200" b="1" i="0" u="none" strike="noStrike" cap="none">
                <a:solidFill>
                  <a:srgbClr val="000000"/>
                </a:solidFill>
                <a:latin typeface="Courier New"/>
                <a:ea typeface="Courier New"/>
                <a:cs typeface="Courier New"/>
                <a:sym typeface="Courier New"/>
              </a:rPr>
              <a:t>     S: 250  Hello crepes.fr, pleased to meet you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Courier New"/>
              <a:buNone/>
            </a:pPr>
            <a:r>
              <a:rPr lang="en-US" sz="2200" b="1" i="0" u="none" strike="noStrike" cap="none">
                <a:solidFill>
                  <a:srgbClr val="000000"/>
                </a:solidFill>
                <a:latin typeface="Courier New"/>
                <a:ea typeface="Courier New"/>
                <a:cs typeface="Courier New"/>
                <a:sym typeface="Courier New"/>
              </a:rPr>
              <a:t>     C: MAIL FROM: &lt;alice@crepes.fr&gt;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Courier New"/>
              <a:buNone/>
            </a:pPr>
            <a:r>
              <a:rPr lang="en-US" sz="2200" b="1" i="0" u="none" strike="noStrike" cap="none">
                <a:solidFill>
                  <a:srgbClr val="000000"/>
                </a:solidFill>
                <a:latin typeface="Courier New"/>
                <a:ea typeface="Courier New"/>
                <a:cs typeface="Courier New"/>
                <a:sym typeface="Courier New"/>
              </a:rPr>
              <a:t>     S: 250 alice@crepes.fr... Sender ok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Courier New"/>
              <a:buNone/>
            </a:pPr>
            <a:r>
              <a:rPr lang="en-US" sz="2200" b="1" i="0" u="none" strike="noStrike" cap="none">
                <a:solidFill>
                  <a:srgbClr val="000000"/>
                </a:solidFill>
                <a:latin typeface="Courier New"/>
                <a:ea typeface="Courier New"/>
                <a:cs typeface="Courier New"/>
                <a:sym typeface="Courier New"/>
              </a:rPr>
              <a:t>     C: RCPT TO: &lt;bob@hamburger.edu&gt;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Courier New"/>
              <a:buNone/>
            </a:pPr>
            <a:r>
              <a:rPr lang="en-US" sz="2200" b="1" i="0" u="none" strike="noStrike" cap="none">
                <a:solidFill>
                  <a:srgbClr val="000000"/>
                </a:solidFill>
                <a:latin typeface="Courier New"/>
                <a:ea typeface="Courier New"/>
                <a:cs typeface="Courier New"/>
                <a:sym typeface="Courier New"/>
              </a:rPr>
              <a:t>     S: 250 bob@hamburger.edu ... Recipient ok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Courier New"/>
              <a:buNone/>
            </a:pPr>
            <a:r>
              <a:rPr lang="en-US" sz="2200" b="1" i="0" u="none" strike="noStrike" cap="none">
                <a:solidFill>
                  <a:srgbClr val="000000"/>
                </a:solidFill>
                <a:latin typeface="Courier New"/>
                <a:ea typeface="Courier New"/>
                <a:cs typeface="Courier New"/>
                <a:sym typeface="Courier New"/>
              </a:rPr>
              <a:t>     C: DATA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Courier New"/>
              <a:buNone/>
            </a:pPr>
            <a:r>
              <a:rPr lang="en-US" sz="2200" b="1" i="0" u="none" strike="noStrike" cap="none">
                <a:solidFill>
                  <a:srgbClr val="000000"/>
                </a:solidFill>
                <a:latin typeface="Courier New"/>
                <a:ea typeface="Courier New"/>
                <a:cs typeface="Courier New"/>
                <a:sym typeface="Courier New"/>
              </a:rPr>
              <a:t>     S: 354 Enter mail, end with "." on a line by itself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Courier New"/>
              <a:buNone/>
            </a:pPr>
            <a:r>
              <a:rPr lang="en-US" sz="2200" b="1" i="0" u="none" strike="noStrike" cap="none">
                <a:solidFill>
                  <a:srgbClr val="000000"/>
                </a:solidFill>
                <a:latin typeface="Courier New"/>
                <a:ea typeface="Courier New"/>
                <a:cs typeface="Courier New"/>
                <a:sym typeface="Courier New"/>
              </a:rPr>
              <a:t>     C: Do you like ketchup?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Courier New"/>
              <a:buNone/>
            </a:pPr>
            <a:r>
              <a:rPr lang="en-US" sz="2200" b="1" i="0" u="none" strike="noStrike" cap="none">
                <a:solidFill>
                  <a:srgbClr val="000000"/>
                </a:solidFill>
                <a:latin typeface="Courier New"/>
                <a:ea typeface="Courier New"/>
                <a:cs typeface="Courier New"/>
                <a:sym typeface="Courier New"/>
              </a:rPr>
              <a:t>     C: How about pickles?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Courier New"/>
              <a:buNone/>
            </a:pPr>
            <a:r>
              <a:rPr lang="en-US" sz="2200" b="1" i="0" u="none" strike="noStrike" cap="none">
                <a:solidFill>
                  <a:srgbClr val="000000"/>
                </a:solidFill>
                <a:latin typeface="Courier New"/>
                <a:ea typeface="Courier New"/>
                <a:cs typeface="Courier New"/>
                <a:sym typeface="Courier New"/>
              </a:rPr>
              <a:t>     C: .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Courier New"/>
              <a:buNone/>
            </a:pPr>
            <a:r>
              <a:rPr lang="en-US" sz="2200" b="1" i="0" u="none" strike="noStrike" cap="none">
                <a:solidFill>
                  <a:srgbClr val="000000"/>
                </a:solidFill>
                <a:latin typeface="Courier New"/>
                <a:ea typeface="Courier New"/>
                <a:cs typeface="Courier New"/>
                <a:sym typeface="Courier New"/>
              </a:rPr>
              <a:t>     S: 250 Message accepted for delivery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Courier New"/>
              <a:buNone/>
            </a:pPr>
            <a:r>
              <a:rPr lang="en-US" sz="2200" b="1" i="0" u="none" strike="noStrike" cap="none">
                <a:solidFill>
                  <a:srgbClr val="000000"/>
                </a:solidFill>
                <a:latin typeface="Courier New"/>
                <a:ea typeface="Courier New"/>
                <a:cs typeface="Courier New"/>
                <a:sym typeface="Courier New"/>
              </a:rPr>
              <a:t>     C: QUIT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Courier New"/>
              <a:buNone/>
            </a:pPr>
            <a:r>
              <a:rPr lang="en-US" sz="2200" b="1" i="0" u="none" strike="noStrike" cap="none">
                <a:solidFill>
                  <a:srgbClr val="000000"/>
                </a:solidFill>
                <a:latin typeface="Courier New"/>
                <a:ea typeface="Courier New"/>
                <a:cs typeface="Courier New"/>
                <a:sym typeface="Courier New"/>
              </a:rPr>
              <a:t>     S: 221 hamburger.edu closing connection</a:t>
            </a:r>
            <a:endParaRPr sz="2200" b="0" i="0" u="none" strike="noStrike" cap="none">
              <a:solidFill>
                <a:srgbClr val="000000"/>
              </a:solidFill>
              <a:latin typeface="Times New Roman"/>
              <a:ea typeface="Times New Roman"/>
              <a:cs typeface="Times New Roman"/>
              <a:sym typeface="Times New Roman"/>
            </a:endParaRPr>
          </a:p>
        </p:txBody>
      </p:sp>
      <p:sp>
        <p:nvSpPr>
          <p:cNvPr id="839" name="Google Shape;839;p7"/>
          <p:cNvSpPr/>
          <p:nvPr/>
        </p:nvSpPr>
        <p:spPr>
          <a:xfrm>
            <a:off x="2036635" y="2188833"/>
            <a:ext cx="8994370" cy="137929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orbel"/>
              <a:buNone/>
            </a:pPr>
            <a:endParaRPr sz="1800" b="0" i="0" u="none" strike="noStrike" cap="none">
              <a:solidFill>
                <a:srgbClr val="FFFFFF"/>
              </a:solidFill>
              <a:latin typeface="Calibri"/>
              <a:ea typeface="Calibri"/>
              <a:cs typeface="Calibri"/>
              <a:sym typeface="Calibri"/>
            </a:endParaRPr>
          </a:p>
        </p:txBody>
      </p:sp>
      <p:sp>
        <p:nvSpPr>
          <p:cNvPr id="840" name="Google Shape;840;p7"/>
          <p:cNvSpPr/>
          <p:nvPr/>
        </p:nvSpPr>
        <p:spPr>
          <a:xfrm>
            <a:off x="2036635" y="3591028"/>
            <a:ext cx="8994370" cy="756458"/>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orbel"/>
              <a:buNone/>
            </a:pPr>
            <a:endParaRPr sz="1800" b="0" i="0" u="none" strike="noStrike" cap="none">
              <a:solidFill>
                <a:srgbClr val="FFFFFF"/>
              </a:solidFill>
              <a:latin typeface="Calibri"/>
              <a:ea typeface="Calibri"/>
              <a:cs typeface="Calibri"/>
              <a:sym typeface="Calibri"/>
            </a:endParaRPr>
          </a:p>
        </p:txBody>
      </p:sp>
      <p:sp>
        <p:nvSpPr>
          <p:cNvPr id="841" name="Google Shape;841;p7"/>
          <p:cNvSpPr/>
          <p:nvPr/>
        </p:nvSpPr>
        <p:spPr>
          <a:xfrm>
            <a:off x="2036635" y="4301973"/>
            <a:ext cx="8994370" cy="126907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orbel"/>
              <a:buNone/>
            </a:pPr>
            <a:endParaRPr sz="1800" b="0" i="0" u="none" strike="noStrike" cap="none">
              <a:solidFill>
                <a:srgbClr val="FFFFFF"/>
              </a:solidFill>
              <a:latin typeface="Calibri"/>
              <a:ea typeface="Calibri"/>
              <a:cs typeface="Calibri"/>
              <a:sym typeface="Calibri"/>
            </a:endParaRPr>
          </a:p>
        </p:txBody>
      </p:sp>
      <p:sp>
        <p:nvSpPr>
          <p:cNvPr id="842" name="Google Shape;842;p7"/>
          <p:cNvSpPr/>
          <p:nvPr/>
        </p:nvSpPr>
        <p:spPr>
          <a:xfrm>
            <a:off x="2036635" y="5591659"/>
            <a:ext cx="8994370" cy="77585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orbel"/>
              <a:buNone/>
            </a:pPr>
            <a:endParaRPr sz="1800" b="0" i="0" u="none" strike="noStrike" cap="none">
              <a:solidFill>
                <a:srgbClr val="FFFFFF"/>
              </a:solidFill>
              <a:latin typeface="Calibri"/>
              <a:ea typeface="Calibri"/>
              <a:cs typeface="Calibri"/>
              <a:sym typeface="Calibri"/>
            </a:endParaRPr>
          </a:p>
        </p:txBody>
      </p:sp>
      <p:sp>
        <p:nvSpPr>
          <p:cNvPr id="843" name="Google Shape;843;p7"/>
          <p:cNvSpPr txBox="1">
            <a:spLocks noGrp="1"/>
          </p:cNvSpPr>
          <p:nvPr>
            <p:ph type="sldNum" idx="12"/>
          </p:nvPr>
        </p:nvSpPr>
        <p:spPr>
          <a:xfrm>
            <a:off x="10951856" y="5883275"/>
            <a:ext cx="551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US"/>
              <a:t>7</a:t>
            </a:fld>
            <a:endParaRPr/>
          </a:p>
        </p:txBody>
      </p:sp>
      <p:sp>
        <p:nvSpPr>
          <p:cNvPr id="844" name="Google Shape;844;p7"/>
          <p:cNvSpPr txBox="1"/>
          <p:nvPr/>
        </p:nvSpPr>
        <p:spPr>
          <a:xfrm>
            <a:off x="329722" y="1363556"/>
            <a:ext cx="1662545" cy="617861"/>
          </a:xfrm>
          <a:prstGeom prst="rect">
            <a:avLst/>
          </a:prstGeom>
          <a:noFill/>
          <a:ln>
            <a:noFill/>
          </a:ln>
        </p:spPr>
        <p:txBody>
          <a:bodyPr spcFirstLastPara="1" wrap="square" lIns="91425" tIns="45700" rIns="91425" bIns="45700" anchor="t" anchorCtr="0">
            <a:spAutoFit/>
          </a:bodyPr>
          <a:lstStyle/>
          <a:p>
            <a:pPr marL="0" marR="0" lvl="0" indent="0" algn="r" rtl="0">
              <a:lnSpc>
                <a:spcPct val="85000"/>
              </a:lnSpc>
              <a:spcBef>
                <a:spcPts val="0"/>
              </a:spcBef>
              <a:spcAft>
                <a:spcPts val="0"/>
              </a:spcAft>
              <a:buClr>
                <a:srgbClr val="000000"/>
              </a:buClr>
              <a:buSzPts val="2000"/>
              <a:buFont typeface="Calibri"/>
              <a:buNone/>
            </a:pPr>
            <a:r>
              <a:rPr lang="en-US" sz="2000" b="1" i="0" u="none" strike="noStrike" cap="none">
                <a:solidFill>
                  <a:srgbClr val="FF0000"/>
                </a:solidFill>
                <a:latin typeface="Calibri"/>
                <a:ea typeface="Calibri"/>
                <a:cs typeface="Calibri"/>
                <a:sym typeface="Calibri"/>
              </a:rPr>
              <a:t>SMTP handshaking</a:t>
            </a:r>
            <a:endParaRPr sz="1400" b="1" i="0" u="none" strike="noStrike" cap="none">
              <a:solidFill>
                <a:srgbClr val="FF0000"/>
              </a:solidFill>
              <a:latin typeface="Arial"/>
              <a:ea typeface="Arial"/>
              <a:cs typeface="Arial"/>
              <a:sym typeface="Arial"/>
            </a:endParaRPr>
          </a:p>
        </p:txBody>
      </p:sp>
      <p:sp>
        <p:nvSpPr>
          <p:cNvPr id="845" name="Google Shape;845;p7"/>
          <p:cNvSpPr txBox="1"/>
          <p:nvPr/>
        </p:nvSpPr>
        <p:spPr>
          <a:xfrm>
            <a:off x="192938" y="4223987"/>
            <a:ext cx="1662545" cy="877123"/>
          </a:xfrm>
          <a:prstGeom prst="rect">
            <a:avLst/>
          </a:prstGeom>
          <a:noFill/>
          <a:ln>
            <a:noFill/>
          </a:ln>
        </p:spPr>
        <p:txBody>
          <a:bodyPr spcFirstLastPara="1" wrap="square" lIns="91425" tIns="45700" rIns="91425" bIns="45700" anchor="t" anchorCtr="0">
            <a:spAutoFit/>
          </a:bodyPr>
          <a:lstStyle/>
          <a:p>
            <a:pPr marL="0" marR="0" lvl="0" indent="0" algn="r" rtl="0">
              <a:lnSpc>
                <a:spcPct val="85000"/>
              </a:lnSpc>
              <a:spcBef>
                <a:spcPts val="0"/>
              </a:spcBef>
              <a:spcAft>
                <a:spcPts val="0"/>
              </a:spcAft>
              <a:buClr>
                <a:srgbClr val="000000"/>
              </a:buClr>
              <a:buSzPts val="2000"/>
              <a:buFont typeface="Calibri"/>
              <a:buNone/>
            </a:pPr>
            <a:r>
              <a:rPr lang="en-US" sz="2000" b="1" i="0" u="none" strike="noStrike" cap="none">
                <a:solidFill>
                  <a:srgbClr val="FF0000"/>
                </a:solidFill>
                <a:latin typeface="Calibri"/>
                <a:ea typeface="Calibri"/>
                <a:cs typeface="Calibri"/>
                <a:sym typeface="Calibri"/>
              </a:rPr>
              <a:t>SMTP Message Data Transfer</a:t>
            </a:r>
            <a:endParaRPr sz="1400" b="1" i="0" u="none" strike="noStrike" cap="none">
              <a:solidFill>
                <a:srgbClr val="FF0000"/>
              </a:solidFill>
              <a:latin typeface="Arial"/>
              <a:ea typeface="Arial"/>
              <a:cs typeface="Arial"/>
              <a:sym typeface="Arial"/>
            </a:endParaRPr>
          </a:p>
        </p:txBody>
      </p:sp>
      <p:sp>
        <p:nvSpPr>
          <p:cNvPr id="846" name="Google Shape;846;p7"/>
          <p:cNvSpPr txBox="1"/>
          <p:nvPr/>
        </p:nvSpPr>
        <p:spPr>
          <a:xfrm>
            <a:off x="374090" y="2500988"/>
            <a:ext cx="1662545" cy="353903"/>
          </a:xfrm>
          <a:prstGeom prst="rect">
            <a:avLst/>
          </a:prstGeom>
          <a:noFill/>
          <a:ln>
            <a:noFill/>
          </a:ln>
        </p:spPr>
        <p:txBody>
          <a:bodyPr spcFirstLastPara="1" wrap="square" lIns="91425" tIns="45700" rIns="91425" bIns="45700" anchor="t" anchorCtr="0">
            <a:spAutoFit/>
          </a:bodyPr>
          <a:lstStyle/>
          <a:p>
            <a:pPr marL="0" marR="0" lvl="0" indent="0" algn="r" rtl="0">
              <a:lnSpc>
                <a:spcPct val="85000"/>
              </a:lnSpc>
              <a:spcBef>
                <a:spcPts val="0"/>
              </a:spcBef>
              <a:spcAft>
                <a:spcPts val="0"/>
              </a:spcAft>
              <a:buClr>
                <a:srgbClr val="000000"/>
              </a:buClr>
              <a:buSzPts val="2000"/>
              <a:buFont typeface="Calibri"/>
              <a:buNone/>
            </a:pPr>
            <a:r>
              <a:rPr lang="en-US" sz="2000" b="1" i="0" u="none" strike="noStrike" cap="none">
                <a:solidFill>
                  <a:srgbClr val="FF0000"/>
                </a:solidFill>
                <a:latin typeface="Calibri"/>
                <a:ea typeface="Calibri"/>
                <a:cs typeface="Calibri"/>
                <a:sym typeface="Calibri"/>
              </a:rPr>
              <a:t>SMTP header</a:t>
            </a:r>
            <a:endParaRPr sz="1400" b="1" i="0" u="none" strike="noStrike" cap="none">
              <a:solidFill>
                <a:srgbClr val="FF0000"/>
              </a:solidFill>
              <a:latin typeface="Arial"/>
              <a:ea typeface="Arial"/>
              <a:cs typeface="Arial"/>
              <a:sym typeface="Arial"/>
            </a:endParaRPr>
          </a:p>
        </p:txBody>
      </p:sp>
      <p:sp>
        <p:nvSpPr>
          <p:cNvPr id="847" name="Google Shape;847;p7"/>
          <p:cNvSpPr txBox="1"/>
          <p:nvPr/>
        </p:nvSpPr>
        <p:spPr>
          <a:xfrm>
            <a:off x="374090" y="5559650"/>
            <a:ext cx="1662545" cy="615513"/>
          </a:xfrm>
          <a:prstGeom prst="rect">
            <a:avLst/>
          </a:prstGeom>
          <a:noFill/>
          <a:ln>
            <a:noFill/>
          </a:ln>
        </p:spPr>
        <p:txBody>
          <a:bodyPr spcFirstLastPara="1" wrap="square" lIns="91425" tIns="45700" rIns="91425" bIns="45700" anchor="t" anchorCtr="0">
            <a:spAutoFit/>
          </a:bodyPr>
          <a:lstStyle/>
          <a:p>
            <a:pPr marL="0" marR="0" lvl="0" indent="0" algn="r" rtl="0">
              <a:lnSpc>
                <a:spcPct val="85000"/>
              </a:lnSpc>
              <a:spcBef>
                <a:spcPts val="0"/>
              </a:spcBef>
              <a:spcAft>
                <a:spcPts val="0"/>
              </a:spcAft>
              <a:buClr>
                <a:srgbClr val="000000"/>
              </a:buClr>
              <a:buSzPts val="2000"/>
              <a:buFont typeface="Calibri"/>
              <a:buNone/>
            </a:pPr>
            <a:r>
              <a:rPr lang="en-US" sz="2000" b="1" i="0" u="none" strike="noStrike" cap="none">
                <a:solidFill>
                  <a:srgbClr val="FF0000"/>
                </a:solidFill>
                <a:latin typeface="Calibri"/>
                <a:ea typeface="Calibri"/>
                <a:cs typeface="Calibri"/>
                <a:sym typeface="Calibri"/>
              </a:rPr>
              <a:t>SMTP Termination</a:t>
            </a:r>
            <a:endParaRPr sz="1400" b="1" i="0" u="none" strike="noStrike" cap="none">
              <a:solidFill>
                <a:srgbClr val="FF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839"/>
                                        </p:tgtEl>
                                      </p:cBhvr>
                                    </p:animEffect>
                                    <p:set>
                                      <p:cBhvr>
                                        <p:cTn id="7" dur="1" fill="hold">
                                          <p:stCondLst>
                                            <p:cond delay="500"/>
                                          </p:stCondLst>
                                        </p:cTn>
                                        <p:tgtEl>
                                          <p:spTgt spid="839"/>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84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xit" presetSubtype="0" fill="hold" nodeType="clickEffect">
                                  <p:stCondLst>
                                    <p:cond delay="0"/>
                                  </p:stCondLst>
                                  <p:childTnLst>
                                    <p:animEffect transition="out" filter="fade">
                                      <p:cBhvr>
                                        <p:cTn id="15" dur="500"/>
                                        <p:tgtEl>
                                          <p:spTgt spid="840"/>
                                        </p:tgtEl>
                                      </p:cBhvr>
                                    </p:animEffect>
                                    <p:set>
                                      <p:cBhvr>
                                        <p:cTn id="16" dur="1" fill="hold">
                                          <p:stCondLst>
                                            <p:cond delay="500"/>
                                          </p:stCondLst>
                                        </p:cTn>
                                        <p:tgtEl>
                                          <p:spTgt spid="840"/>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0" presetClass="exit" presetSubtype="0" fill="hold" nodeType="clickEffect">
                                  <p:stCondLst>
                                    <p:cond delay="0"/>
                                  </p:stCondLst>
                                  <p:childTnLst>
                                    <p:animEffect transition="out" filter="fade">
                                      <p:cBhvr>
                                        <p:cTn id="20" dur="500"/>
                                        <p:tgtEl>
                                          <p:spTgt spid="841"/>
                                        </p:tgtEl>
                                      </p:cBhvr>
                                    </p:animEffect>
                                    <p:set>
                                      <p:cBhvr>
                                        <p:cTn id="21" dur="1" fill="hold">
                                          <p:stCondLst>
                                            <p:cond delay="500"/>
                                          </p:stCondLst>
                                        </p:cTn>
                                        <p:tgtEl>
                                          <p:spTgt spid="841"/>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845"/>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0" presetClass="exit" presetSubtype="0" fill="hold" nodeType="clickEffect">
                                  <p:stCondLst>
                                    <p:cond delay="0"/>
                                  </p:stCondLst>
                                  <p:childTnLst>
                                    <p:animEffect transition="out" filter="fade">
                                      <p:cBhvr>
                                        <p:cTn id="29" dur="500"/>
                                        <p:tgtEl>
                                          <p:spTgt spid="842"/>
                                        </p:tgtEl>
                                      </p:cBhvr>
                                    </p:animEffect>
                                    <p:set>
                                      <p:cBhvr>
                                        <p:cTn id="30" dur="1" fill="hold">
                                          <p:stCondLst>
                                            <p:cond delay="500"/>
                                          </p:stCondLst>
                                        </p:cTn>
                                        <p:tgtEl>
                                          <p:spTgt spid="842"/>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2"/>
        <p:cNvGrpSpPr/>
        <p:nvPr/>
      </p:nvGrpSpPr>
      <p:grpSpPr>
        <a:xfrm>
          <a:off x="0" y="0"/>
          <a:ext cx="0" cy="0"/>
          <a:chOff x="0" y="0"/>
          <a:chExt cx="0" cy="0"/>
        </a:xfrm>
      </p:grpSpPr>
      <p:sp>
        <p:nvSpPr>
          <p:cNvPr id="853" name="Google Shape;853;p8"/>
          <p:cNvSpPr txBox="1">
            <a:spLocks noGrp="1"/>
          </p:cNvSpPr>
          <p:nvPr>
            <p:ph type="title"/>
          </p:nvPr>
        </p:nvSpPr>
        <p:spPr>
          <a:xfrm>
            <a:off x="2057400" y="161925"/>
            <a:ext cx="77724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Corbel"/>
              <a:buNone/>
            </a:pPr>
            <a:r>
              <a:rPr lang="en-US"/>
              <a:t>SMTP: final words</a:t>
            </a:r>
            <a:endParaRPr/>
          </a:p>
        </p:txBody>
      </p:sp>
      <p:sp>
        <p:nvSpPr>
          <p:cNvPr id="854" name="Google Shape;854;p8"/>
          <p:cNvSpPr txBox="1">
            <a:spLocks noGrp="1"/>
          </p:cNvSpPr>
          <p:nvPr>
            <p:ph type="body" idx="1"/>
          </p:nvPr>
        </p:nvSpPr>
        <p:spPr>
          <a:xfrm>
            <a:off x="1677987" y="1289049"/>
            <a:ext cx="3600450" cy="4648200"/>
          </a:xfrm>
          <a:prstGeom prst="rect">
            <a:avLst/>
          </a:prstGeom>
          <a:noFill/>
          <a:ln>
            <a:noFill/>
          </a:ln>
        </p:spPr>
        <p:txBody>
          <a:bodyPr spcFirstLastPara="1" wrap="square" lIns="91425" tIns="45700" rIns="91425" bIns="45700" anchor="ctr" anchorCtr="0">
            <a:normAutofit/>
          </a:bodyPr>
          <a:lstStyle/>
          <a:p>
            <a:pPr marL="285750" lvl="0" indent="-285750" algn="l" rtl="0">
              <a:lnSpc>
                <a:spcPct val="100000"/>
              </a:lnSpc>
              <a:spcBef>
                <a:spcPts val="0"/>
              </a:spcBef>
              <a:spcAft>
                <a:spcPts val="0"/>
              </a:spcAft>
              <a:buSzPts val="3190"/>
              <a:buChar char="•"/>
            </a:pPr>
            <a:r>
              <a:rPr lang="en-US" sz="2200"/>
              <a:t>SMTP uses persistent connections</a:t>
            </a:r>
            <a:endParaRPr/>
          </a:p>
          <a:p>
            <a:pPr marL="285750" lvl="0" indent="-285750" algn="l" rtl="0">
              <a:lnSpc>
                <a:spcPct val="100000"/>
              </a:lnSpc>
              <a:spcBef>
                <a:spcPts val="1040"/>
              </a:spcBef>
              <a:spcAft>
                <a:spcPts val="0"/>
              </a:spcAft>
              <a:buSzPts val="3190"/>
              <a:buChar char="•"/>
            </a:pPr>
            <a:r>
              <a:rPr lang="en-US" sz="2200"/>
              <a:t>SMTP requires message (header &amp; body) to be in 7-bit ASCII</a:t>
            </a:r>
            <a:endParaRPr/>
          </a:p>
          <a:p>
            <a:pPr marL="285750" lvl="0" indent="-285750" algn="l" rtl="0">
              <a:lnSpc>
                <a:spcPct val="100000"/>
              </a:lnSpc>
              <a:spcBef>
                <a:spcPts val="1040"/>
              </a:spcBef>
              <a:spcAft>
                <a:spcPts val="0"/>
              </a:spcAft>
              <a:buSzPts val="3190"/>
              <a:buChar char="•"/>
            </a:pPr>
            <a:r>
              <a:rPr lang="en-US" sz="2200"/>
              <a:t>SMTP server uses CRLF.CRLF (\r\n.\r\n) to determine end of message</a:t>
            </a:r>
            <a:endParaRPr/>
          </a:p>
        </p:txBody>
      </p:sp>
      <p:sp>
        <p:nvSpPr>
          <p:cNvPr id="855" name="Google Shape;855;p8"/>
          <p:cNvSpPr txBox="1">
            <a:spLocks noGrp="1"/>
          </p:cNvSpPr>
          <p:nvPr>
            <p:ph type="body" idx="2"/>
          </p:nvPr>
        </p:nvSpPr>
        <p:spPr>
          <a:xfrm>
            <a:off x="5600700" y="1141413"/>
            <a:ext cx="4832350" cy="4648200"/>
          </a:xfrm>
          <a:prstGeom prst="rect">
            <a:avLst/>
          </a:prstGeom>
          <a:noFill/>
          <a:ln>
            <a:noFill/>
          </a:ln>
        </p:spPr>
        <p:txBody>
          <a:bodyPr spcFirstLastPara="1" wrap="square" lIns="91425" tIns="45700" rIns="91425" bIns="45700" anchor="ctr" anchorCtr="0">
            <a:normAutofit fontScale="92500"/>
          </a:bodyPr>
          <a:lstStyle/>
          <a:p>
            <a:pPr marL="285750" lvl="0" indent="-285750" algn="l" rtl="0">
              <a:lnSpc>
                <a:spcPct val="100000"/>
              </a:lnSpc>
              <a:spcBef>
                <a:spcPts val="0"/>
              </a:spcBef>
              <a:spcAft>
                <a:spcPts val="0"/>
              </a:spcAft>
              <a:buSzPct val="145000"/>
              <a:buFont typeface="Noto Sans"/>
              <a:buNone/>
            </a:pPr>
            <a:r>
              <a:rPr lang="en-US" sz="2600" b="1" i="1" dirty="0">
                <a:solidFill>
                  <a:srgbClr val="7D28CD"/>
                </a:solidFill>
              </a:rPr>
              <a:t>Comparison with HTTP:</a:t>
            </a:r>
            <a:endParaRPr dirty="0"/>
          </a:p>
          <a:p>
            <a:pPr marL="285750" lvl="0" indent="-285750" algn="l" rtl="0">
              <a:lnSpc>
                <a:spcPct val="100000"/>
              </a:lnSpc>
              <a:spcBef>
                <a:spcPts val="1710"/>
              </a:spcBef>
              <a:spcAft>
                <a:spcPts val="0"/>
              </a:spcAft>
              <a:buSzPct val="145000"/>
              <a:buChar char="•"/>
            </a:pPr>
            <a:r>
              <a:rPr lang="en-US" sz="2400" dirty="0"/>
              <a:t>HTTP: pull; SMTP: push</a:t>
            </a:r>
            <a:endParaRPr dirty="0"/>
          </a:p>
          <a:p>
            <a:pPr marL="285750" lvl="0" indent="-285750" algn="l" rtl="0">
              <a:lnSpc>
                <a:spcPct val="100000"/>
              </a:lnSpc>
              <a:spcBef>
                <a:spcPts val="1044"/>
              </a:spcBef>
              <a:spcAft>
                <a:spcPts val="0"/>
              </a:spcAft>
              <a:buSzPct val="145000"/>
              <a:buChar char="•"/>
            </a:pPr>
            <a:r>
              <a:rPr lang="en-US" sz="2400" dirty="0"/>
              <a:t>HTTP: Server to client; vice versa</a:t>
            </a:r>
            <a:endParaRPr dirty="0"/>
          </a:p>
          <a:p>
            <a:pPr marL="285750" lvl="0" indent="-285750" algn="l" rtl="0">
              <a:lnSpc>
                <a:spcPct val="100000"/>
              </a:lnSpc>
              <a:spcBef>
                <a:spcPts val="1554"/>
              </a:spcBef>
              <a:spcAft>
                <a:spcPts val="0"/>
              </a:spcAft>
              <a:buSzPct val="145000"/>
              <a:buChar char="•"/>
            </a:pPr>
            <a:r>
              <a:rPr lang="en-US" sz="2400" dirty="0"/>
              <a:t>SMTP: server to server</a:t>
            </a:r>
            <a:endParaRPr dirty="0"/>
          </a:p>
          <a:p>
            <a:pPr marL="285750" lvl="0" indent="-285750" algn="l" rtl="0">
              <a:lnSpc>
                <a:spcPct val="100000"/>
              </a:lnSpc>
              <a:spcBef>
                <a:spcPts val="1554"/>
              </a:spcBef>
              <a:spcAft>
                <a:spcPts val="0"/>
              </a:spcAft>
              <a:buSzPct val="145000"/>
              <a:buChar char="•"/>
            </a:pPr>
            <a:r>
              <a:rPr lang="en-US" sz="2400" dirty="0"/>
              <a:t>both have ASCII command/response interaction, status codes</a:t>
            </a:r>
            <a:endParaRPr dirty="0"/>
          </a:p>
          <a:p>
            <a:pPr marL="285750" lvl="0" indent="-285750" algn="l" rtl="0">
              <a:lnSpc>
                <a:spcPct val="100000"/>
              </a:lnSpc>
              <a:spcBef>
                <a:spcPts val="1554"/>
              </a:spcBef>
              <a:spcAft>
                <a:spcPts val="0"/>
              </a:spcAft>
              <a:buSzPct val="145000"/>
              <a:buChar char="•"/>
            </a:pPr>
            <a:r>
              <a:rPr lang="en-US" sz="2400" dirty="0"/>
              <a:t>HTTP: each object encapsulated in its own response message</a:t>
            </a:r>
            <a:endParaRPr dirty="0"/>
          </a:p>
          <a:p>
            <a:pPr marL="285750" lvl="0" indent="-285750" algn="l" rtl="0">
              <a:lnSpc>
                <a:spcPct val="100000"/>
              </a:lnSpc>
              <a:spcBef>
                <a:spcPts val="1044"/>
              </a:spcBef>
              <a:spcAft>
                <a:spcPts val="0"/>
              </a:spcAft>
              <a:buSzPct val="145000"/>
              <a:buChar char="•"/>
            </a:pPr>
            <a:r>
              <a:rPr lang="en-US" sz="2400" dirty="0"/>
              <a:t>SMTP: multiple objects sent in multipart message</a:t>
            </a:r>
            <a:endParaRPr dirty="0"/>
          </a:p>
        </p:txBody>
      </p:sp>
      <p:sp>
        <p:nvSpPr>
          <p:cNvPr id="856" name="Google Shape;856;p8"/>
          <p:cNvSpPr txBox="1">
            <a:spLocks noGrp="1"/>
          </p:cNvSpPr>
          <p:nvPr>
            <p:ph type="sldNum" idx="12"/>
          </p:nvPr>
        </p:nvSpPr>
        <p:spPr>
          <a:xfrm>
            <a:off x="10951856" y="5883275"/>
            <a:ext cx="551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US"/>
              <a:t>8</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5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5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5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5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5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5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1"/>
        <p:cNvGrpSpPr/>
        <p:nvPr/>
      </p:nvGrpSpPr>
      <p:grpSpPr>
        <a:xfrm>
          <a:off x="0" y="0"/>
          <a:ext cx="0" cy="0"/>
          <a:chOff x="0" y="0"/>
          <a:chExt cx="0" cy="0"/>
        </a:xfrm>
      </p:grpSpPr>
      <p:sp>
        <p:nvSpPr>
          <p:cNvPr id="862" name="Google Shape;862;p9"/>
          <p:cNvSpPr txBox="1">
            <a:spLocks noGrp="1"/>
          </p:cNvSpPr>
          <p:nvPr>
            <p:ph type="title"/>
          </p:nvPr>
        </p:nvSpPr>
        <p:spPr>
          <a:xfrm>
            <a:off x="2057400" y="117475"/>
            <a:ext cx="77724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Corbel"/>
              <a:buNone/>
            </a:pPr>
            <a:r>
              <a:rPr lang="en-US" b="1"/>
              <a:t>Mail message format</a:t>
            </a:r>
            <a:endParaRPr b="1"/>
          </a:p>
        </p:txBody>
      </p:sp>
      <p:sp>
        <p:nvSpPr>
          <p:cNvPr id="863" name="Google Shape;863;p9"/>
          <p:cNvSpPr txBox="1">
            <a:spLocks noGrp="1"/>
          </p:cNvSpPr>
          <p:nvPr>
            <p:ph type="body" idx="1"/>
          </p:nvPr>
        </p:nvSpPr>
        <p:spPr>
          <a:xfrm>
            <a:off x="2057401" y="1611313"/>
            <a:ext cx="3927475" cy="4648200"/>
          </a:xfrm>
          <a:prstGeom prst="rect">
            <a:avLst/>
          </a:prstGeom>
          <a:noFill/>
          <a:ln>
            <a:noFill/>
          </a:ln>
        </p:spPr>
        <p:txBody>
          <a:bodyPr spcFirstLastPara="1" wrap="square" lIns="91425" tIns="45700" rIns="91425" bIns="45700" anchor="ctr" anchorCtr="0">
            <a:normAutofit fontScale="92500" lnSpcReduction="10000"/>
          </a:bodyPr>
          <a:lstStyle/>
          <a:p>
            <a:pPr marL="285750" lvl="0" indent="-285750" algn="l" rtl="0">
              <a:lnSpc>
                <a:spcPct val="100000"/>
              </a:lnSpc>
              <a:spcBef>
                <a:spcPts val="0"/>
              </a:spcBef>
              <a:spcAft>
                <a:spcPts val="0"/>
              </a:spcAft>
              <a:buSzPct val="145000"/>
              <a:buFont typeface="Noto Sans"/>
              <a:buNone/>
            </a:pPr>
            <a:r>
              <a:rPr lang="en-US" sz="2400"/>
              <a:t>SMTP: protocol for exchanging email messages</a:t>
            </a:r>
            <a:endParaRPr/>
          </a:p>
          <a:p>
            <a:pPr marL="285750" lvl="0" indent="-285750" algn="l" rtl="0">
              <a:lnSpc>
                <a:spcPct val="100000"/>
              </a:lnSpc>
              <a:spcBef>
                <a:spcPts val="1044"/>
              </a:spcBef>
              <a:spcAft>
                <a:spcPts val="0"/>
              </a:spcAft>
              <a:buSzPct val="145000"/>
              <a:buFont typeface="Noto Sans"/>
              <a:buNone/>
            </a:pPr>
            <a:r>
              <a:rPr lang="en-US" sz="2400"/>
              <a:t>RFC 822: standard for text message format:</a:t>
            </a:r>
            <a:endParaRPr/>
          </a:p>
          <a:p>
            <a:pPr marL="285750" lvl="0" indent="-285750" algn="l" rtl="0">
              <a:lnSpc>
                <a:spcPct val="100000"/>
              </a:lnSpc>
              <a:spcBef>
                <a:spcPts val="1044"/>
              </a:spcBef>
              <a:spcAft>
                <a:spcPts val="0"/>
              </a:spcAft>
              <a:buSzPct val="145000"/>
              <a:buChar char="•"/>
            </a:pPr>
            <a:r>
              <a:rPr lang="en-US" sz="2400"/>
              <a:t>header lines, e.g.,</a:t>
            </a:r>
            <a:endParaRPr/>
          </a:p>
          <a:p>
            <a:pPr marL="742950" lvl="1" indent="-285750" algn="l" rtl="0">
              <a:lnSpc>
                <a:spcPct val="100000"/>
              </a:lnSpc>
              <a:spcBef>
                <a:spcPts val="896"/>
              </a:spcBef>
              <a:spcAft>
                <a:spcPts val="0"/>
              </a:spcAft>
              <a:buSzPct val="145000"/>
              <a:buFont typeface="Noto Sans"/>
              <a:buNone/>
            </a:pPr>
            <a:endParaRPr i="1">
              <a:solidFill>
                <a:srgbClr val="FF0000"/>
              </a:solidFill>
            </a:endParaRPr>
          </a:p>
          <a:p>
            <a:pPr marL="742950" lvl="1" indent="-285750" algn="l" rtl="0">
              <a:lnSpc>
                <a:spcPct val="100000"/>
              </a:lnSpc>
              <a:spcBef>
                <a:spcPts val="896"/>
              </a:spcBef>
              <a:spcAft>
                <a:spcPts val="0"/>
              </a:spcAft>
              <a:buSzPct val="145000"/>
              <a:buFont typeface="Noto Sans"/>
              <a:buNone/>
            </a:pPr>
            <a:endParaRPr i="1">
              <a:solidFill>
                <a:srgbClr val="FF0000"/>
              </a:solidFill>
            </a:endParaRPr>
          </a:p>
          <a:p>
            <a:pPr marL="742950" lvl="1" indent="-285750" algn="l" rtl="0">
              <a:lnSpc>
                <a:spcPct val="100000"/>
              </a:lnSpc>
              <a:spcBef>
                <a:spcPts val="896"/>
              </a:spcBef>
              <a:spcAft>
                <a:spcPts val="0"/>
              </a:spcAft>
              <a:buSzPct val="145000"/>
              <a:buFont typeface="Noto Sans"/>
              <a:buNone/>
            </a:pPr>
            <a:endParaRPr i="1">
              <a:solidFill>
                <a:srgbClr val="FF0000"/>
              </a:solidFill>
            </a:endParaRPr>
          </a:p>
          <a:p>
            <a:pPr marL="742950" lvl="1" indent="-285750" algn="l" rtl="0">
              <a:lnSpc>
                <a:spcPct val="100000"/>
              </a:lnSpc>
              <a:spcBef>
                <a:spcPts val="1007"/>
              </a:spcBef>
              <a:spcAft>
                <a:spcPts val="0"/>
              </a:spcAft>
              <a:buSzPct val="145000"/>
              <a:buFont typeface="Noto Sans"/>
              <a:buNone/>
            </a:pPr>
            <a:r>
              <a:rPr lang="en-US" i="1">
                <a:solidFill>
                  <a:srgbClr val="FF0000"/>
                </a:solidFill>
              </a:rPr>
              <a:t>different</a:t>
            </a:r>
            <a:r>
              <a:rPr lang="en-US" i="1">
                <a:solidFill>
                  <a:srgbClr val="66FFCC"/>
                </a:solidFill>
              </a:rPr>
              <a:t> </a:t>
            </a:r>
            <a:r>
              <a:rPr lang="en-US" i="1"/>
              <a:t>from </a:t>
            </a:r>
            <a:r>
              <a:rPr lang="en-US" sz="2200"/>
              <a:t>SMTP MAIL FROM, RCPT TO:</a:t>
            </a:r>
            <a:r>
              <a:rPr lang="en-US"/>
              <a:t> commands!</a:t>
            </a:r>
            <a:endParaRPr/>
          </a:p>
          <a:p>
            <a:pPr marL="285750" lvl="0" indent="-285750" algn="l" rtl="0">
              <a:lnSpc>
                <a:spcPct val="100000"/>
              </a:lnSpc>
              <a:spcBef>
                <a:spcPts val="1044"/>
              </a:spcBef>
              <a:spcAft>
                <a:spcPts val="0"/>
              </a:spcAft>
              <a:buSzPct val="145000"/>
              <a:buChar char="•"/>
            </a:pPr>
            <a:r>
              <a:rPr lang="en-US" sz="2400"/>
              <a:t>Body: the “message” </a:t>
            </a:r>
            <a:endParaRPr/>
          </a:p>
          <a:p>
            <a:pPr marL="742950" lvl="1" indent="-285750" algn="l" rtl="0">
              <a:lnSpc>
                <a:spcPct val="100000"/>
              </a:lnSpc>
              <a:spcBef>
                <a:spcPts val="970"/>
              </a:spcBef>
              <a:spcAft>
                <a:spcPts val="0"/>
              </a:spcAft>
              <a:buSzPct val="145000"/>
              <a:buChar char="•"/>
            </a:pPr>
            <a:r>
              <a:rPr lang="en-US" sz="2000"/>
              <a:t>ASCII characters only</a:t>
            </a:r>
            <a:endParaRPr/>
          </a:p>
        </p:txBody>
      </p:sp>
      <p:sp>
        <p:nvSpPr>
          <p:cNvPr id="864" name="Google Shape;864;p9"/>
          <p:cNvSpPr/>
          <p:nvPr/>
        </p:nvSpPr>
        <p:spPr>
          <a:xfrm>
            <a:off x="6502400" y="1892300"/>
            <a:ext cx="2832100" cy="431800"/>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Noto Sans"/>
              <a:buNone/>
            </a:pPr>
            <a:r>
              <a:rPr lang="en-US" sz="2400" b="0" i="0" u="none" strike="noStrike" cap="none">
                <a:solidFill>
                  <a:schemeClr val="lt1"/>
                </a:solidFill>
                <a:latin typeface="Arial"/>
                <a:ea typeface="Arial"/>
                <a:cs typeface="Arial"/>
                <a:sym typeface="Arial"/>
              </a:rPr>
              <a:t>header</a:t>
            </a:r>
            <a:endParaRPr sz="1400" b="0" i="0" u="none" strike="noStrike" cap="none">
              <a:solidFill>
                <a:srgbClr val="000000"/>
              </a:solidFill>
              <a:latin typeface="Arial"/>
              <a:ea typeface="Arial"/>
              <a:cs typeface="Arial"/>
              <a:sym typeface="Arial"/>
            </a:endParaRPr>
          </a:p>
        </p:txBody>
      </p:sp>
      <p:sp>
        <p:nvSpPr>
          <p:cNvPr id="865" name="Google Shape;865;p9"/>
          <p:cNvSpPr/>
          <p:nvPr/>
        </p:nvSpPr>
        <p:spPr>
          <a:xfrm>
            <a:off x="6502400" y="2705100"/>
            <a:ext cx="2832100" cy="1739900"/>
          </a:xfrm>
          <a:prstGeom prst="rect">
            <a:avLst/>
          </a:prstGeom>
          <a:solidFill>
            <a:schemeClr val="accen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Noto Sans"/>
              <a:buNone/>
            </a:pPr>
            <a:r>
              <a:rPr lang="en-US" sz="2400" b="0" i="0" u="none" strike="noStrike" cap="none">
                <a:solidFill>
                  <a:schemeClr val="lt1"/>
                </a:solidFill>
                <a:latin typeface="Arial"/>
                <a:ea typeface="Arial"/>
                <a:cs typeface="Arial"/>
                <a:sym typeface="Arial"/>
              </a:rPr>
              <a:t>body</a:t>
            </a:r>
            <a:endParaRPr sz="1400" b="0" i="0" u="none" strike="noStrike" cap="none">
              <a:solidFill>
                <a:srgbClr val="000000"/>
              </a:solidFill>
              <a:latin typeface="Arial"/>
              <a:ea typeface="Arial"/>
              <a:cs typeface="Arial"/>
              <a:sym typeface="Arial"/>
            </a:endParaRPr>
          </a:p>
        </p:txBody>
      </p:sp>
      <p:sp>
        <p:nvSpPr>
          <p:cNvPr id="866" name="Google Shape;866;p9"/>
          <p:cNvSpPr/>
          <p:nvPr/>
        </p:nvSpPr>
        <p:spPr>
          <a:xfrm>
            <a:off x="6299200" y="1778000"/>
            <a:ext cx="3238500" cy="3073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accent2"/>
              </a:buClr>
              <a:buSzPts val="2040"/>
              <a:buFont typeface="Arial"/>
              <a:buNone/>
            </a:pPr>
            <a:endParaRPr sz="2400" b="0" i="0" u="none" strike="noStrike" cap="none">
              <a:solidFill>
                <a:schemeClr val="dk1"/>
              </a:solidFill>
              <a:latin typeface="Arial"/>
              <a:ea typeface="Arial"/>
              <a:cs typeface="Arial"/>
              <a:sym typeface="Arial"/>
            </a:endParaRPr>
          </a:p>
        </p:txBody>
      </p:sp>
      <p:cxnSp>
        <p:nvCxnSpPr>
          <p:cNvPr id="867" name="Google Shape;867;p9"/>
          <p:cNvCxnSpPr/>
          <p:nvPr/>
        </p:nvCxnSpPr>
        <p:spPr>
          <a:xfrm rot="10800000" flipH="1">
            <a:off x="4686300" y="2159000"/>
            <a:ext cx="1765300" cy="1016000"/>
          </a:xfrm>
          <a:prstGeom prst="straightConnector1">
            <a:avLst/>
          </a:prstGeom>
          <a:noFill/>
          <a:ln w="19050" cap="flat" cmpd="sng">
            <a:solidFill>
              <a:srgbClr val="FF0000"/>
            </a:solidFill>
            <a:prstDash val="solid"/>
            <a:round/>
            <a:headEnd type="none" w="sm" len="sm"/>
            <a:tailEnd type="triangle" w="med" len="med"/>
          </a:ln>
        </p:spPr>
      </p:cxnSp>
      <p:sp>
        <p:nvSpPr>
          <p:cNvPr id="868" name="Google Shape;868;p9"/>
          <p:cNvSpPr txBox="1"/>
          <p:nvPr/>
        </p:nvSpPr>
        <p:spPr>
          <a:xfrm>
            <a:off x="9663113" y="2112964"/>
            <a:ext cx="792162" cy="7016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Noto Sans"/>
              <a:buNone/>
            </a:pPr>
            <a:r>
              <a:rPr lang="en-US" sz="2000" b="0" i="0" u="none" strike="noStrike" cap="none">
                <a:solidFill>
                  <a:schemeClr val="dk1"/>
                </a:solidFill>
                <a:latin typeface="Arial"/>
                <a:ea typeface="Arial"/>
                <a:cs typeface="Arial"/>
                <a:sym typeface="Arial"/>
              </a:rPr>
              <a:t>blank</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2000"/>
              <a:buFont typeface="Noto Sans"/>
              <a:buNone/>
            </a:pPr>
            <a:r>
              <a:rPr lang="en-US" sz="2000" b="0" i="0" u="none" strike="noStrike" cap="none">
                <a:solidFill>
                  <a:schemeClr val="dk1"/>
                </a:solidFill>
                <a:latin typeface="Arial"/>
                <a:ea typeface="Arial"/>
                <a:cs typeface="Arial"/>
                <a:sym typeface="Arial"/>
              </a:rPr>
              <a:t>line</a:t>
            </a:r>
            <a:endParaRPr sz="1400" b="0" i="0" u="none" strike="noStrike" cap="none">
              <a:solidFill>
                <a:srgbClr val="000000"/>
              </a:solidFill>
              <a:latin typeface="Arial"/>
              <a:ea typeface="Arial"/>
              <a:cs typeface="Arial"/>
              <a:sym typeface="Arial"/>
            </a:endParaRPr>
          </a:p>
        </p:txBody>
      </p:sp>
      <p:cxnSp>
        <p:nvCxnSpPr>
          <p:cNvPr id="869" name="Google Shape;869;p9"/>
          <p:cNvCxnSpPr/>
          <p:nvPr/>
        </p:nvCxnSpPr>
        <p:spPr>
          <a:xfrm rot="10800000">
            <a:off x="8775700" y="2552700"/>
            <a:ext cx="965200" cy="0"/>
          </a:xfrm>
          <a:prstGeom prst="straightConnector1">
            <a:avLst/>
          </a:prstGeom>
          <a:noFill/>
          <a:ln w="19050" cap="flat" cmpd="sng">
            <a:solidFill>
              <a:srgbClr val="FF0000"/>
            </a:solidFill>
            <a:prstDash val="solid"/>
            <a:round/>
            <a:headEnd type="none" w="sm" len="sm"/>
            <a:tailEnd type="triangle" w="med" len="med"/>
          </a:ln>
        </p:spPr>
      </p:cxnSp>
      <p:pic>
        <p:nvPicPr>
          <p:cNvPr id="870" name="Google Shape;870;p9"/>
          <p:cNvPicPr preferRelativeResize="0"/>
          <p:nvPr/>
        </p:nvPicPr>
        <p:blipFill rotWithShape="1">
          <a:blip r:embed="rId3">
            <a:alphaModFix/>
          </a:blip>
          <a:srcRect l="-417" t="-3236" r="38625" b="-803"/>
          <a:stretch/>
        </p:blipFill>
        <p:spPr>
          <a:xfrm>
            <a:off x="2462214" y="3498850"/>
            <a:ext cx="3094037" cy="946150"/>
          </a:xfrm>
          <a:prstGeom prst="rect">
            <a:avLst/>
          </a:prstGeom>
          <a:noFill/>
          <a:ln>
            <a:noFill/>
          </a:ln>
        </p:spPr>
      </p:pic>
      <p:cxnSp>
        <p:nvCxnSpPr>
          <p:cNvPr id="871" name="Google Shape;871;p9"/>
          <p:cNvCxnSpPr/>
          <p:nvPr/>
        </p:nvCxnSpPr>
        <p:spPr>
          <a:xfrm rot="10800000" flipH="1">
            <a:off x="5214938" y="4051300"/>
            <a:ext cx="1917700" cy="1828800"/>
          </a:xfrm>
          <a:prstGeom prst="straightConnector1">
            <a:avLst/>
          </a:prstGeom>
          <a:noFill/>
          <a:ln w="19050" cap="flat" cmpd="sng">
            <a:solidFill>
              <a:srgbClr val="FF0000"/>
            </a:solidFill>
            <a:prstDash val="solid"/>
            <a:round/>
            <a:headEnd type="none" w="sm" len="sm"/>
            <a:tailEnd type="triangle" w="med" len="med"/>
          </a:ln>
        </p:spPr>
      </p:cxnSp>
      <p:sp>
        <p:nvSpPr>
          <p:cNvPr id="872" name="Google Shape;872;p9"/>
          <p:cNvSpPr txBox="1">
            <a:spLocks noGrp="1"/>
          </p:cNvSpPr>
          <p:nvPr>
            <p:ph type="sldNum" idx="12"/>
          </p:nvPr>
        </p:nvSpPr>
        <p:spPr>
          <a:xfrm>
            <a:off x="10951856" y="5883275"/>
            <a:ext cx="551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US"/>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p10"/>
          <p:cNvSpPr txBox="1">
            <a:spLocks noGrp="1"/>
          </p:cNvSpPr>
          <p:nvPr>
            <p:ph type="title"/>
          </p:nvPr>
        </p:nvSpPr>
        <p:spPr>
          <a:xfrm>
            <a:off x="2024063" y="255588"/>
            <a:ext cx="7772400" cy="893762"/>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Corbel"/>
              <a:buNone/>
            </a:pPr>
            <a:r>
              <a:rPr lang="en-US" dirty="0"/>
              <a:t>Mail access protocols</a:t>
            </a:r>
            <a:endParaRPr dirty="0"/>
          </a:p>
        </p:txBody>
      </p:sp>
      <p:sp>
        <p:nvSpPr>
          <p:cNvPr id="879" name="Google Shape;879;p10"/>
          <p:cNvSpPr txBox="1">
            <a:spLocks noGrp="1"/>
          </p:cNvSpPr>
          <p:nvPr>
            <p:ph type="body" idx="1"/>
          </p:nvPr>
        </p:nvSpPr>
        <p:spPr>
          <a:xfrm>
            <a:off x="2105026" y="3462056"/>
            <a:ext cx="8562974" cy="3395944"/>
          </a:xfrm>
          <a:prstGeom prst="rect">
            <a:avLst/>
          </a:prstGeom>
          <a:noFill/>
          <a:ln>
            <a:noFill/>
          </a:ln>
        </p:spPr>
        <p:txBody>
          <a:bodyPr spcFirstLastPara="1" wrap="square" lIns="91425" tIns="45700" rIns="91425" bIns="45700" anchor="ctr" anchorCtr="0">
            <a:normAutofit/>
          </a:bodyPr>
          <a:lstStyle/>
          <a:p>
            <a:pPr marL="285750" lvl="0" indent="-285750" algn="l" rtl="0">
              <a:lnSpc>
                <a:spcPct val="100000"/>
              </a:lnSpc>
              <a:spcBef>
                <a:spcPts val="0"/>
              </a:spcBef>
              <a:spcAft>
                <a:spcPts val="0"/>
              </a:spcAft>
              <a:buSzPts val="3480"/>
              <a:buChar char="•"/>
            </a:pPr>
            <a:r>
              <a:rPr lang="en-US" sz="2400" dirty="0">
                <a:solidFill>
                  <a:srgbClr val="CC0000"/>
                </a:solidFill>
              </a:rPr>
              <a:t>SMTP:</a:t>
            </a:r>
            <a:r>
              <a:rPr lang="en-US" sz="2400" dirty="0"/>
              <a:t> delivery/storage to receiver’s server</a:t>
            </a:r>
            <a:endParaRPr dirty="0"/>
          </a:p>
          <a:p>
            <a:pPr marL="285750" lvl="0" indent="-285750" algn="l" rtl="0">
              <a:lnSpc>
                <a:spcPct val="100000"/>
              </a:lnSpc>
              <a:spcBef>
                <a:spcPts val="1008"/>
              </a:spcBef>
              <a:spcAft>
                <a:spcPts val="0"/>
              </a:spcAft>
              <a:buSzPts val="3480"/>
              <a:buChar char="•"/>
            </a:pPr>
            <a:r>
              <a:rPr lang="en-US" sz="2400" dirty="0"/>
              <a:t>Mail access protocol: retrieval from server</a:t>
            </a:r>
            <a:endParaRPr dirty="0"/>
          </a:p>
          <a:p>
            <a:pPr marL="742950" lvl="1" indent="-285750" algn="l" rtl="0">
              <a:lnSpc>
                <a:spcPct val="100000"/>
              </a:lnSpc>
              <a:spcBef>
                <a:spcPts val="974"/>
              </a:spcBef>
              <a:spcAft>
                <a:spcPts val="0"/>
              </a:spcAft>
              <a:buSzPts val="3190"/>
              <a:buChar char="•"/>
            </a:pPr>
            <a:r>
              <a:rPr lang="en-US" sz="2200" dirty="0">
                <a:solidFill>
                  <a:srgbClr val="CC0000"/>
                </a:solidFill>
              </a:rPr>
              <a:t>POP:</a:t>
            </a:r>
            <a:r>
              <a:rPr lang="en-US" sz="2200" dirty="0"/>
              <a:t> Post Office Protocol [RFC 1939]: authorization, download </a:t>
            </a:r>
            <a:endParaRPr dirty="0"/>
          </a:p>
          <a:p>
            <a:pPr marL="742950" lvl="1" indent="-285750" algn="l" rtl="0">
              <a:lnSpc>
                <a:spcPct val="100000"/>
              </a:lnSpc>
              <a:spcBef>
                <a:spcPts val="974"/>
              </a:spcBef>
              <a:spcAft>
                <a:spcPts val="0"/>
              </a:spcAft>
              <a:buSzPts val="3190"/>
              <a:buChar char="•"/>
            </a:pPr>
            <a:r>
              <a:rPr lang="en-US" sz="2200" dirty="0">
                <a:solidFill>
                  <a:srgbClr val="CC0000"/>
                </a:solidFill>
              </a:rPr>
              <a:t>IMAP:</a:t>
            </a:r>
            <a:r>
              <a:rPr lang="en-US" sz="2200" dirty="0"/>
              <a:t> Internet Mail Access Protocol [RFC 1730]: more features, including manipulation of stored messages on server</a:t>
            </a:r>
            <a:endParaRPr dirty="0"/>
          </a:p>
          <a:p>
            <a:pPr marL="742950" lvl="1" indent="-285750" algn="l" rtl="0">
              <a:lnSpc>
                <a:spcPct val="100000"/>
              </a:lnSpc>
              <a:spcBef>
                <a:spcPts val="974"/>
              </a:spcBef>
              <a:spcAft>
                <a:spcPts val="0"/>
              </a:spcAft>
              <a:buSzPts val="3190"/>
              <a:buChar char="•"/>
            </a:pPr>
            <a:r>
              <a:rPr lang="en-US" sz="2200" dirty="0">
                <a:solidFill>
                  <a:srgbClr val="CC0000"/>
                </a:solidFill>
              </a:rPr>
              <a:t>HTTPs:</a:t>
            </a:r>
            <a:r>
              <a:rPr lang="en-US" sz="2200" dirty="0"/>
              <a:t> Web based(Gmail, Hotmail, Yahoo! Mail, etc.)</a:t>
            </a:r>
            <a:endParaRPr dirty="0"/>
          </a:p>
          <a:p>
            <a:pPr marL="742950" lvl="1" indent="-113568" algn="l" rtl="0">
              <a:lnSpc>
                <a:spcPct val="100000"/>
              </a:lnSpc>
              <a:spcBef>
                <a:spcPts val="974"/>
              </a:spcBef>
              <a:spcAft>
                <a:spcPts val="0"/>
              </a:spcAft>
              <a:buSzPts val="3190"/>
              <a:buNone/>
            </a:pPr>
            <a:endParaRPr sz="2200" dirty="0"/>
          </a:p>
        </p:txBody>
      </p:sp>
      <p:pic>
        <p:nvPicPr>
          <p:cNvPr id="880" name="Google Shape;880;p10"/>
          <p:cNvPicPr preferRelativeResize="0"/>
          <p:nvPr/>
        </p:nvPicPr>
        <p:blipFill rotWithShape="1">
          <a:blip r:embed="rId3">
            <a:alphaModFix/>
          </a:blip>
          <a:srcRect/>
          <a:stretch/>
        </p:blipFill>
        <p:spPr>
          <a:xfrm>
            <a:off x="1524000" y="1136650"/>
            <a:ext cx="9144000" cy="1982788"/>
          </a:xfrm>
          <a:prstGeom prst="rect">
            <a:avLst/>
          </a:prstGeom>
          <a:noFill/>
          <a:ln>
            <a:noFill/>
          </a:ln>
        </p:spPr>
      </p:pic>
      <p:sp>
        <p:nvSpPr>
          <p:cNvPr id="881" name="Google Shape;881;p10"/>
          <p:cNvSpPr txBox="1">
            <a:spLocks noGrp="1"/>
          </p:cNvSpPr>
          <p:nvPr>
            <p:ph type="sldNum" idx="12"/>
          </p:nvPr>
        </p:nvSpPr>
        <p:spPr>
          <a:xfrm>
            <a:off x="10951856" y="5883275"/>
            <a:ext cx="551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US"/>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85"/>
        <p:cNvGrpSpPr/>
        <p:nvPr/>
      </p:nvGrpSpPr>
      <p:grpSpPr>
        <a:xfrm>
          <a:off x="0" y="0"/>
          <a:ext cx="0" cy="0"/>
          <a:chOff x="0" y="0"/>
          <a:chExt cx="0" cy="0"/>
        </a:xfrm>
      </p:grpSpPr>
      <p:graphicFrame>
        <p:nvGraphicFramePr>
          <p:cNvPr id="886" name="Google Shape;886;p11"/>
          <p:cNvGraphicFramePr/>
          <p:nvPr/>
        </p:nvGraphicFramePr>
        <p:xfrm>
          <a:off x="1419223" y="929216"/>
          <a:ext cx="9940950" cy="5202660"/>
        </p:xfrm>
        <a:graphic>
          <a:graphicData uri="http://schemas.openxmlformats.org/drawingml/2006/table">
            <a:tbl>
              <a:tblPr firstRow="1" bandRow="1">
                <a:noFill/>
                <a:tableStyleId>{EC4FCD98-5209-47F4-9483-061DBF414D99}</a:tableStyleId>
              </a:tblPr>
              <a:tblGrid>
                <a:gridCol w="3313650">
                  <a:extLst>
                    <a:ext uri="{9D8B030D-6E8A-4147-A177-3AD203B41FA5}">
                      <a16:colId xmlns:a16="http://schemas.microsoft.com/office/drawing/2014/main" val="20000"/>
                    </a:ext>
                  </a:extLst>
                </a:gridCol>
                <a:gridCol w="3313650">
                  <a:extLst>
                    <a:ext uri="{9D8B030D-6E8A-4147-A177-3AD203B41FA5}">
                      <a16:colId xmlns:a16="http://schemas.microsoft.com/office/drawing/2014/main" val="20001"/>
                    </a:ext>
                  </a:extLst>
                </a:gridCol>
                <a:gridCol w="3313650">
                  <a:extLst>
                    <a:ext uri="{9D8B030D-6E8A-4147-A177-3AD203B41FA5}">
                      <a16:colId xmlns:a16="http://schemas.microsoft.com/office/drawing/2014/main" val="20002"/>
                    </a:ext>
                  </a:extLst>
                </a:gridCol>
              </a:tblGrid>
              <a:tr h="47970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Features</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POP3</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IMAP</a:t>
                      </a:r>
                      <a:endParaRPr sz="1800" u="none" strike="noStrike" cap="none"/>
                    </a:p>
                  </a:txBody>
                  <a:tcPr marL="91450" marR="91450" marT="45725" marB="45725"/>
                </a:tc>
                <a:extLst>
                  <a:ext uri="{0D108BD9-81ED-4DB2-BD59-A6C34878D82A}">
                    <a16:rowId xmlns:a16="http://schemas.microsoft.com/office/drawing/2014/main" val="10000"/>
                  </a:ext>
                </a:extLst>
              </a:tr>
              <a:tr h="372250">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solidFill>
                            <a:srgbClr val="7D28CD"/>
                          </a:solidFill>
                        </a:rPr>
                        <a:t>Name</a:t>
                      </a:r>
                      <a:endParaRPr sz="1800" b="1" u="none" strike="noStrike" cap="none">
                        <a:solidFill>
                          <a:srgbClr val="7D28CD"/>
                        </a:solidFil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Post Office Protocol</a:t>
                      </a:r>
                      <a:endParaRPr sz="1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Internet Message Access Protocol</a:t>
                      </a:r>
                      <a:endParaRPr sz="1600" u="none" strike="noStrike" cap="none"/>
                    </a:p>
                  </a:txBody>
                  <a:tcPr marL="91450" marR="91450" marT="45725" marB="45725"/>
                </a:tc>
                <a:extLst>
                  <a:ext uri="{0D108BD9-81ED-4DB2-BD59-A6C34878D82A}">
                    <a16:rowId xmlns:a16="http://schemas.microsoft.com/office/drawing/2014/main" val="10001"/>
                  </a:ext>
                </a:extLst>
              </a:tr>
              <a:tr h="766900">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solidFill>
                            <a:srgbClr val="7D28CD"/>
                          </a:solidFill>
                        </a:rPr>
                        <a:t>Mail Location</a:t>
                      </a:r>
                      <a:endParaRPr sz="1800" b="1" u="none" strike="noStrike" cap="none">
                        <a:solidFill>
                          <a:srgbClr val="7D28CD"/>
                        </a:solidFil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Mail downloaded at the local workstation and deleted from the server. **</a:t>
                      </a:r>
                      <a:endParaRPr sz="16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600"/>
                        <a:buFont typeface="Corbel"/>
                        <a:buNone/>
                      </a:pPr>
                      <a:r>
                        <a:rPr lang="en-US" sz="1600" u="none" strike="noStrike" cap="none"/>
                        <a:t>Keeps all mails in one place: at the server</a:t>
                      </a:r>
                      <a:endParaRPr sz="1400" u="none" strike="noStrike" cap="none"/>
                    </a:p>
                    <a:p>
                      <a:pPr marL="0" marR="0" lvl="0" indent="0" algn="l" rtl="0">
                        <a:lnSpc>
                          <a:spcPct val="100000"/>
                        </a:lnSpc>
                        <a:spcBef>
                          <a:spcPts val="0"/>
                        </a:spcBef>
                        <a:spcAft>
                          <a:spcPts val="0"/>
                        </a:spcAft>
                        <a:buClr>
                          <a:srgbClr val="000000"/>
                        </a:buClr>
                        <a:buSzPts val="1600"/>
                        <a:buFont typeface="Arial"/>
                        <a:buNone/>
                      </a:pPr>
                      <a:endParaRPr sz="1600" u="none" strike="noStrike" cap="none"/>
                    </a:p>
                  </a:txBody>
                  <a:tcPr marL="91450" marR="91450" marT="45725" marB="45725"/>
                </a:tc>
                <a:extLst>
                  <a:ext uri="{0D108BD9-81ED-4DB2-BD59-A6C34878D82A}">
                    <a16:rowId xmlns:a16="http://schemas.microsoft.com/office/drawing/2014/main" val="10002"/>
                  </a:ext>
                </a:extLst>
              </a:tr>
              <a:tr h="766900">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solidFill>
                            <a:srgbClr val="7D28CD"/>
                          </a:solidFill>
                        </a:rPr>
                        <a:t>Accessing Mail</a:t>
                      </a:r>
                      <a:endParaRPr sz="1800" b="1" u="none" strike="noStrike" cap="none">
                        <a:solidFill>
                          <a:srgbClr val="7D28CD"/>
                        </a:solidFill>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1600"/>
                        <a:buFont typeface="Arial"/>
                        <a:buNone/>
                      </a:pPr>
                      <a:r>
                        <a:rPr lang="en-US" sz="1600" u="none" strike="noStrike" cap="none"/>
                        <a:t>Mail can only be accessed using a single device at a time when using POP3.</a:t>
                      </a:r>
                      <a:endParaRPr sz="1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Messages can be accessed via IMAP on a variety of devices</a:t>
                      </a:r>
                      <a:endParaRPr sz="1600" u="none" strike="noStrike" cap="none"/>
                    </a:p>
                    <a:p>
                      <a:pPr marL="0" marR="0" lvl="0" indent="0" algn="l" rtl="0">
                        <a:lnSpc>
                          <a:spcPct val="100000"/>
                        </a:lnSpc>
                        <a:spcBef>
                          <a:spcPts val="0"/>
                        </a:spcBef>
                        <a:spcAft>
                          <a:spcPts val="0"/>
                        </a:spcAft>
                        <a:buClr>
                          <a:srgbClr val="000000"/>
                        </a:buClr>
                        <a:buSzPts val="1600"/>
                        <a:buFont typeface="Arial"/>
                        <a:buNone/>
                      </a:pPr>
                      <a:endParaRPr sz="1600" u="none" strike="noStrike" cap="none"/>
                    </a:p>
                  </a:txBody>
                  <a:tcPr marL="91450" marR="91450" marT="45725" marB="45725"/>
                </a:tc>
                <a:extLst>
                  <a:ext uri="{0D108BD9-81ED-4DB2-BD59-A6C34878D82A}">
                    <a16:rowId xmlns:a16="http://schemas.microsoft.com/office/drawing/2014/main" val="10003"/>
                  </a:ext>
                </a:extLst>
              </a:tr>
              <a:tr h="994125">
                <a:tc>
                  <a:txBody>
                    <a:bodyPr/>
                    <a:lstStyle/>
                    <a:p>
                      <a:pPr marL="0" marR="0" lvl="0" indent="0" algn="l" rtl="0">
                        <a:lnSpc>
                          <a:spcPct val="100000"/>
                        </a:lnSpc>
                        <a:spcBef>
                          <a:spcPts val="0"/>
                        </a:spcBef>
                        <a:spcAft>
                          <a:spcPts val="0"/>
                        </a:spcAft>
                        <a:buClr>
                          <a:srgbClr val="000000"/>
                        </a:buClr>
                        <a:buSzPts val="1800"/>
                        <a:buFont typeface="Arial"/>
                        <a:buNone/>
                      </a:pPr>
                      <a:r>
                        <a:rPr lang="en-US" sz="1800" b="1" u="sng" strike="noStrike" cap="none">
                          <a:solidFill>
                            <a:srgbClr val="7D28CD"/>
                          </a:solidFill>
                          <a:hlinkClick r:id="rId3" action="ppaction://hlinksldjump">
                            <a:extLst>
                              <a:ext uri="{A12FA001-AC4F-418D-AE19-62706E023703}">
                                <ahyp:hlinkClr xmlns:ahyp="http://schemas.microsoft.com/office/drawing/2018/hyperlinkcolor" val="tx"/>
                              </a:ext>
                            </a:extLst>
                          </a:hlinkClick>
                        </a:rPr>
                        <a:t>Update</a:t>
                      </a:r>
                      <a:endParaRPr sz="1800" b="1" u="none" strike="noStrike" cap="none">
                        <a:solidFill>
                          <a:srgbClr val="7D28CD"/>
                        </a:solidFil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dirty="0"/>
                        <a:t>POP3 does not allow users to create, delete, or modify mailboxes on the mail server.</a:t>
                      </a:r>
                      <a:endParaRPr sz="1600" u="none" strike="noStrike" cap="none" dirty="0"/>
                    </a:p>
                    <a:p>
                      <a:pPr marL="0" marR="0" lvl="0" indent="0" algn="l" rtl="0">
                        <a:lnSpc>
                          <a:spcPct val="100000"/>
                        </a:lnSpc>
                        <a:spcBef>
                          <a:spcPts val="0"/>
                        </a:spcBef>
                        <a:spcAft>
                          <a:spcPts val="0"/>
                        </a:spcAft>
                        <a:buClr>
                          <a:srgbClr val="000000"/>
                        </a:buClr>
                        <a:buSzPts val="1600"/>
                        <a:buFont typeface="Arial"/>
                        <a:buNone/>
                      </a:pPr>
                      <a:endParaRPr sz="1600" u="none" strike="noStrike" cap="none" dirty="0"/>
                    </a:p>
                  </a:txBody>
                  <a:tcPr marL="91450" marR="91450" marT="45725" marB="45725"/>
                </a:tc>
                <a:tc>
                  <a:txBody>
                    <a:bodyPr/>
                    <a:lstStyle/>
                    <a:p>
                      <a:pPr marL="0" marR="0" lvl="0" indent="0" algn="l" rtl="0">
                        <a:lnSpc>
                          <a:spcPct val="100000"/>
                        </a:lnSpc>
                        <a:spcBef>
                          <a:spcPts val="0"/>
                        </a:spcBef>
                        <a:spcAft>
                          <a:spcPts val="0"/>
                        </a:spcAft>
                        <a:buClr>
                          <a:schemeClr val="dk1"/>
                        </a:buClr>
                        <a:buSzPts val="1600"/>
                        <a:buFont typeface="Arial"/>
                        <a:buNone/>
                      </a:pPr>
                      <a:r>
                        <a:rPr lang="en-US" sz="1600" u="none" strike="noStrike" cap="none"/>
                        <a:t>IMAP allows the user to create, delete, or update mailboxes on the mail server, as well as create a folder hierarchy of mailboxes.</a:t>
                      </a:r>
                      <a:endParaRPr sz="1600" u="none" strike="noStrike" cap="none"/>
                    </a:p>
                  </a:txBody>
                  <a:tcPr marL="91450" marR="91450" marT="45725" marB="45725"/>
                </a:tc>
                <a:extLst>
                  <a:ext uri="{0D108BD9-81ED-4DB2-BD59-A6C34878D82A}">
                    <a16:rowId xmlns:a16="http://schemas.microsoft.com/office/drawing/2014/main" val="10004"/>
                  </a:ext>
                </a:extLst>
              </a:tr>
              <a:tr h="539675">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solidFill>
                            <a:srgbClr val="7D28CD"/>
                          </a:solidFill>
                        </a:rPr>
                        <a:t>Readability</a:t>
                      </a:r>
                      <a:endParaRPr sz="1800" b="1" u="none" strike="noStrike" cap="none">
                        <a:solidFill>
                          <a:srgbClr val="7D28CD"/>
                        </a:solidFill>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1600"/>
                        <a:buFont typeface="Arial"/>
                        <a:buNone/>
                      </a:pPr>
                      <a:r>
                        <a:rPr lang="en-US" sz="1600" u="none" strike="noStrike" cap="none"/>
                        <a:t>Once the message has been downloaded, we can only read it.</a:t>
                      </a:r>
                      <a:endParaRPr sz="1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Before we finish the download, we can read the message in part.</a:t>
                      </a:r>
                      <a:endParaRPr sz="1600" u="none" strike="noStrike" cap="none"/>
                    </a:p>
                  </a:txBody>
                  <a:tcPr marL="91450" marR="91450" marT="45725" marB="45725"/>
                </a:tc>
                <a:extLst>
                  <a:ext uri="{0D108BD9-81ED-4DB2-BD59-A6C34878D82A}">
                    <a16:rowId xmlns:a16="http://schemas.microsoft.com/office/drawing/2014/main" val="10005"/>
                  </a:ext>
                </a:extLst>
              </a:tr>
              <a:tr h="539675">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solidFill>
                            <a:srgbClr val="7D28CD"/>
                          </a:solidFill>
                        </a:rPr>
                        <a:t>Virus</a:t>
                      </a:r>
                      <a:endParaRPr sz="1800" b="1" u="none" strike="noStrike" cap="none">
                        <a:solidFill>
                          <a:srgbClr val="7D28CD"/>
                        </a:solidFill>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1600"/>
                        <a:buFont typeface="Arial"/>
                        <a:buNone/>
                      </a:pPr>
                      <a:r>
                        <a:rPr lang="en-US" sz="1600" u="none" strike="noStrike" cap="none"/>
                        <a:t>Mail kept in workstation, vulnerable to any virus</a:t>
                      </a:r>
                      <a:endParaRPr sz="1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Mails kept in server, less susceptible to virus</a:t>
                      </a:r>
                      <a:endParaRPr sz="1600" u="none" strike="noStrike" cap="none"/>
                    </a:p>
                  </a:txBody>
                  <a:tcPr marL="91450" marR="91450" marT="45725" marB="45725"/>
                </a:tc>
                <a:extLst>
                  <a:ext uri="{0D108BD9-81ED-4DB2-BD59-A6C34878D82A}">
                    <a16:rowId xmlns:a16="http://schemas.microsoft.com/office/drawing/2014/main" val="10006"/>
                  </a:ext>
                </a:extLst>
              </a:tr>
              <a:tr h="479700">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solidFill>
                            <a:srgbClr val="7D28CD"/>
                          </a:solidFill>
                        </a:rPr>
                        <a:t>Port Number</a:t>
                      </a:r>
                      <a:endParaRPr sz="1800" b="1" u="none" strike="noStrike" cap="none">
                        <a:solidFill>
                          <a:srgbClr val="7D28CD"/>
                        </a:solidFil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110</a:t>
                      </a:r>
                      <a:endParaRPr sz="1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dirty="0"/>
                        <a:t>143</a:t>
                      </a:r>
                      <a:endParaRPr sz="1600" u="none" strike="noStrike" cap="none" dirty="0"/>
                    </a:p>
                  </a:txBody>
                  <a:tcPr marL="91450" marR="91450" marT="45725" marB="45725"/>
                </a:tc>
                <a:extLst>
                  <a:ext uri="{0D108BD9-81ED-4DB2-BD59-A6C34878D82A}">
                    <a16:rowId xmlns:a16="http://schemas.microsoft.com/office/drawing/2014/main" val="10007"/>
                  </a:ext>
                </a:extLst>
              </a:tr>
            </a:tbl>
          </a:graphicData>
        </a:graphic>
      </p:graphicFrame>
      <p:sp>
        <p:nvSpPr>
          <p:cNvPr id="887" name="Google Shape;887;p11"/>
          <p:cNvSpPr/>
          <p:nvPr/>
        </p:nvSpPr>
        <p:spPr>
          <a:xfrm>
            <a:off x="4655684" y="6206609"/>
            <a:ext cx="686470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orbel"/>
                <a:ea typeface="Corbel"/>
                <a:cs typeface="Corbel"/>
                <a:sym typeface="Corbel"/>
              </a:rPr>
              <a:t>**POP3 “download-and-keep”: copies of messages on different clients</a:t>
            </a:r>
            <a:endParaRPr sz="1400" b="0" i="0" u="none" strike="noStrike" cap="none">
              <a:solidFill>
                <a:srgbClr val="000000"/>
              </a:solidFill>
              <a:latin typeface="Arial"/>
              <a:ea typeface="Arial"/>
              <a:cs typeface="Arial"/>
              <a:sym typeface="Arial"/>
            </a:endParaRPr>
          </a:p>
        </p:txBody>
      </p:sp>
      <p:sp>
        <p:nvSpPr>
          <p:cNvPr id="888" name="Google Shape;888;p11"/>
          <p:cNvSpPr txBox="1">
            <a:spLocks noGrp="1"/>
          </p:cNvSpPr>
          <p:nvPr>
            <p:ph type="title"/>
          </p:nvPr>
        </p:nvSpPr>
        <p:spPr>
          <a:xfrm>
            <a:off x="2038350" y="207964"/>
            <a:ext cx="7772400" cy="795337"/>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Corbel"/>
              <a:buNone/>
            </a:pPr>
            <a:r>
              <a:rPr lang="en-US"/>
              <a:t>POP3 vs IMAP</a:t>
            </a:r>
            <a:endParaRPr/>
          </a:p>
        </p:txBody>
      </p:sp>
      <p:sp>
        <p:nvSpPr>
          <p:cNvPr id="889" name="Google Shape;889;p11"/>
          <p:cNvSpPr txBox="1">
            <a:spLocks noGrp="1"/>
          </p:cNvSpPr>
          <p:nvPr>
            <p:ph type="sldNum" idx="12"/>
          </p:nvPr>
        </p:nvSpPr>
        <p:spPr>
          <a:xfrm>
            <a:off x="10951856" y="5883275"/>
            <a:ext cx="551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US"/>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93"/>
        <p:cNvGrpSpPr/>
        <p:nvPr/>
      </p:nvGrpSpPr>
      <p:grpSpPr>
        <a:xfrm>
          <a:off x="0" y="0"/>
          <a:ext cx="0" cy="0"/>
          <a:chOff x="0" y="0"/>
          <a:chExt cx="0" cy="0"/>
        </a:xfrm>
      </p:grpSpPr>
      <p:sp>
        <p:nvSpPr>
          <p:cNvPr id="894" name="Google Shape;894;p15"/>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12</a:t>
            </a:fld>
            <a:endParaRPr/>
          </a:p>
        </p:txBody>
      </p:sp>
      <p:pic>
        <p:nvPicPr>
          <p:cNvPr id="895" name="Google Shape;895;p15"/>
          <p:cNvPicPr preferRelativeResize="0"/>
          <p:nvPr/>
        </p:nvPicPr>
        <p:blipFill rotWithShape="1">
          <a:blip r:embed="rId3">
            <a:alphaModFix/>
          </a:blip>
          <a:srcRect/>
          <a:stretch/>
        </p:blipFill>
        <p:spPr>
          <a:xfrm>
            <a:off x="1802423" y="988495"/>
            <a:ext cx="8905875" cy="5623319"/>
          </a:xfrm>
          <a:prstGeom prst="rect">
            <a:avLst/>
          </a:prstGeom>
          <a:noFill/>
          <a:ln>
            <a:noFill/>
          </a:ln>
        </p:spPr>
      </p:pic>
      <p:sp>
        <p:nvSpPr>
          <p:cNvPr id="896" name="Google Shape;896;p15">
            <a:hlinkClick r:id="rId4" action="ppaction://hlinksldjump"/>
          </p:cNvPr>
          <p:cNvSpPr/>
          <p:nvPr/>
        </p:nvSpPr>
        <p:spPr>
          <a:xfrm>
            <a:off x="11043138" y="6339254"/>
            <a:ext cx="316524" cy="272561"/>
          </a:xfrm>
          <a:prstGeom prst="curvedLeftArrow">
            <a:avLst>
              <a:gd name="adj1" fmla="val 25000"/>
              <a:gd name="adj2" fmla="val 50000"/>
              <a:gd name="adj3" fmla="val 25000"/>
            </a:avLst>
          </a:prstGeom>
          <a:solidFill>
            <a:schemeClr val="accent1"/>
          </a:solidFill>
          <a:ln w="25400" cap="flat" cmpd="sng">
            <a:solidFill>
              <a:srgbClr val="237DA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97" name="Google Shape;897;p15"/>
          <p:cNvSpPr/>
          <p:nvPr/>
        </p:nvSpPr>
        <p:spPr>
          <a:xfrm>
            <a:off x="4461927" y="6473315"/>
            <a:ext cx="5219699"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Source : https://www.youtube.com/watch?app=desktop&amp;v=SBaARws0hy4</a:t>
            </a:r>
            <a:endParaRPr sz="1400" b="0" i="0" u="none" strike="noStrike" cap="none">
              <a:solidFill>
                <a:srgbClr val="000000"/>
              </a:solidFill>
              <a:latin typeface="Arial"/>
              <a:ea typeface="Arial"/>
              <a:cs typeface="Arial"/>
              <a:sym typeface="Arial"/>
            </a:endParaRPr>
          </a:p>
        </p:txBody>
      </p:sp>
      <p:sp>
        <p:nvSpPr>
          <p:cNvPr id="898" name="Google Shape;898;p15"/>
          <p:cNvSpPr txBox="1">
            <a:spLocks noGrp="1"/>
          </p:cNvSpPr>
          <p:nvPr>
            <p:ph type="title"/>
          </p:nvPr>
        </p:nvSpPr>
        <p:spPr>
          <a:xfrm>
            <a:off x="2038350" y="207964"/>
            <a:ext cx="7772400" cy="795337"/>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Corbel"/>
              <a:buNone/>
            </a:pPr>
            <a:r>
              <a:rPr lang="en-US"/>
              <a:t>POP3 vs IMAP</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C975B-9465-4A90-B1F3-1F2852F9BEA0}"/>
              </a:ext>
            </a:extLst>
          </p:cNvPr>
          <p:cNvSpPr>
            <a:spLocks noGrp="1"/>
          </p:cNvSpPr>
          <p:nvPr>
            <p:ph type="title"/>
          </p:nvPr>
        </p:nvSpPr>
        <p:spPr/>
        <p:txBody>
          <a:bodyPr/>
          <a:lstStyle/>
          <a:p>
            <a:endParaRPr lang="en-IN"/>
          </a:p>
        </p:txBody>
      </p:sp>
      <p:sp>
        <p:nvSpPr>
          <p:cNvPr id="3" name="Slide Number Placeholder 2">
            <a:extLst>
              <a:ext uri="{FF2B5EF4-FFF2-40B4-BE49-F238E27FC236}">
                <a16:creationId xmlns:a16="http://schemas.microsoft.com/office/drawing/2014/main" id="{F62C8E78-1036-45E1-9EB9-FF4CE32438C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graphicFrame>
        <p:nvGraphicFramePr>
          <p:cNvPr id="4" name="Table 4">
            <a:extLst>
              <a:ext uri="{FF2B5EF4-FFF2-40B4-BE49-F238E27FC236}">
                <a16:creationId xmlns:a16="http://schemas.microsoft.com/office/drawing/2014/main" id="{F09E4962-C239-4176-A102-9CB6792A70DB}"/>
              </a:ext>
            </a:extLst>
          </p:cNvPr>
          <p:cNvGraphicFramePr>
            <a:graphicFrameLocks noGrp="1"/>
          </p:cNvGraphicFramePr>
          <p:nvPr>
            <p:extLst>
              <p:ext uri="{D42A27DB-BD31-4B8C-83A1-F6EECF244321}">
                <p14:modId xmlns:p14="http://schemas.microsoft.com/office/powerpoint/2010/main" val="1985427787"/>
              </p:ext>
            </p:extLst>
          </p:nvPr>
        </p:nvGraphicFramePr>
        <p:xfrm>
          <a:off x="407233" y="-3748"/>
          <a:ext cx="11377534" cy="5760720"/>
        </p:xfrm>
        <a:graphic>
          <a:graphicData uri="http://schemas.openxmlformats.org/drawingml/2006/table">
            <a:tbl>
              <a:tblPr firstRow="1" bandRow="1">
                <a:tableStyleId>{EC4FCD98-5209-47F4-9483-061DBF414D99}</a:tableStyleId>
              </a:tblPr>
              <a:tblGrid>
                <a:gridCol w="5688767">
                  <a:extLst>
                    <a:ext uri="{9D8B030D-6E8A-4147-A177-3AD203B41FA5}">
                      <a16:colId xmlns:a16="http://schemas.microsoft.com/office/drawing/2014/main" val="4264135265"/>
                    </a:ext>
                  </a:extLst>
                </a:gridCol>
                <a:gridCol w="5688767">
                  <a:extLst>
                    <a:ext uri="{9D8B030D-6E8A-4147-A177-3AD203B41FA5}">
                      <a16:colId xmlns:a16="http://schemas.microsoft.com/office/drawing/2014/main" val="541632144"/>
                    </a:ext>
                  </a:extLst>
                </a:gridCol>
              </a:tblGrid>
              <a:tr h="370840">
                <a:tc>
                  <a:txBody>
                    <a:bodyPr/>
                    <a:lstStyle/>
                    <a:p>
                      <a:pPr algn="ctr"/>
                      <a:r>
                        <a:rPr lang="en-IN" sz="2400" dirty="0"/>
                        <a:t>IMAP</a:t>
                      </a:r>
                    </a:p>
                  </a:txBody>
                  <a:tcPr/>
                </a:tc>
                <a:tc>
                  <a:txBody>
                    <a:bodyPr/>
                    <a:lstStyle/>
                    <a:p>
                      <a:pPr algn="ctr"/>
                      <a:r>
                        <a:rPr lang="en-IN" sz="2400" dirty="0"/>
                        <a:t>POP3</a:t>
                      </a:r>
                    </a:p>
                  </a:txBody>
                  <a:tcPr/>
                </a:tc>
                <a:extLst>
                  <a:ext uri="{0D108BD9-81ED-4DB2-BD59-A6C34878D82A}">
                    <a16:rowId xmlns:a16="http://schemas.microsoft.com/office/drawing/2014/main" val="600833020"/>
                  </a:ext>
                </a:extLst>
              </a:tr>
              <a:tr h="370840">
                <a:tc>
                  <a:txBody>
                    <a:bodyPr/>
                    <a:lstStyle/>
                    <a:p>
                      <a:r>
                        <a:rPr lang="en-IN" sz="2400" dirty="0"/>
                        <a:t>People check email from </a:t>
                      </a:r>
                      <a:r>
                        <a:rPr lang="en-IN" sz="2400" b="1" dirty="0"/>
                        <a:t>multiple devices</a:t>
                      </a:r>
                      <a:r>
                        <a:rPr lang="en-IN" sz="2400" dirty="0"/>
                        <a:t> (phone, laptop, tablet)</a:t>
                      </a:r>
                    </a:p>
                  </a:txBody>
                  <a:tcPr/>
                </a:tc>
                <a:tc>
                  <a:txBody>
                    <a:bodyPr/>
                    <a:lstStyle/>
                    <a:p>
                      <a:r>
                        <a:rPr lang="en-IN" sz="2400" dirty="0"/>
                        <a:t>People checked email from </a:t>
                      </a:r>
                      <a:r>
                        <a:rPr lang="en-IN" sz="2400" b="1" dirty="0"/>
                        <a:t>only one computer</a:t>
                      </a:r>
                      <a:endParaRPr lang="en-IN" sz="2400" dirty="0"/>
                    </a:p>
                    <a:p>
                      <a:endParaRPr lang="en-IN" sz="2400" dirty="0"/>
                    </a:p>
                  </a:txBody>
                  <a:tcPr/>
                </a:tc>
                <a:extLst>
                  <a:ext uri="{0D108BD9-81ED-4DB2-BD59-A6C34878D82A}">
                    <a16:rowId xmlns:a16="http://schemas.microsoft.com/office/drawing/2014/main" val="2202972874"/>
                  </a:ext>
                </a:extLst>
              </a:tr>
              <a:tr h="370840">
                <a:tc>
                  <a:txBody>
                    <a:bodyPr/>
                    <a:lstStyle/>
                    <a:p>
                      <a:r>
                        <a:rPr lang="en-IN" sz="2400" dirty="0"/>
                        <a:t>Internet is </a:t>
                      </a:r>
                      <a:r>
                        <a:rPr lang="en-IN" sz="2400" b="1" dirty="0"/>
                        <a:t>always available</a:t>
                      </a:r>
                      <a:endParaRPr lang="en-IN" sz="2400"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2400" dirty="0"/>
                        <a:t>Internet was slow</a:t>
                      </a:r>
                    </a:p>
                    <a:p>
                      <a:endParaRPr lang="en-IN" sz="2400" dirty="0"/>
                    </a:p>
                  </a:txBody>
                  <a:tcPr/>
                </a:tc>
                <a:extLst>
                  <a:ext uri="{0D108BD9-81ED-4DB2-BD59-A6C34878D82A}">
                    <a16:rowId xmlns:a16="http://schemas.microsoft.com/office/drawing/2014/main" val="2809536714"/>
                  </a:ext>
                </a:extLst>
              </a:tr>
              <a:tr h="370840">
                <a:tc>
                  <a:txBody>
                    <a:bodyPr/>
                    <a:lstStyle/>
                    <a:p>
                      <a:r>
                        <a:rPr lang="en-IN" sz="2400" dirty="0"/>
                        <a:t>Server storage is </a:t>
                      </a:r>
                      <a:r>
                        <a:rPr lang="en-IN" sz="2400" b="1" dirty="0"/>
                        <a:t>large and affordable</a:t>
                      </a:r>
                      <a:endParaRPr lang="en-IN" sz="2400"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2400" dirty="0"/>
                        <a:t>Storage on server was limited</a:t>
                      </a:r>
                    </a:p>
                    <a:p>
                      <a:endParaRPr lang="en-IN" sz="2400" dirty="0"/>
                    </a:p>
                  </a:txBody>
                  <a:tcPr/>
                </a:tc>
                <a:extLst>
                  <a:ext uri="{0D108BD9-81ED-4DB2-BD59-A6C34878D82A}">
                    <a16:rowId xmlns:a16="http://schemas.microsoft.com/office/drawing/2014/main" val="3349225658"/>
                  </a:ext>
                </a:extLst>
              </a:tr>
              <a:tr h="370840">
                <a:tc>
                  <a:txBody>
                    <a:bodyPr/>
                    <a:lstStyle/>
                    <a:p>
                      <a:r>
                        <a:rPr lang="en-IN" sz="2400" dirty="0"/>
                        <a:t>Users want </a:t>
                      </a:r>
                      <a:r>
                        <a:rPr lang="en-IN" sz="2400" b="1" dirty="0"/>
                        <a:t>real-time synchronization</a:t>
                      </a:r>
                      <a:endParaRPr lang="en-IN" sz="2400"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2400" dirty="0"/>
                        <a:t>Offline reading was important</a:t>
                      </a:r>
                    </a:p>
                    <a:p>
                      <a:endParaRPr lang="en-IN" sz="2400" dirty="0"/>
                    </a:p>
                  </a:txBody>
                  <a:tcPr/>
                </a:tc>
                <a:extLst>
                  <a:ext uri="{0D108BD9-81ED-4DB2-BD59-A6C34878D82A}">
                    <a16:rowId xmlns:a16="http://schemas.microsoft.com/office/drawing/2014/main" val="3932577303"/>
                  </a:ext>
                </a:extLst>
              </a:tr>
              <a:tr h="370840">
                <a:tc>
                  <a:txBody>
                    <a:bodyPr/>
                    <a:lstStyle/>
                    <a:p>
                      <a:r>
                        <a:rPr lang="en-IN" sz="2400" dirty="0"/>
                        <a:t>Users need </a:t>
                      </a:r>
                      <a:r>
                        <a:rPr lang="en-IN" sz="2400" b="1" dirty="0"/>
                        <a:t>server-side folder management</a:t>
                      </a:r>
                      <a:endParaRPr lang="en-IN" sz="2400" dirty="0"/>
                    </a:p>
                  </a:txBody>
                  <a:tcPr/>
                </a:tc>
                <a:tc>
                  <a:txBody>
                    <a:bodyPr/>
                    <a:lstStyle/>
                    <a:p>
                      <a:endParaRPr lang="en-IN" sz="2400" dirty="0"/>
                    </a:p>
                  </a:txBody>
                  <a:tcPr/>
                </a:tc>
                <a:extLst>
                  <a:ext uri="{0D108BD9-81ED-4DB2-BD59-A6C34878D82A}">
                    <a16:rowId xmlns:a16="http://schemas.microsoft.com/office/drawing/2014/main" val="3128296571"/>
                  </a:ext>
                </a:extLst>
              </a:tr>
              <a:tr h="370840">
                <a:tc>
                  <a:txBody>
                    <a:bodyPr/>
                    <a:lstStyle/>
                    <a:p>
                      <a:r>
                        <a:rPr lang="en-IN" sz="2400" dirty="0"/>
                        <a:t>Organizations require centralized email control</a:t>
                      </a:r>
                    </a:p>
                  </a:txBody>
                  <a:tcPr/>
                </a:tc>
                <a:tc>
                  <a:txBody>
                    <a:bodyPr/>
                    <a:lstStyle/>
                    <a:p>
                      <a:endParaRPr lang="en-IN" sz="2400" dirty="0"/>
                    </a:p>
                  </a:txBody>
                  <a:tcPr/>
                </a:tc>
                <a:extLst>
                  <a:ext uri="{0D108BD9-81ED-4DB2-BD59-A6C34878D82A}">
                    <a16:rowId xmlns:a16="http://schemas.microsoft.com/office/drawing/2014/main" val="2667556389"/>
                  </a:ext>
                </a:extLst>
              </a:tr>
            </a:tbl>
          </a:graphicData>
        </a:graphic>
      </p:graphicFrame>
    </p:spTree>
    <p:extLst>
      <p:ext uri="{BB962C8B-B14F-4D97-AF65-F5344CB8AC3E}">
        <p14:creationId xmlns:p14="http://schemas.microsoft.com/office/powerpoint/2010/main" val="10777474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03"/>
        <p:cNvGrpSpPr/>
        <p:nvPr/>
      </p:nvGrpSpPr>
      <p:grpSpPr>
        <a:xfrm>
          <a:off x="0" y="0"/>
          <a:ext cx="0" cy="0"/>
          <a:chOff x="0" y="0"/>
          <a:chExt cx="0" cy="0"/>
        </a:xfrm>
      </p:grpSpPr>
      <p:sp>
        <p:nvSpPr>
          <p:cNvPr id="904" name="Google Shape;904;p13"/>
          <p:cNvSpPr txBox="1">
            <a:spLocks noGrp="1"/>
          </p:cNvSpPr>
          <p:nvPr>
            <p:ph type="title"/>
          </p:nvPr>
        </p:nvSpPr>
        <p:spPr>
          <a:xfrm>
            <a:off x="1316549" y="442762"/>
            <a:ext cx="10018800" cy="10428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Corbel"/>
              <a:buNone/>
            </a:pPr>
            <a:r>
              <a:rPr lang="en-US"/>
              <a:t>Application Layer :Objectives </a:t>
            </a:r>
            <a:endParaRPr/>
          </a:p>
        </p:txBody>
      </p:sp>
      <p:sp>
        <p:nvSpPr>
          <p:cNvPr id="905" name="Google Shape;905;p13"/>
          <p:cNvSpPr txBox="1">
            <a:spLocks noGrp="1"/>
          </p:cNvSpPr>
          <p:nvPr>
            <p:ph type="body" idx="1"/>
          </p:nvPr>
        </p:nvSpPr>
        <p:spPr>
          <a:xfrm>
            <a:off x="2068974" y="1784935"/>
            <a:ext cx="8441813" cy="4648200"/>
          </a:xfrm>
          <a:prstGeom prst="rect">
            <a:avLst/>
          </a:prstGeom>
          <a:noFill/>
          <a:ln>
            <a:noFill/>
          </a:ln>
        </p:spPr>
        <p:txBody>
          <a:bodyPr spcFirstLastPara="1" wrap="square" lIns="91425" tIns="45700" rIns="91425" bIns="45700" anchor="ctr" anchorCtr="0">
            <a:noAutofit/>
          </a:bodyPr>
          <a:lstStyle/>
          <a:p>
            <a:pPr marL="285750" lvl="0" indent="-285750" algn="l" rtl="0">
              <a:lnSpc>
                <a:spcPct val="100000"/>
              </a:lnSpc>
              <a:spcBef>
                <a:spcPts val="0"/>
              </a:spcBef>
              <a:spcAft>
                <a:spcPts val="0"/>
              </a:spcAft>
              <a:buSzPts val="3480"/>
              <a:buFont typeface="Arial"/>
              <a:buChar char="•"/>
            </a:pPr>
            <a:r>
              <a:rPr lang="en-US" sz="4000"/>
              <a:t>Principles of network applications</a:t>
            </a:r>
            <a:endParaRPr sz="3200"/>
          </a:p>
          <a:p>
            <a:pPr marL="285750" lvl="0" indent="-285750" algn="l" rtl="0">
              <a:lnSpc>
                <a:spcPct val="100000"/>
              </a:lnSpc>
              <a:spcBef>
                <a:spcPts val="1080"/>
              </a:spcBef>
              <a:spcAft>
                <a:spcPts val="0"/>
              </a:spcAft>
              <a:buSzPts val="3480"/>
              <a:buFont typeface="Arial"/>
              <a:buChar char="•"/>
            </a:pPr>
            <a:r>
              <a:rPr lang="en-US" sz="4000"/>
              <a:t>Web and HTTP</a:t>
            </a:r>
            <a:endParaRPr sz="3200"/>
          </a:p>
          <a:p>
            <a:pPr marL="285750" lvl="0" indent="-285750" algn="l" rtl="0">
              <a:lnSpc>
                <a:spcPct val="100000"/>
              </a:lnSpc>
              <a:spcBef>
                <a:spcPts val="1080"/>
              </a:spcBef>
              <a:spcAft>
                <a:spcPts val="0"/>
              </a:spcAft>
              <a:buSzPts val="3480"/>
              <a:buFont typeface="Arial"/>
              <a:buChar char="•"/>
            </a:pPr>
            <a:r>
              <a:rPr lang="en-US" sz="4000"/>
              <a:t>Electronic mail</a:t>
            </a:r>
            <a:endParaRPr sz="3200"/>
          </a:p>
          <a:p>
            <a:pPr marL="738188" lvl="1" indent="-287338" algn="l" rtl="0">
              <a:lnSpc>
                <a:spcPct val="100000"/>
              </a:lnSpc>
              <a:spcBef>
                <a:spcPts val="1080"/>
              </a:spcBef>
              <a:spcAft>
                <a:spcPts val="0"/>
              </a:spcAft>
              <a:buSzPts val="3480"/>
              <a:buFont typeface="Arial"/>
              <a:buChar char="•"/>
            </a:pPr>
            <a:r>
              <a:rPr lang="en-US" sz="4000"/>
              <a:t>SMTP, POP3, IMAP</a:t>
            </a:r>
            <a:endParaRPr sz="2800"/>
          </a:p>
          <a:p>
            <a:pPr marL="285750" lvl="0" indent="-285750" algn="l" rtl="0">
              <a:lnSpc>
                <a:spcPct val="100000"/>
              </a:lnSpc>
              <a:spcBef>
                <a:spcPts val="1160"/>
              </a:spcBef>
              <a:spcAft>
                <a:spcPts val="0"/>
              </a:spcAft>
              <a:buSzPts val="4060"/>
              <a:buFont typeface="Arial"/>
              <a:buChar char="•"/>
            </a:pPr>
            <a:r>
              <a:rPr lang="en-US" sz="4400" b="1">
                <a:solidFill>
                  <a:srgbClr val="7030A0"/>
                </a:solidFill>
              </a:rPr>
              <a:t>DNS</a:t>
            </a:r>
            <a:endParaRPr/>
          </a:p>
          <a:p>
            <a:pPr marL="285750" lvl="0" indent="-64770" algn="l" rtl="0">
              <a:lnSpc>
                <a:spcPct val="100000"/>
              </a:lnSpc>
              <a:spcBef>
                <a:spcPts val="1080"/>
              </a:spcBef>
              <a:spcAft>
                <a:spcPts val="0"/>
              </a:spcAft>
              <a:buSzPts val="3480"/>
              <a:buFont typeface="Arial"/>
              <a:buNone/>
            </a:pPr>
            <a:endParaRPr sz="4000"/>
          </a:p>
        </p:txBody>
      </p:sp>
      <p:sp>
        <p:nvSpPr>
          <p:cNvPr id="906" name="Google Shape;906;p13"/>
          <p:cNvSpPr txBox="1">
            <a:spLocks noGrp="1"/>
          </p:cNvSpPr>
          <p:nvPr>
            <p:ph type="sldNum" idx="12"/>
          </p:nvPr>
        </p:nvSpPr>
        <p:spPr>
          <a:xfrm>
            <a:off x="10951856" y="5883275"/>
            <a:ext cx="551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U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10"/>
        <p:cNvGrpSpPr/>
        <p:nvPr/>
      </p:nvGrpSpPr>
      <p:grpSpPr>
        <a:xfrm>
          <a:off x="0" y="0"/>
          <a:ext cx="0" cy="0"/>
          <a:chOff x="0" y="0"/>
          <a:chExt cx="0" cy="0"/>
        </a:xfrm>
      </p:grpSpPr>
      <p:sp>
        <p:nvSpPr>
          <p:cNvPr id="911" name="Google Shape;911;g2674c0d7ef2_0_174"/>
          <p:cNvSpPr txBox="1">
            <a:spLocks noGrp="1"/>
          </p:cNvSpPr>
          <p:nvPr>
            <p:ph type="title" idx="4294967295"/>
          </p:nvPr>
        </p:nvSpPr>
        <p:spPr>
          <a:xfrm>
            <a:off x="609600" y="277812"/>
            <a:ext cx="10972800" cy="11397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99"/>
              </a:buClr>
              <a:buSzPts val="4400"/>
              <a:buFont typeface="Garamond"/>
              <a:buNone/>
            </a:pPr>
            <a:r>
              <a:rPr lang="en-US" sz="4400" b="0" i="0" u="none" strike="noStrike" cap="none">
                <a:solidFill>
                  <a:srgbClr val="000099"/>
                </a:solidFill>
                <a:latin typeface="Garamond"/>
                <a:ea typeface="Garamond"/>
                <a:cs typeface="Garamond"/>
                <a:sym typeface="Garamond"/>
              </a:rPr>
              <a:t>Domain Name System (DNS)</a:t>
            </a:r>
            <a:endParaRPr/>
          </a:p>
        </p:txBody>
      </p:sp>
      <p:sp>
        <p:nvSpPr>
          <p:cNvPr id="912" name="Google Shape;912;g2674c0d7ef2_0_174"/>
          <p:cNvSpPr txBox="1"/>
          <p:nvPr/>
        </p:nvSpPr>
        <p:spPr>
          <a:xfrm>
            <a:off x="1332625" y="1417500"/>
            <a:ext cx="9870900" cy="9906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6600CC"/>
              </a:buClr>
              <a:buSzPts val="2400"/>
              <a:buFont typeface="Tahoma"/>
              <a:buChar char="•"/>
            </a:pPr>
            <a:r>
              <a:rPr lang="en-US" sz="2400" b="0" i="0" u="none" strike="noStrike" cap="none">
                <a:solidFill>
                  <a:schemeClr val="dk1"/>
                </a:solidFill>
                <a:latin typeface="Arial"/>
                <a:ea typeface="Arial"/>
                <a:cs typeface="Arial"/>
                <a:sym typeface="Arial"/>
              </a:rPr>
              <a:t>DNS is the phone book of the Internet. </a:t>
            </a:r>
            <a:endParaRPr sz="1400" b="0" i="0" u="none" strike="noStrike" cap="none">
              <a:solidFill>
                <a:srgbClr val="000000"/>
              </a:solidFill>
              <a:latin typeface="Arial"/>
              <a:ea typeface="Arial"/>
              <a:cs typeface="Arial"/>
              <a:sym typeface="Arial"/>
            </a:endParaRPr>
          </a:p>
        </p:txBody>
      </p:sp>
      <p:pic>
        <p:nvPicPr>
          <p:cNvPr id="913" name="Google Shape;913;g2674c0d7ef2_0_174" descr="services02"/>
          <p:cNvPicPr preferRelativeResize="0"/>
          <p:nvPr/>
        </p:nvPicPr>
        <p:blipFill rotWithShape="1">
          <a:blip r:embed="rId3">
            <a:alphaModFix/>
          </a:blip>
          <a:srcRect/>
          <a:stretch/>
        </p:blipFill>
        <p:spPr>
          <a:xfrm>
            <a:off x="1522900" y="2247900"/>
            <a:ext cx="7134225" cy="3505200"/>
          </a:xfrm>
          <a:prstGeom prst="rect">
            <a:avLst/>
          </a:prstGeom>
          <a:noFill/>
          <a:ln>
            <a:noFill/>
          </a:ln>
        </p:spPr>
      </p:pic>
      <p:pic>
        <p:nvPicPr>
          <p:cNvPr id="914" name="Google Shape;914;g2674c0d7ef2_0_174" descr="services01"/>
          <p:cNvPicPr preferRelativeResize="0"/>
          <p:nvPr/>
        </p:nvPicPr>
        <p:blipFill rotWithShape="1">
          <a:blip r:embed="rId4">
            <a:alphaModFix/>
          </a:blip>
          <a:srcRect/>
          <a:stretch/>
        </p:blipFill>
        <p:spPr>
          <a:xfrm>
            <a:off x="3860800" y="3244400"/>
            <a:ext cx="7134225" cy="3505200"/>
          </a:xfrm>
          <a:prstGeom prst="rect">
            <a:avLst/>
          </a:prstGeom>
          <a:noFill/>
          <a:ln>
            <a:noFill/>
          </a:ln>
        </p:spPr>
      </p:pic>
      <p:sp>
        <p:nvSpPr>
          <p:cNvPr id="915" name="Google Shape;915;g2674c0d7ef2_0_174"/>
          <p:cNvSpPr txBox="1"/>
          <p:nvPr/>
        </p:nvSpPr>
        <p:spPr>
          <a:xfrm>
            <a:off x="3860800" y="2743200"/>
            <a:ext cx="2336700" cy="381000"/>
          </a:xfrm>
          <a:prstGeom prst="rect">
            <a:avLst/>
          </a:prstGeom>
          <a:noFill/>
          <a:ln w="5715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Verdana"/>
              <a:ea typeface="Verdana"/>
              <a:cs typeface="Verdana"/>
              <a:sym typeface="Verdana"/>
            </a:endParaRPr>
          </a:p>
        </p:txBody>
      </p:sp>
      <p:sp>
        <p:nvSpPr>
          <p:cNvPr id="916" name="Google Shape;916;g2674c0d7ef2_0_174"/>
          <p:cNvSpPr txBox="1"/>
          <p:nvPr/>
        </p:nvSpPr>
        <p:spPr>
          <a:xfrm>
            <a:off x="6142200" y="3810000"/>
            <a:ext cx="2336700" cy="381000"/>
          </a:xfrm>
          <a:prstGeom prst="rect">
            <a:avLst/>
          </a:prstGeom>
          <a:noFill/>
          <a:ln w="5715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Verdana"/>
              <a:ea typeface="Verdana"/>
              <a:cs typeface="Verdana"/>
              <a:sym typeface="Verdana"/>
            </a:endParaRPr>
          </a:p>
        </p:txBody>
      </p:sp>
      <p:sp>
        <p:nvSpPr>
          <p:cNvPr id="917" name="Google Shape;917;g2674c0d7ef2_0_174"/>
          <p:cNvSpPr txBox="1"/>
          <p:nvPr/>
        </p:nvSpPr>
        <p:spPr>
          <a:xfrm>
            <a:off x="8737600" y="6248400"/>
            <a:ext cx="28449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000"/>
              <a:buFont typeface="Verdana"/>
              <a:buNone/>
            </a:pPr>
            <a:fld id="{00000000-1234-1234-1234-123412341234}" type="slidenum">
              <a:rPr lang="en-US" sz="1000" b="0" i="0" u="none" strike="noStrike" cap="none">
                <a:solidFill>
                  <a:schemeClr val="dk1"/>
                </a:solidFill>
                <a:latin typeface="Verdana"/>
                <a:ea typeface="Verdana"/>
                <a:cs typeface="Verdana"/>
                <a:sym typeface="Verdana"/>
              </a:rPr>
              <a:t>15</a:t>
            </a:fld>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21"/>
        <p:cNvGrpSpPr/>
        <p:nvPr/>
      </p:nvGrpSpPr>
      <p:grpSpPr>
        <a:xfrm>
          <a:off x="0" y="0"/>
          <a:ext cx="0" cy="0"/>
          <a:chOff x="0" y="0"/>
          <a:chExt cx="0" cy="0"/>
        </a:xfrm>
      </p:grpSpPr>
      <p:pic>
        <p:nvPicPr>
          <p:cNvPr id="922" name="Google Shape;922;g2674c0d7ef2_0_460"/>
          <p:cNvPicPr preferRelativeResize="0"/>
          <p:nvPr/>
        </p:nvPicPr>
        <p:blipFill rotWithShape="1">
          <a:blip r:embed="rId3">
            <a:alphaModFix/>
          </a:blip>
          <a:srcRect/>
          <a:stretch/>
        </p:blipFill>
        <p:spPr>
          <a:xfrm>
            <a:off x="711200" y="2286000"/>
            <a:ext cx="7772400" cy="3663950"/>
          </a:xfrm>
          <a:prstGeom prst="rect">
            <a:avLst/>
          </a:prstGeom>
          <a:noFill/>
          <a:ln>
            <a:noFill/>
          </a:ln>
        </p:spPr>
      </p:pic>
      <p:sp>
        <p:nvSpPr>
          <p:cNvPr id="923" name="Google Shape;923;g2674c0d7ef2_0_460"/>
          <p:cNvSpPr txBox="1"/>
          <p:nvPr/>
        </p:nvSpPr>
        <p:spPr>
          <a:xfrm>
            <a:off x="1414300" y="6009075"/>
            <a:ext cx="23367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Verdana"/>
              <a:buNone/>
            </a:pPr>
            <a:r>
              <a:rPr lang="en-US" sz="1800" b="1" i="0" u="none" strike="noStrike" cap="none">
                <a:solidFill>
                  <a:schemeClr val="dk1"/>
                </a:solidFill>
                <a:latin typeface="Verdana"/>
                <a:ea typeface="Verdana"/>
                <a:cs typeface="Verdana"/>
                <a:sym typeface="Verdana"/>
              </a:rPr>
              <a:t>IP address : </a:t>
            </a:r>
            <a:r>
              <a:rPr lang="en-US" sz="1800" b="1" i="0" u="none" strike="noStrike" cap="none">
                <a:solidFill>
                  <a:srgbClr val="6600CC"/>
                </a:solidFill>
                <a:latin typeface="Verdana"/>
                <a:ea typeface="Verdana"/>
                <a:cs typeface="Verdana"/>
                <a:sym typeface="Verdana"/>
              </a:rPr>
              <a:t>200.20.20.1</a:t>
            </a:r>
            <a:endParaRPr sz="1400" b="0" i="0" u="none" strike="noStrike" cap="none">
              <a:solidFill>
                <a:srgbClr val="000000"/>
              </a:solidFill>
              <a:latin typeface="Arial"/>
              <a:ea typeface="Arial"/>
              <a:cs typeface="Arial"/>
              <a:sym typeface="Arial"/>
            </a:endParaRPr>
          </a:p>
        </p:txBody>
      </p:sp>
      <p:sp>
        <p:nvSpPr>
          <p:cNvPr id="924" name="Google Shape;924;g2674c0d7ef2_0_460"/>
          <p:cNvSpPr txBox="1"/>
          <p:nvPr/>
        </p:nvSpPr>
        <p:spPr>
          <a:xfrm>
            <a:off x="6756400" y="5854925"/>
            <a:ext cx="23367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Verdana"/>
              <a:buNone/>
            </a:pPr>
            <a:r>
              <a:rPr lang="en-US" sz="1800" b="1" i="0" u="none" strike="noStrike" cap="none">
                <a:solidFill>
                  <a:schemeClr val="dk1"/>
                </a:solidFill>
                <a:latin typeface="Verdana"/>
                <a:ea typeface="Verdana"/>
                <a:cs typeface="Verdana"/>
                <a:sym typeface="Verdana"/>
              </a:rPr>
              <a:t>IP address : </a:t>
            </a:r>
            <a:r>
              <a:rPr lang="en-US" sz="1800" b="1" i="0" u="none" strike="noStrike" cap="none">
                <a:solidFill>
                  <a:srgbClr val="6600CC"/>
                </a:solidFill>
                <a:latin typeface="Verdana"/>
                <a:ea typeface="Verdana"/>
                <a:cs typeface="Verdana"/>
                <a:sym typeface="Verdana"/>
              </a:rPr>
              <a:t>192.168.1.1</a:t>
            </a:r>
            <a:endParaRPr sz="1400" b="0" i="0" u="none" strike="noStrike" cap="none">
              <a:solidFill>
                <a:srgbClr val="000000"/>
              </a:solidFill>
              <a:latin typeface="Arial"/>
              <a:ea typeface="Arial"/>
              <a:cs typeface="Arial"/>
              <a:sym typeface="Arial"/>
            </a:endParaRPr>
          </a:p>
        </p:txBody>
      </p:sp>
      <p:graphicFrame>
        <p:nvGraphicFramePr>
          <p:cNvPr id="925" name="Google Shape;925;g2674c0d7ef2_0_460"/>
          <p:cNvGraphicFramePr/>
          <p:nvPr/>
        </p:nvGraphicFramePr>
        <p:xfrm>
          <a:off x="2743200" y="1600200"/>
          <a:ext cx="7829425" cy="731825"/>
        </p:xfrm>
        <a:graphic>
          <a:graphicData uri="http://schemas.openxmlformats.org/drawingml/2006/table">
            <a:tbl>
              <a:tblPr>
                <a:noFill/>
                <a:tableStyleId>{48E84C15-F357-4B55-837A-93BB2D24EF1C}</a:tableStyleId>
              </a:tblPr>
              <a:tblGrid>
                <a:gridCol w="882625">
                  <a:extLst>
                    <a:ext uri="{9D8B030D-6E8A-4147-A177-3AD203B41FA5}">
                      <a16:colId xmlns:a16="http://schemas.microsoft.com/office/drawing/2014/main" val="20000"/>
                    </a:ext>
                  </a:extLst>
                </a:gridCol>
                <a:gridCol w="768325">
                  <a:extLst>
                    <a:ext uri="{9D8B030D-6E8A-4147-A177-3AD203B41FA5}">
                      <a16:colId xmlns:a16="http://schemas.microsoft.com/office/drawing/2014/main" val="20001"/>
                    </a:ext>
                  </a:extLst>
                </a:gridCol>
                <a:gridCol w="882625">
                  <a:extLst>
                    <a:ext uri="{9D8B030D-6E8A-4147-A177-3AD203B41FA5}">
                      <a16:colId xmlns:a16="http://schemas.microsoft.com/office/drawing/2014/main" val="20002"/>
                    </a:ext>
                  </a:extLst>
                </a:gridCol>
                <a:gridCol w="770475">
                  <a:extLst>
                    <a:ext uri="{9D8B030D-6E8A-4147-A177-3AD203B41FA5}">
                      <a16:colId xmlns:a16="http://schemas.microsoft.com/office/drawing/2014/main" val="20003"/>
                    </a:ext>
                  </a:extLst>
                </a:gridCol>
                <a:gridCol w="759875">
                  <a:extLst>
                    <a:ext uri="{9D8B030D-6E8A-4147-A177-3AD203B41FA5}">
                      <a16:colId xmlns:a16="http://schemas.microsoft.com/office/drawing/2014/main" val="20004"/>
                    </a:ext>
                  </a:extLst>
                </a:gridCol>
                <a:gridCol w="747175">
                  <a:extLst>
                    <a:ext uri="{9D8B030D-6E8A-4147-A177-3AD203B41FA5}">
                      <a16:colId xmlns:a16="http://schemas.microsoft.com/office/drawing/2014/main" val="20005"/>
                    </a:ext>
                  </a:extLst>
                </a:gridCol>
                <a:gridCol w="1805500">
                  <a:extLst>
                    <a:ext uri="{9D8B030D-6E8A-4147-A177-3AD203B41FA5}">
                      <a16:colId xmlns:a16="http://schemas.microsoft.com/office/drawing/2014/main" val="20006"/>
                    </a:ext>
                  </a:extLst>
                </a:gridCol>
                <a:gridCol w="1212825">
                  <a:extLst>
                    <a:ext uri="{9D8B030D-6E8A-4147-A177-3AD203B41FA5}">
                      <a16:colId xmlns:a16="http://schemas.microsoft.com/office/drawing/2014/main" val="20007"/>
                    </a:ext>
                  </a:extLst>
                </a:gridCol>
              </a:tblGrid>
              <a:tr h="731825">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Verdana"/>
                        <a:ea typeface="Verdana"/>
                        <a:cs typeface="Verdana"/>
                        <a:sym typeface="Verdana"/>
                      </a:endParaRPr>
                    </a:p>
                  </a:txBody>
                  <a:tcPr marL="91450" marR="91450" marT="45750" marB="45750" anchor="ctr" anchorCtr="1">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Verdana"/>
                        <a:ea typeface="Verdana"/>
                        <a:cs typeface="Verdana"/>
                        <a:sym typeface="Verdana"/>
                      </a:endParaRPr>
                    </a:p>
                  </a:txBody>
                  <a:tcPr marL="91450" marR="91450" marT="45750" marB="45750" anchor="ctr" anchorCtr="1">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Verdana"/>
                        <a:ea typeface="Verdana"/>
                        <a:cs typeface="Verdana"/>
                        <a:sym typeface="Verdana"/>
                      </a:endParaRPr>
                    </a:p>
                  </a:txBody>
                  <a:tcPr marL="91450" marR="91450" marT="45750" marB="45750" anchor="ctr" anchorCtr="1">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Verdana"/>
                        <a:ea typeface="Verdana"/>
                        <a:cs typeface="Verdana"/>
                        <a:sym typeface="Verdana"/>
                      </a:endParaRPr>
                    </a:p>
                  </a:txBody>
                  <a:tcPr marL="91450" marR="91450" marT="45750" marB="45750" anchor="ctr" anchorCtr="1">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Verdana"/>
                        <a:ea typeface="Verdana"/>
                        <a:cs typeface="Verdana"/>
                        <a:sym typeface="Verdana"/>
                      </a:endParaRPr>
                    </a:p>
                  </a:txBody>
                  <a:tcPr marL="91450" marR="91450" marT="45750" marB="45750" anchor="ctr" anchorCtr="1">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Verdana"/>
                        <a:ea typeface="Verdana"/>
                        <a:cs typeface="Verdana"/>
                        <a:sym typeface="Verdana"/>
                      </a:endParaRPr>
                    </a:p>
                  </a:txBody>
                  <a:tcPr marL="91450" marR="91450" marT="45750" marB="45750" anchor="ctr" anchorCtr="1">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Verdana"/>
                        <a:buNone/>
                      </a:pPr>
                      <a:r>
                        <a:rPr lang="en-US" sz="1400" b="1" i="0" u="none" strike="noStrike" cap="none">
                          <a:solidFill>
                            <a:schemeClr val="dk1"/>
                          </a:solidFill>
                          <a:latin typeface="Verdana"/>
                          <a:ea typeface="Verdana"/>
                          <a:cs typeface="Verdana"/>
                          <a:sym typeface="Verdana"/>
                        </a:rPr>
                        <a:t>Data: Request for web page</a:t>
                      </a:r>
                      <a:endParaRPr sz="1400" u="none" strike="noStrike" cap="none"/>
                    </a:p>
                  </a:txBody>
                  <a:tcPr marL="91450" marR="91450" marT="45750" marB="4575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solidFill>
                      <a:schemeClr val="accent2"/>
                    </a:solidFill>
                  </a:tcPr>
                </a:tc>
                <a:tc>
                  <a:txBody>
                    <a:bodyPr/>
                    <a:lstStyle/>
                    <a:p>
                      <a:pPr marL="0" marR="0" lvl="0" indent="0" algn="l" rtl="0">
                        <a:lnSpc>
                          <a:spcPct val="100000"/>
                        </a:lnSpc>
                        <a:spcBef>
                          <a:spcPts val="0"/>
                        </a:spcBef>
                        <a:spcAft>
                          <a:spcPts val="0"/>
                        </a:spcAft>
                        <a:buClr>
                          <a:schemeClr val="dk1"/>
                        </a:buClr>
                        <a:buSzPts val="1600"/>
                        <a:buFont typeface="Verdana"/>
                        <a:buNone/>
                      </a:pPr>
                      <a:r>
                        <a:rPr lang="en-US" sz="1600" b="0" i="0" u="none" strike="noStrike" cap="none">
                          <a:solidFill>
                            <a:schemeClr val="dk1"/>
                          </a:solidFill>
                          <a:latin typeface="Verdana"/>
                          <a:ea typeface="Verdana"/>
                          <a:cs typeface="Verdana"/>
                          <a:sym typeface="Verdana"/>
                        </a:rPr>
                        <a:t>Trailer</a:t>
                      </a:r>
                      <a:endParaRPr sz="1400" u="none" strike="noStrike" cap="none"/>
                    </a:p>
                  </a:txBody>
                  <a:tcPr marL="91450" marR="91450" marT="45750" marB="45750">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solidFill>
                      <a:srgbClr val="CCCCFF"/>
                    </a:solidFill>
                  </a:tcPr>
                </a:tc>
                <a:extLst>
                  <a:ext uri="{0D108BD9-81ED-4DB2-BD59-A6C34878D82A}">
                    <a16:rowId xmlns:a16="http://schemas.microsoft.com/office/drawing/2014/main" val="10000"/>
                  </a:ext>
                </a:extLst>
              </a:tr>
            </a:tbl>
          </a:graphicData>
        </a:graphic>
      </p:graphicFrame>
      <p:sp>
        <p:nvSpPr>
          <p:cNvPr id="926" name="Google Shape;926;g2674c0d7ef2_0_460"/>
          <p:cNvSpPr txBox="1"/>
          <p:nvPr/>
        </p:nvSpPr>
        <p:spPr>
          <a:xfrm>
            <a:off x="4876800" y="2895600"/>
            <a:ext cx="4368900" cy="585000"/>
          </a:xfrm>
          <a:prstGeom prst="rect">
            <a:avLst/>
          </a:prstGeom>
          <a:solidFill>
            <a:srgbClr val="0033CC"/>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hlink"/>
              </a:buClr>
              <a:buSzPts val="1600"/>
              <a:buFont typeface="Verdana"/>
              <a:buNone/>
            </a:pPr>
            <a:r>
              <a:rPr lang="en-US" sz="1600" b="1" i="0" u="none" strike="noStrike" cap="none" dirty="0">
                <a:solidFill>
                  <a:schemeClr val="hlink"/>
                </a:solidFill>
                <a:latin typeface="Verdana"/>
                <a:ea typeface="Verdana"/>
                <a:cs typeface="Verdana"/>
                <a:sym typeface="Verdana"/>
              </a:rPr>
              <a:t>Web Browser application Port Number: </a:t>
            </a:r>
            <a:r>
              <a:rPr lang="en-US" sz="1600" b="1" dirty="0">
                <a:solidFill>
                  <a:srgbClr val="FFFF00"/>
                </a:solidFill>
                <a:latin typeface="Verdana"/>
                <a:ea typeface="Verdana"/>
                <a:cs typeface="Verdana"/>
                <a:sym typeface="Verdana"/>
              </a:rPr>
              <a:t>510</a:t>
            </a:r>
            <a:r>
              <a:rPr lang="en-US" sz="1600" b="1" i="0" u="none" strike="noStrike" cap="none" dirty="0">
                <a:solidFill>
                  <a:srgbClr val="FFFF00"/>
                </a:solidFill>
                <a:latin typeface="Verdana"/>
                <a:ea typeface="Verdana"/>
                <a:cs typeface="Verdana"/>
                <a:sym typeface="Verdana"/>
              </a:rPr>
              <a:t>25</a:t>
            </a:r>
            <a:endParaRPr sz="1400" b="0" i="0" u="none" strike="noStrike" cap="none" dirty="0">
              <a:solidFill>
                <a:srgbClr val="000000"/>
              </a:solidFill>
              <a:latin typeface="Arial"/>
              <a:ea typeface="Arial"/>
              <a:cs typeface="Arial"/>
              <a:sym typeface="Arial"/>
            </a:endParaRPr>
          </a:p>
        </p:txBody>
      </p:sp>
      <p:sp>
        <p:nvSpPr>
          <p:cNvPr id="927" name="Google Shape;927;g2674c0d7ef2_0_460"/>
          <p:cNvSpPr txBox="1"/>
          <p:nvPr/>
        </p:nvSpPr>
        <p:spPr>
          <a:xfrm>
            <a:off x="711200" y="4419600"/>
            <a:ext cx="2946300" cy="585000"/>
          </a:xfrm>
          <a:prstGeom prst="rect">
            <a:avLst/>
          </a:prstGeom>
          <a:solidFill>
            <a:srgbClr val="0033CC"/>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hlink"/>
              </a:buClr>
              <a:buSzPts val="1600"/>
              <a:buFont typeface="Verdana"/>
              <a:buNone/>
            </a:pPr>
            <a:r>
              <a:rPr lang="en-US" sz="1600" b="1" i="0" u="none" strike="noStrike" cap="none">
                <a:solidFill>
                  <a:schemeClr val="hlink"/>
                </a:solidFill>
                <a:latin typeface="Verdana"/>
                <a:ea typeface="Verdana"/>
                <a:cs typeface="Verdana"/>
                <a:sym typeface="Verdana"/>
              </a:rPr>
              <a:t>Web Server application Port Number: </a:t>
            </a:r>
            <a:r>
              <a:rPr lang="en-US" sz="1600" b="1" i="0" u="none" strike="noStrike" cap="none">
                <a:solidFill>
                  <a:srgbClr val="FFFF00"/>
                </a:solidFill>
                <a:latin typeface="Verdana"/>
                <a:ea typeface="Verdana"/>
                <a:cs typeface="Verdana"/>
                <a:sym typeface="Verdana"/>
              </a:rPr>
              <a:t>80</a:t>
            </a:r>
            <a:endParaRPr sz="1400" b="0" i="0" u="none" strike="noStrike" cap="none">
              <a:solidFill>
                <a:srgbClr val="000000"/>
              </a:solidFill>
              <a:latin typeface="Arial"/>
              <a:ea typeface="Arial"/>
              <a:cs typeface="Arial"/>
              <a:sym typeface="Arial"/>
            </a:endParaRPr>
          </a:p>
        </p:txBody>
      </p:sp>
      <p:sp>
        <p:nvSpPr>
          <p:cNvPr id="928" name="Google Shape;928;g2674c0d7ef2_0_460"/>
          <p:cNvSpPr txBox="1"/>
          <p:nvPr/>
        </p:nvSpPr>
        <p:spPr>
          <a:xfrm>
            <a:off x="6705600" y="1828800"/>
            <a:ext cx="11175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folHlink"/>
              </a:buClr>
              <a:buSzPts val="1400"/>
              <a:buFont typeface="Verdana"/>
              <a:buNone/>
            </a:pPr>
            <a:r>
              <a:rPr lang="en-US" sz="1400" b="1" i="0" u="none" strike="noStrike" cap="none" dirty="0">
                <a:solidFill>
                  <a:schemeClr val="folHlink"/>
                </a:solidFill>
                <a:latin typeface="Verdana"/>
                <a:ea typeface="Verdana"/>
                <a:cs typeface="Verdana"/>
                <a:sym typeface="Verdana"/>
              </a:rPr>
              <a:t>51025</a:t>
            </a:r>
            <a:endParaRPr sz="1400" b="0" i="0" u="none" strike="noStrike" cap="none" dirty="0">
              <a:solidFill>
                <a:srgbClr val="000000"/>
              </a:solidFill>
              <a:latin typeface="Arial"/>
              <a:ea typeface="Arial"/>
              <a:cs typeface="Arial"/>
              <a:sym typeface="Arial"/>
            </a:endParaRPr>
          </a:p>
        </p:txBody>
      </p:sp>
      <p:sp>
        <p:nvSpPr>
          <p:cNvPr id="929" name="Google Shape;929;g2674c0d7ef2_0_460"/>
          <p:cNvSpPr txBox="1"/>
          <p:nvPr/>
        </p:nvSpPr>
        <p:spPr>
          <a:xfrm>
            <a:off x="6096000" y="1828800"/>
            <a:ext cx="7113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folHlink"/>
              </a:buClr>
              <a:buSzPts val="1400"/>
              <a:buFont typeface="Verdana"/>
              <a:buNone/>
            </a:pPr>
            <a:r>
              <a:rPr lang="en-US" sz="1400" b="1" i="0" u="none" strike="noStrike" cap="none">
                <a:solidFill>
                  <a:schemeClr val="folHlink"/>
                </a:solidFill>
                <a:latin typeface="Verdana"/>
                <a:ea typeface="Verdana"/>
                <a:cs typeface="Verdana"/>
                <a:sym typeface="Verdana"/>
              </a:rPr>
              <a:t>80</a:t>
            </a:r>
            <a:endParaRPr sz="1400" b="0" i="0" u="none" strike="noStrike" cap="none">
              <a:solidFill>
                <a:srgbClr val="000000"/>
              </a:solidFill>
              <a:latin typeface="Arial"/>
              <a:ea typeface="Arial"/>
              <a:cs typeface="Arial"/>
              <a:sym typeface="Arial"/>
            </a:endParaRPr>
          </a:p>
        </p:txBody>
      </p:sp>
      <p:sp>
        <p:nvSpPr>
          <p:cNvPr id="930" name="Google Shape;930;g2674c0d7ef2_0_460"/>
          <p:cNvSpPr txBox="1"/>
          <p:nvPr/>
        </p:nvSpPr>
        <p:spPr>
          <a:xfrm rot="-2097568">
            <a:off x="5042754" y="1813851"/>
            <a:ext cx="1254457" cy="25647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6600CC"/>
              </a:buClr>
              <a:buSzPts val="1000"/>
              <a:buFont typeface="Verdana"/>
              <a:buNone/>
            </a:pPr>
            <a:r>
              <a:rPr lang="en-US" sz="1000" b="1" i="0" u="none" strike="noStrike" cap="none">
                <a:solidFill>
                  <a:srgbClr val="6600CC"/>
                </a:solidFill>
                <a:latin typeface="Verdana"/>
                <a:ea typeface="Verdana"/>
                <a:cs typeface="Verdana"/>
                <a:sym typeface="Verdana"/>
              </a:rPr>
              <a:t>192.168.1.1</a:t>
            </a:r>
            <a:endParaRPr sz="1400" b="0" i="0" u="none" strike="noStrike" cap="none">
              <a:solidFill>
                <a:srgbClr val="000000"/>
              </a:solidFill>
              <a:latin typeface="Arial"/>
              <a:ea typeface="Arial"/>
              <a:cs typeface="Arial"/>
              <a:sym typeface="Arial"/>
            </a:endParaRPr>
          </a:p>
        </p:txBody>
      </p:sp>
      <p:sp>
        <p:nvSpPr>
          <p:cNvPr id="931" name="Google Shape;931;g2674c0d7ef2_0_460"/>
          <p:cNvSpPr txBox="1"/>
          <p:nvPr/>
        </p:nvSpPr>
        <p:spPr>
          <a:xfrm>
            <a:off x="4470400" y="1828800"/>
            <a:ext cx="7113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6600CC"/>
              </a:buClr>
              <a:buSzPts val="2000"/>
              <a:buFont typeface="Verdana"/>
              <a:buNone/>
            </a:pPr>
            <a:r>
              <a:rPr lang="en-US" sz="2000" b="1" i="0" u="none" strike="noStrike" cap="none">
                <a:solidFill>
                  <a:srgbClr val="6600CC"/>
                </a:solidFill>
                <a:latin typeface="Verdana"/>
                <a:ea typeface="Verdana"/>
                <a:cs typeface="Verdana"/>
                <a:sym typeface="Verdana"/>
              </a:rPr>
              <a:t>?</a:t>
            </a:r>
            <a:endParaRPr sz="1400" b="0" i="0" u="none" strike="noStrike" cap="none">
              <a:solidFill>
                <a:srgbClr val="000000"/>
              </a:solidFill>
              <a:latin typeface="Arial"/>
              <a:ea typeface="Arial"/>
              <a:cs typeface="Arial"/>
              <a:sym typeface="Arial"/>
            </a:endParaRPr>
          </a:p>
        </p:txBody>
      </p:sp>
      <p:sp>
        <p:nvSpPr>
          <p:cNvPr id="932" name="Google Shape;932;g2674c0d7ef2_0_460"/>
          <p:cNvSpPr txBox="1"/>
          <p:nvPr/>
        </p:nvSpPr>
        <p:spPr>
          <a:xfrm>
            <a:off x="5080000" y="4038600"/>
            <a:ext cx="56895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Verdana"/>
              <a:buNone/>
            </a:pPr>
            <a:r>
              <a:rPr lang="en-US" sz="1800" b="1" i="0" u="none" strike="noStrike" cap="none">
                <a:solidFill>
                  <a:schemeClr val="dk1"/>
                </a:solidFill>
                <a:latin typeface="Verdana"/>
                <a:ea typeface="Verdana"/>
                <a:cs typeface="Verdana"/>
                <a:sym typeface="Verdana"/>
              </a:rPr>
              <a:t>www.cisco.com : </a:t>
            </a:r>
            <a:r>
              <a:rPr lang="en-US" sz="1800" b="1" i="0" u="none" strike="noStrike" cap="none">
                <a:solidFill>
                  <a:srgbClr val="6600CC"/>
                </a:solidFill>
                <a:latin typeface="Verdana"/>
                <a:ea typeface="Verdana"/>
                <a:cs typeface="Verdana"/>
                <a:sym typeface="Verdana"/>
              </a:rPr>
              <a:t>? IP address</a:t>
            </a:r>
            <a:endParaRPr sz="1400" b="0" i="0" u="none" strike="noStrike" cap="none">
              <a:solidFill>
                <a:srgbClr val="000000"/>
              </a:solidFill>
              <a:latin typeface="Arial"/>
              <a:ea typeface="Arial"/>
              <a:cs typeface="Arial"/>
              <a:sym typeface="Arial"/>
            </a:endParaRPr>
          </a:p>
        </p:txBody>
      </p:sp>
      <p:sp>
        <p:nvSpPr>
          <p:cNvPr id="933" name="Google Shape;933;g2674c0d7ef2_0_460"/>
          <p:cNvSpPr txBox="1"/>
          <p:nvPr/>
        </p:nvSpPr>
        <p:spPr>
          <a:xfrm>
            <a:off x="961250" y="74150"/>
            <a:ext cx="10464900" cy="914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99"/>
              </a:buClr>
              <a:buSzPts val="4400"/>
              <a:buFont typeface="Garamond"/>
              <a:buNone/>
            </a:pPr>
            <a:r>
              <a:rPr lang="en-US" sz="4000" b="0" i="0" u="none" strike="noStrike" cap="none">
                <a:solidFill>
                  <a:schemeClr val="dk1"/>
                </a:solidFill>
                <a:latin typeface="Corbel"/>
                <a:ea typeface="Corbel"/>
                <a:cs typeface="Corbel"/>
                <a:sym typeface="Corbel"/>
              </a:rPr>
              <a:t>Domain Name System (DNS)</a:t>
            </a:r>
            <a:endParaRPr sz="4000" b="0" i="0" u="none" strike="noStrike" cap="none">
              <a:solidFill>
                <a:schemeClr val="dk1"/>
              </a:solidFill>
              <a:latin typeface="Corbel"/>
              <a:ea typeface="Corbel"/>
              <a:cs typeface="Corbel"/>
              <a:sym typeface="Corbel"/>
            </a:endParaRPr>
          </a:p>
        </p:txBody>
      </p:sp>
      <p:sp>
        <p:nvSpPr>
          <p:cNvPr id="934" name="Google Shape;934;g2674c0d7ef2_0_460"/>
          <p:cNvSpPr txBox="1"/>
          <p:nvPr/>
        </p:nvSpPr>
        <p:spPr>
          <a:xfrm>
            <a:off x="8737600" y="6248400"/>
            <a:ext cx="28449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000"/>
              <a:buFont typeface="Verdana"/>
              <a:buNone/>
            </a:pPr>
            <a:fld id="{00000000-1234-1234-1234-123412341234}" type="slidenum">
              <a:rPr lang="en-US" sz="1000" b="0" i="0" u="none" strike="noStrike" cap="none">
                <a:solidFill>
                  <a:schemeClr val="dk1"/>
                </a:solidFill>
                <a:latin typeface="Verdana"/>
                <a:ea typeface="Verdana"/>
                <a:cs typeface="Verdana"/>
                <a:sym typeface="Verdana"/>
              </a:rPr>
              <a:t>16</a:t>
            </a:fld>
            <a:endParaRPr sz="1400" b="0" i="0" u="none" strike="noStrike" cap="none">
              <a:solidFill>
                <a:srgbClr val="000000"/>
              </a:solidFill>
              <a:latin typeface="Arial"/>
              <a:ea typeface="Arial"/>
              <a:cs typeface="Arial"/>
              <a:sym typeface="Arial"/>
            </a:endParaRPr>
          </a:p>
        </p:txBody>
      </p:sp>
      <p:graphicFrame>
        <p:nvGraphicFramePr>
          <p:cNvPr id="935" name="Google Shape;935;g2674c0d7ef2_0_460"/>
          <p:cNvGraphicFramePr/>
          <p:nvPr/>
        </p:nvGraphicFramePr>
        <p:xfrm>
          <a:off x="2782625" y="1158263"/>
          <a:ext cx="4811100" cy="426690"/>
        </p:xfrm>
        <a:graphic>
          <a:graphicData uri="http://schemas.openxmlformats.org/drawingml/2006/table">
            <a:tbl>
              <a:tblPr>
                <a:noFill/>
                <a:tableStyleId>{6F87FCAC-04E5-4AFC-BD3A-FF177D9DD956}</a:tableStyleId>
              </a:tblPr>
              <a:tblGrid>
                <a:gridCol w="801850">
                  <a:extLst>
                    <a:ext uri="{9D8B030D-6E8A-4147-A177-3AD203B41FA5}">
                      <a16:colId xmlns:a16="http://schemas.microsoft.com/office/drawing/2014/main" val="20000"/>
                    </a:ext>
                  </a:extLst>
                </a:gridCol>
                <a:gridCol w="801850">
                  <a:extLst>
                    <a:ext uri="{9D8B030D-6E8A-4147-A177-3AD203B41FA5}">
                      <a16:colId xmlns:a16="http://schemas.microsoft.com/office/drawing/2014/main" val="20001"/>
                    </a:ext>
                  </a:extLst>
                </a:gridCol>
                <a:gridCol w="801850">
                  <a:extLst>
                    <a:ext uri="{9D8B030D-6E8A-4147-A177-3AD203B41FA5}">
                      <a16:colId xmlns:a16="http://schemas.microsoft.com/office/drawing/2014/main" val="20002"/>
                    </a:ext>
                  </a:extLst>
                </a:gridCol>
                <a:gridCol w="801850">
                  <a:extLst>
                    <a:ext uri="{9D8B030D-6E8A-4147-A177-3AD203B41FA5}">
                      <a16:colId xmlns:a16="http://schemas.microsoft.com/office/drawing/2014/main" val="20003"/>
                    </a:ext>
                  </a:extLst>
                </a:gridCol>
                <a:gridCol w="801850">
                  <a:extLst>
                    <a:ext uri="{9D8B030D-6E8A-4147-A177-3AD203B41FA5}">
                      <a16:colId xmlns:a16="http://schemas.microsoft.com/office/drawing/2014/main" val="20004"/>
                    </a:ext>
                  </a:extLst>
                </a:gridCol>
                <a:gridCol w="801850">
                  <a:extLst>
                    <a:ext uri="{9D8B030D-6E8A-4147-A177-3AD203B41FA5}">
                      <a16:colId xmlns:a16="http://schemas.microsoft.com/office/drawing/2014/main" val="20005"/>
                    </a:ext>
                  </a:extLst>
                </a:gridCol>
              </a:tblGrid>
              <a:tr h="400200">
                <a:tc>
                  <a:txBody>
                    <a:bodyPr/>
                    <a:lstStyle/>
                    <a:p>
                      <a:pPr marL="0" marR="0" lvl="0" indent="0" algn="l" rtl="0">
                        <a:lnSpc>
                          <a:spcPct val="100000"/>
                        </a:lnSpc>
                        <a:spcBef>
                          <a:spcPts val="0"/>
                        </a:spcBef>
                        <a:spcAft>
                          <a:spcPts val="0"/>
                        </a:spcAft>
                        <a:buClr>
                          <a:srgbClr val="000000"/>
                        </a:buClr>
                        <a:buSzPts val="800"/>
                        <a:buFont typeface="Arial"/>
                        <a:buNone/>
                      </a:pPr>
                      <a:r>
                        <a:rPr lang="en-US" sz="800" b="1" u="none" strike="noStrike" cap="none">
                          <a:solidFill>
                            <a:schemeClr val="dk1"/>
                          </a:solidFill>
                        </a:rPr>
                        <a:t>Dest MAC Address</a:t>
                      </a:r>
                      <a:endParaRPr sz="1300" u="none" strike="noStrike" cap="none"/>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800"/>
                        <a:buFont typeface="Arial"/>
                        <a:buNone/>
                      </a:pPr>
                      <a:r>
                        <a:rPr lang="en-US" sz="800" b="1" u="none" strike="noStrike" cap="none"/>
                        <a:t>Source MAC Address</a:t>
                      </a:r>
                      <a:endParaRPr sz="800" b="1" u="none" strike="noStrike" cap="none"/>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Arial"/>
                        <a:buNone/>
                      </a:pPr>
                      <a:r>
                        <a:rPr lang="en-US" sz="800" b="1" u="none" strike="noStrike" cap="none">
                          <a:solidFill>
                            <a:schemeClr val="dk1"/>
                          </a:solidFill>
                        </a:rPr>
                        <a:t>Destination IP Address</a:t>
                      </a:r>
                      <a:endParaRPr sz="1400" u="none" strike="noStrike" cap="none"/>
                    </a:p>
                  </a:txBody>
                  <a:tcPr marL="91425" marR="91425" marT="91425" marB="91425">
                    <a:lnL w="9525" cap="flat" cmpd="sng">
                      <a:solidFill>
                        <a:srgbClr val="9E9E9E"/>
                      </a:solidFill>
                      <a:prstDash val="solid"/>
                      <a:round/>
                      <a:headEnd type="none" w="sm" len="sm"/>
                      <a:tailEnd type="none" w="sm" len="sm"/>
                    </a:lnL>
                  </a:tcPr>
                </a:tc>
                <a:tc>
                  <a:txBody>
                    <a:bodyPr/>
                    <a:lstStyle/>
                    <a:p>
                      <a:pPr marL="0" marR="0" lvl="0" indent="0" algn="l" rtl="0">
                        <a:lnSpc>
                          <a:spcPct val="100000"/>
                        </a:lnSpc>
                        <a:spcBef>
                          <a:spcPts val="0"/>
                        </a:spcBef>
                        <a:spcAft>
                          <a:spcPts val="0"/>
                        </a:spcAft>
                        <a:buClr>
                          <a:srgbClr val="000000"/>
                        </a:buClr>
                        <a:buSzPts val="800"/>
                        <a:buFont typeface="Arial"/>
                        <a:buNone/>
                      </a:pPr>
                      <a:r>
                        <a:rPr lang="en-US" sz="800" b="1" u="none" strike="noStrike" cap="none">
                          <a:solidFill>
                            <a:schemeClr val="dk1"/>
                          </a:solidFill>
                        </a:rPr>
                        <a:t>Source IP Address</a:t>
                      </a:r>
                      <a:endParaRPr sz="13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800"/>
                        <a:buFont typeface="Arial"/>
                        <a:buNone/>
                      </a:pPr>
                      <a:r>
                        <a:rPr lang="en-US" sz="800" b="1" u="none" strike="noStrike" cap="none">
                          <a:solidFill>
                            <a:schemeClr val="dk1"/>
                          </a:solidFill>
                        </a:rPr>
                        <a:t>Destination Port No </a:t>
                      </a:r>
                      <a:endParaRPr sz="13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800"/>
                        <a:buFont typeface="Arial"/>
                        <a:buNone/>
                      </a:pPr>
                      <a:r>
                        <a:rPr lang="en-US" sz="800" b="1" u="none" strike="noStrike" cap="none"/>
                        <a:t>Source Port No</a:t>
                      </a:r>
                      <a:endParaRPr sz="800" b="1" u="none" strike="noStrike" cap="none"/>
                    </a:p>
                  </a:txBody>
                  <a:tcPr marL="91425" marR="91425" marT="91425" marB="91425"/>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40"/>
        <p:cNvGrpSpPr/>
        <p:nvPr/>
      </p:nvGrpSpPr>
      <p:grpSpPr>
        <a:xfrm>
          <a:off x="0" y="0"/>
          <a:ext cx="0" cy="0"/>
          <a:chOff x="0" y="0"/>
          <a:chExt cx="0" cy="0"/>
        </a:xfrm>
      </p:grpSpPr>
      <p:pic>
        <p:nvPicPr>
          <p:cNvPr id="941" name="Google Shape;941;g2674c0d7ef2_0_476"/>
          <p:cNvPicPr preferRelativeResize="0"/>
          <p:nvPr/>
        </p:nvPicPr>
        <p:blipFill rotWithShape="1">
          <a:blip r:embed="rId3">
            <a:alphaModFix/>
          </a:blip>
          <a:srcRect/>
          <a:stretch/>
        </p:blipFill>
        <p:spPr>
          <a:xfrm>
            <a:off x="4826000" y="2590800"/>
            <a:ext cx="4914900" cy="1827212"/>
          </a:xfrm>
          <a:prstGeom prst="rect">
            <a:avLst/>
          </a:prstGeom>
          <a:noFill/>
          <a:ln>
            <a:noFill/>
          </a:ln>
        </p:spPr>
      </p:pic>
      <p:pic>
        <p:nvPicPr>
          <p:cNvPr id="942" name="Google Shape;942;g2674c0d7ef2_0_476"/>
          <p:cNvPicPr preferRelativeResize="0"/>
          <p:nvPr/>
        </p:nvPicPr>
        <p:blipFill rotWithShape="1">
          <a:blip r:embed="rId4">
            <a:alphaModFix/>
          </a:blip>
          <a:srcRect/>
          <a:stretch/>
        </p:blipFill>
        <p:spPr>
          <a:xfrm rot="-420000">
            <a:off x="2285649" y="3039512"/>
            <a:ext cx="2581275" cy="1458912"/>
          </a:xfrm>
          <a:prstGeom prst="rect">
            <a:avLst/>
          </a:prstGeom>
          <a:noFill/>
          <a:ln>
            <a:noFill/>
          </a:ln>
        </p:spPr>
      </p:pic>
      <p:sp>
        <p:nvSpPr>
          <p:cNvPr id="943" name="Google Shape;943;g2674c0d7ef2_0_476"/>
          <p:cNvSpPr txBox="1"/>
          <p:nvPr/>
        </p:nvSpPr>
        <p:spPr>
          <a:xfrm>
            <a:off x="203200" y="4343400"/>
            <a:ext cx="11785500" cy="2133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Verdana"/>
              <a:ea typeface="Verdana"/>
              <a:cs typeface="Verdana"/>
              <a:sym typeface="Verdana"/>
            </a:endParaRPr>
          </a:p>
        </p:txBody>
      </p:sp>
      <p:sp>
        <p:nvSpPr>
          <p:cNvPr id="944" name="Google Shape;944;g2674c0d7ef2_0_476"/>
          <p:cNvSpPr txBox="1"/>
          <p:nvPr/>
        </p:nvSpPr>
        <p:spPr>
          <a:xfrm>
            <a:off x="1131175" y="5328312"/>
            <a:ext cx="4978500" cy="1154400"/>
          </a:xfrm>
          <a:prstGeom prst="rect">
            <a:avLst/>
          </a:prstGeom>
          <a:noFill/>
          <a:ln w="57150" cap="flat" cmpd="sng">
            <a:solidFill>
              <a:srgbClr val="9900FF"/>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1" i="0" u="none" strike="noStrike" cap="none">
                <a:solidFill>
                  <a:schemeClr val="dk1"/>
                </a:solidFill>
                <a:latin typeface="Arial"/>
                <a:ea typeface="Arial"/>
                <a:cs typeface="Arial"/>
                <a:sym typeface="Arial"/>
              </a:rPr>
              <a:t>DNS Address Book:</a:t>
            </a:r>
            <a:endParaRPr sz="1400" b="1" i="0" u="none" strike="noStrike" cap="none">
              <a:solidFill>
                <a:srgbClr val="000000"/>
              </a:solidFill>
              <a:latin typeface="Arial"/>
              <a:ea typeface="Arial"/>
              <a:cs typeface="Arial"/>
              <a:sym typeface="Arial"/>
            </a:endParaRPr>
          </a:p>
          <a:p>
            <a:pPr marL="0" marR="0" lvl="0" indent="0" algn="l" rtl="0">
              <a:lnSpc>
                <a:spcPct val="100000"/>
              </a:lnSpc>
              <a:spcBef>
                <a:spcPts val="90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www.cisco.com = 198.133.219.25</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90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www.yahoo.com = 200.133.2.56</a:t>
            </a:r>
            <a:endParaRPr sz="1400" b="0" i="0" u="none" strike="noStrike" cap="none">
              <a:solidFill>
                <a:srgbClr val="000000"/>
              </a:solidFill>
              <a:latin typeface="Arial"/>
              <a:ea typeface="Arial"/>
              <a:cs typeface="Arial"/>
              <a:sym typeface="Arial"/>
            </a:endParaRPr>
          </a:p>
        </p:txBody>
      </p:sp>
      <p:sp>
        <p:nvSpPr>
          <p:cNvPr id="945" name="Google Shape;945;g2674c0d7ef2_0_476"/>
          <p:cNvSpPr/>
          <p:nvPr/>
        </p:nvSpPr>
        <p:spPr>
          <a:xfrm>
            <a:off x="1016000" y="5715000"/>
            <a:ext cx="4876800" cy="381000"/>
          </a:xfrm>
          <a:prstGeom prst="ellipse">
            <a:avLst/>
          </a:prstGeom>
          <a:noFill/>
          <a:ln w="5715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Verdana"/>
              <a:ea typeface="Verdana"/>
              <a:cs typeface="Verdana"/>
              <a:sym typeface="Verdana"/>
            </a:endParaRPr>
          </a:p>
        </p:txBody>
      </p:sp>
      <p:pic>
        <p:nvPicPr>
          <p:cNvPr id="946" name="Google Shape;946;g2674c0d7ef2_0_476" descr="services04"/>
          <p:cNvPicPr preferRelativeResize="0"/>
          <p:nvPr/>
        </p:nvPicPr>
        <p:blipFill rotWithShape="1">
          <a:blip r:embed="rId5">
            <a:alphaModFix/>
          </a:blip>
          <a:srcRect/>
          <a:stretch/>
        </p:blipFill>
        <p:spPr>
          <a:xfrm>
            <a:off x="5384800" y="1143000"/>
            <a:ext cx="4572001" cy="1497012"/>
          </a:xfrm>
          <a:prstGeom prst="rect">
            <a:avLst/>
          </a:prstGeom>
          <a:noFill/>
          <a:ln>
            <a:noFill/>
          </a:ln>
        </p:spPr>
      </p:pic>
      <p:sp>
        <p:nvSpPr>
          <p:cNvPr id="947" name="Google Shape;947;g2674c0d7ef2_0_476"/>
          <p:cNvSpPr txBox="1"/>
          <p:nvPr/>
        </p:nvSpPr>
        <p:spPr>
          <a:xfrm>
            <a:off x="8940800" y="2590800"/>
            <a:ext cx="1422300" cy="609600"/>
          </a:xfrm>
          <a:prstGeom prst="rect">
            <a:avLst/>
          </a:prstGeom>
          <a:solidFill>
            <a:srgbClr val="FFFF99"/>
          </a:solidFill>
          <a:ln w="1905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00"/>
              </a:buClr>
              <a:buSzPts val="1200"/>
              <a:buFont typeface="Arial"/>
              <a:buNone/>
            </a:pPr>
            <a:r>
              <a:rPr lang="en-US" sz="1200" b="1" i="0" u="none" strike="noStrike" cap="none">
                <a:solidFill>
                  <a:srgbClr val="FF0000"/>
                </a:solidFill>
                <a:latin typeface="Arial"/>
                <a:ea typeface="Arial"/>
                <a:cs typeface="Arial"/>
                <a:sym typeface="Arial"/>
              </a:rPr>
              <a:t>DNS Request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FF0000"/>
              </a:buClr>
              <a:buSzPts val="1200"/>
              <a:buFont typeface="Arial"/>
              <a:buNone/>
            </a:pPr>
            <a:r>
              <a:rPr lang="en-US" sz="1200" b="1" i="0" u="none" strike="noStrike" cap="none">
                <a:solidFill>
                  <a:srgbClr val="FF0000"/>
                </a:solidFill>
                <a:latin typeface="Arial"/>
                <a:ea typeface="Arial"/>
                <a:cs typeface="Arial"/>
                <a:sym typeface="Arial"/>
              </a:rPr>
              <a:t>for IP address</a:t>
            </a:r>
            <a:endParaRPr sz="1400" b="0" i="0" u="none" strike="noStrike" cap="none">
              <a:solidFill>
                <a:srgbClr val="000000"/>
              </a:solidFill>
              <a:latin typeface="Arial"/>
              <a:ea typeface="Arial"/>
              <a:cs typeface="Arial"/>
              <a:sym typeface="Arial"/>
            </a:endParaRPr>
          </a:p>
        </p:txBody>
      </p:sp>
      <p:sp>
        <p:nvSpPr>
          <p:cNvPr id="948" name="Google Shape;948;g2674c0d7ef2_0_476"/>
          <p:cNvSpPr txBox="1"/>
          <p:nvPr/>
        </p:nvSpPr>
        <p:spPr>
          <a:xfrm>
            <a:off x="1219200" y="3124200"/>
            <a:ext cx="1930500" cy="609600"/>
          </a:xfrm>
          <a:prstGeom prst="rect">
            <a:avLst/>
          </a:prstGeom>
          <a:solidFill>
            <a:srgbClr val="FFFF99"/>
          </a:solidFill>
          <a:ln w="1905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00"/>
              </a:buClr>
              <a:buSzPts val="1200"/>
              <a:buFont typeface="Arial"/>
              <a:buNone/>
            </a:pPr>
            <a:r>
              <a:rPr lang="en-US" sz="1200" b="1" i="0" u="none" strike="noStrike" cap="none">
                <a:solidFill>
                  <a:srgbClr val="FF0000"/>
                </a:solidFill>
                <a:latin typeface="Arial"/>
                <a:ea typeface="Arial"/>
                <a:cs typeface="Arial"/>
                <a:sym typeface="Arial"/>
              </a:rPr>
              <a:t>DNS Reply:</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FF0000"/>
              </a:buClr>
              <a:buSzPts val="1200"/>
              <a:buFont typeface="Arial"/>
              <a:buNone/>
            </a:pPr>
            <a:r>
              <a:rPr lang="en-US" sz="1200" b="1" i="0" u="none" strike="noStrike" cap="none">
                <a:solidFill>
                  <a:srgbClr val="FF0000"/>
                </a:solidFill>
                <a:latin typeface="Arial"/>
                <a:ea typeface="Arial"/>
                <a:cs typeface="Arial"/>
                <a:sym typeface="Arial"/>
              </a:rPr>
              <a:t>www.cisco.com =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FF0000"/>
              </a:buClr>
              <a:buSzPts val="1200"/>
              <a:buFont typeface="Arial"/>
              <a:buNone/>
            </a:pPr>
            <a:r>
              <a:rPr lang="en-US" sz="1200" b="1" i="0" u="none" strike="noStrike" cap="none">
                <a:solidFill>
                  <a:srgbClr val="FF0000"/>
                </a:solidFill>
                <a:latin typeface="Arial"/>
                <a:ea typeface="Arial"/>
                <a:cs typeface="Arial"/>
                <a:sym typeface="Arial"/>
              </a:rPr>
              <a:t>198.133.219.25</a:t>
            </a:r>
            <a:endParaRPr sz="1400" b="0" i="0" u="none" strike="noStrike" cap="none">
              <a:solidFill>
                <a:srgbClr val="000000"/>
              </a:solidFill>
              <a:latin typeface="Arial"/>
              <a:ea typeface="Arial"/>
              <a:cs typeface="Arial"/>
              <a:sym typeface="Arial"/>
            </a:endParaRPr>
          </a:p>
        </p:txBody>
      </p:sp>
      <p:sp>
        <p:nvSpPr>
          <p:cNvPr id="949" name="Google Shape;949;g2674c0d7ef2_0_476"/>
          <p:cNvSpPr txBox="1"/>
          <p:nvPr/>
        </p:nvSpPr>
        <p:spPr>
          <a:xfrm>
            <a:off x="9042400" y="3200400"/>
            <a:ext cx="1828800" cy="762000"/>
          </a:xfrm>
          <a:prstGeom prst="rect">
            <a:avLst/>
          </a:prstGeom>
          <a:solidFill>
            <a:srgbClr val="CCFFCC"/>
          </a:solidFill>
          <a:ln w="25400" cap="flat" cmpd="sng">
            <a:solidFill>
              <a:srgbClr val="0000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CC"/>
              </a:buClr>
              <a:buSzPts val="1200"/>
              <a:buFont typeface="Arial"/>
              <a:buNone/>
            </a:pPr>
            <a:r>
              <a:rPr lang="en-US" sz="1200" b="1" i="0" u="none" strike="noStrike" cap="none">
                <a:solidFill>
                  <a:srgbClr val="0000CC"/>
                </a:solidFill>
                <a:latin typeface="Arial"/>
                <a:ea typeface="Arial"/>
                <a:cs typeface="Arial"/>
                <a:sym typeface="Arial"/>
              </a:rPr>
              <a:t>Packet ready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CC"/>
              </a:buClr>
              <a:buSzPts val="1200"/>
              <a:buFont typeface="Arial"/>
              <a:buNone/>
            </a:pPr>
            <a:r>
              <a:rPr lang="en-US" sz="1200" b="1" i="0" u="none" strike="noStrike" cap="none">
                <a:solidFill>
                  <a:srgbClr val="0000CC"/>
                </a:solidFill>
                <a:latin typeface="Arial"/>
                <a:ea typeface="Arial"/>
                <a:cs typeface="Arial"/>
                <a:sym typeface="Arial"/>
              </a:rPr>
              <a:t>to be send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CC"/>
              </a:buClr>
              <a:buSzPts val="1200"/>
              <a:buFont typeface="Arial"/>
              <a:buNone/>
            </a:pPr>
            <a:r>
              <a:rPr lang="en-US" sz="1200" b="1" i="0" u="none" strike="noStrike" cap="none">
                <a:solidFill>
                  <a:srgbClr val="0000CC"/>
                </a:solidFill>
                <a:latin typeface="Arial"/>
                <a:ea typeface="Arial"/>
                <a:cs typeface="Arial"/>
                <a:sym typeface="Arial"/>
              </a:rPr>
              <a:t>to www.cisco.com</a:t>
            </a:r>
            <a:endParaRPr sz="1400" b="0" i="0" u="none" strike="noStrike" cap="none">
              <a:solidFill>
                <a:srgbClr val="000000"/>
              </a:solidFill>
              <a:latin typeface="Arial"/>
              <a:ea typeface="Arial"/>
              <a:cs typeface="Arial"/>
              <a:sym typeface="Arial"/>
            </a:endParaRPr>
          </a:p>
        </p:txBody>
      </p:sp>
      <p:sp>
        <p:nvSpPr>
          <p:cNvPr id="950" name="Google Shape;950;g2674c0d7ef2_0_476"/>
          <p:cNvSpPr txBox="1"/>
          <p:nvPr/>
        </p:nvSpPr>
        <p:spPr>
          <a:xfrm>
            <a:off x="8026450" y="1847700"/>
            <a:ext cx="3860700" cy="400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0000"/>
              </a:buClr>
              <a:buSzPts val="2000"/>
              <a:buFont typeface="Arial"/>
              <a:buNone/>
            </a:pPr>
            <a:r>
              <a:rPr lang="en-US" sz="2000" b="0" i="0" u="none" strike="noStrike" cap="none">
                <a:solidFill>
                  <a:srgbClr val="FF0000"/>
                </a:solidFill>
                <a:latin typeface="Arial"/>
                <a:ea typeface="Arial"/>
                <a:cs typeface="Arial"/>
                <a:sym typeface="Arial"/>
              </a:rPr>
              <a:t>= ? IP address</a:t>
            </a:r>
            <a:endParaRPr sz="1400" b="0" i="0" u="none" strike="noStrike" cap="none">
              <a:solidFill>
                <a:srgbClr val="000000"/>
              </a:solidFill>
              <a:latin typeface="Arial"/>
              <a:ea typeface="Arial"/>
              <a:cs typeface="Arial"/>
              <a:sym typeface="Arial"/>
            </a:endParaRPr>
          </a:p>
        </p:txBody>
      </p:sp>
      <p:pic>
        <p:nvPicPr>
          <p:cNvPr id="951" name="Google Shape;951;g2674c0d7ef2_0_476"/>
          <p:cNvPicPr preferRelativeResize="0"/>
          <p:nvPr/>
        </p:nvPicPr>
        <p:blipFill rotWithShape="1">
          <a:blip r:embed="rId6">
            <a:alphaModFix/>
          </a:blip>
          <a:srcRect/>
          <a:stretch/>
        </p:blipFill>
        <p:spPr>
          <a:xfrm rot="1440000">
            <a:off x="1758610" y="1352550"/>
            <a:ext cx="833437" cy="1066800"/>
          </a:xfrm>
          <a:prstGeom prst="rect">
            <a:avLst/>
          </a:prstGeom>
          <a:noFill/>
          <a:ln>
            <a:noFill/>
          </a:ln>
        </p:spPr>
      </p:pic>
      <p:cxnSp>
        <p:nvCxnSpPr>
          <p:cNvPr id="952" name="Google Shape;952;g2674c0d7ef2_0_476"/>
          <p:cNvCxnSpPr/>
          <p:nvPr/>
        </p:nvCxnSpPr>
        <p:spPr>
          <a:xfrm>
            <a:off x="2565850" y="2005275"/>
            <a:ext cx="2743200" cy="914400"/>
          </a:xfrm>
          <a:prstGeom prst="straightConnector1">
            <a:avLst/>
          </a:prstGeom>
          <a:noFill/>
          <a:ln w="28575" cap="flat" cmpd="sng">
            <a:solidFill>
              <a:schemeClr val="dk1"/>
            </a:solidFill>
            <a:prstDash val="solid"/>
            <a:miter lim="800000"/>
            <a:headEnd type="none" w="sm" len="sm"/>
            <a:tailEnd type="none" w="sm" len="sm"/>
          </a:ln>
        </p:spPr>
      </p:cxnSp>
      <p:sp>
        <p:nvSpPr>
          <p:cNvPr id="953" name="Google Shape;953;g2674c0d7ef2_0_476"/>
          <p:cNvSpPr txBox="1"/>
          <p:nvPr/>
        </p:nvSpPr>
        <p:spPr>
          <a:xfrm rot="1108032">
            <a:off x="874524" y="2194728"/>
            <a:ext cx="3033510" cy="53549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400"/>
              <a:buFont typeface="Verdana"/>
              <a:buNone/>
            </a:pPr>
            <a:r>
              <a:rPr lang="en-US" sz="1400" b="1" i="0" u="none" strike="noStrike" cap="none">
                <a:solidFill>
                  <a:schemeClr val="dk1"/>
                </a:solidFill>
                <a:latin typeface="Verdana"/>
                <a:ea typeface="Verdana"/>
                <a:cs typeface="Verdana"/>
                <a:sym typeface="Verdana"/>
              </a:rPr>
              <a:t>Web Server : www.cisco.com</a:t>
            </a:r>
            <a:endParaRPr sz="1400" b="0" i="0" u="none" strike="noStrike" cap="none">
              <a:solidFill>
                <a:srgbClr val="000000"/>
              </a:solidFill>
              <a:latin typeface="Arial"/>
              <a:ea typeface="Arial"/>
              <a:cs typeface="Arial"/>
              <a:sym typeface="Arial"/>
            </a:endParaRPr>
          </a:p>
        </p:txBody>
      </p:sp>
      <p:sp>
        <p:nvSpPr>
          <p:cNvPr id="954" name="Google Shape;954;g2674c0d7ef2_0_476"/>
          <p:cNvSpPr txBox="1"/>
          <p:nvPr/>
        </p:nvSpPr>
        <p:spPr>
          <a:xfrm>
            <a:off x="8737600" y="6248400"/>
            <a:ext cx="28449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000"/>
              <a:buFont typeface="Verdana"/>
              <a:buNone/>
            </a:pPr>
            <a:fld id="{00000000-1234-1234-1234-123412341234}" type="slidenum">
              <a:rPr lang="en-US" sz="1000" b="0" i="0" u="none" strike="noStrike" cap="none">
                <a:solidFill>
                  <a:schemeClr val="dk1"/>
                </a:solidFill>
                <a:latin typeface="Verdana"/>
                <a:ea typeface="Verdana"/>
                <a:cs typeface="Verdana"/>
                <a:sym typeface="Verdana"/>
              </a:rPr>
              <a:t>17</a:t>
            </a:fld>
            <a:endParaRPr sz="1400" b="0" i="0" u="none" strike="noStrike" cap="none">
              <a:solidFill>
                <a:srgbClr val="000000"/>
              </a:solidFill>
              <a:latin typeface="Arial"/>
              <a:ea typeface="Arial"/>
              <a:cs typeface="Arial"/>
              <a:sym typeface="Arial"/>
            </a:endParaRPr>
          </a:p>
        </p:txBody>
      </p:sp>
      <p:sp>
        <p:nvSpPr>
          <p:cNvPr id="955" name="Google Shape;955;g2674c0d7ef2_0_476"/>
          <p:cNvSpPr txBox="1"/>
          <p:nvPr/>
        </p:nvSpPr>
        <p:spPr>
          <a:xfrm>
            <a:off x="961250" y="74150"/>
            <a:ext cx="10464900" cy="914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99"/>
              </a:buClr>
              <a:buSzPts val="4400"/>
              <a:buFont typeface="Garamond"/>
              <a:buNone/>
            </a:pPr>
            <a:r>
              <a:rPr lang="en-US" sz="4000" b="0" i="0" u="none" strike="noStrike" cap="none">
                <a:solidFill>
                  <a:schemeClr val="dk1"/>
                </a:solidFill>
                <a:latin typeface="Corbel"/>
                <a:ea typeface="Corbel"/>
                <a:cs typeface="Corbel"/>
                <a:sym typeface="Corbel"/>
              </a:rPr>
              <a:t>Domain Name System (DNS)</a:t>
            </a:r>
            <a:endParaRPr sz="4000" b="0" i="0" u="none" strike="noStrike" cap="none">
              <a:solidFill>
                <a:schemeClr val="dk1"/>
              </a:solidFill>
              <a:latin typeface="Corbel"/>
              <a:ea typeface="Corbel"/>
              <a:cs typeface="Corbel"/>
              <a:sym typeface="Corbe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46"/>
                                        </p:tgtEl>
                                        <p:attrNameLst>
                                          <p:attrName>style.visibility</p:attrName>
                                        </p:attrNameLst>
                                      </p:cBhvr>
                                      <p:to>
                                        <p:strVal val="visible"/>
                                      </p:to>
                                    </p:set>
                                    <p:animEffect transition="in" filter="fade">
                                      <p:cBhvr>
                                        <p:cTn id="7" dur="500"/>
                                        <p:tgtEl>
                                          <p:spTgt spid="94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50"/>
                                        </p:tgtEl>
                                        <p:attrNameLst>
                                          <p:attrName>style.visibility</p:attrName>
                                        </p:attrNameLst>
                                      </p:cBhvr>
                                      <p:to>
                                        <p:strVal val="visible"/>
                                      </p:to>
                                    </p:set>
                                    <p:animEffect transition="in" filter="fade">
                                      <p:cBhvr>
                                        <p:cTn id="12" dur="1000"/>
                                        <p:tgtEl>
                                          <p:spTgt spid="95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500"/>
                                        <p:tgtEl>
                                          <p:spTgt spid="950"/>
                                        </p:tgtEl>
                                      </p:cBhvr>
                                    </p:animEffect>
                                    <p:set>
                                      <p:cBhvr>
                                        <p:cTn id="17" dur="1" fill="hold">
                                          <p:stCondLst>
                                            <p:cond delay="500"/>
                                          </p:stCondLst>
                                        </p:cTn>
                                        <p:tgtEl>
                                          <p:spTgt spid="950"/>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94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0" presetClass="exit" presetSubtype="0" fill="hold" nodeType="clickEffect">
                                  <p:stCondLst>
                                    <p:cond delay="0"/>
                                  </p:stCondLst>
                                  <p:childTnLst>
                                    <p:animEffect transition="out" filter="fade">
                                      <p:cBhvr>
                                        <p:cTn id="25" dur="500"/>
                                        <p:tgtEl>
                                          <p:spTgt spid="946"/>
                                        </p:tgtEl>
                                      </p:cBhvr>
                                    </p:animEffect>
                                    <p:set>
                                      <p:cBhvr>
                                        <p:cTn id="26" dur="1" fill="hold">
                                          <p:stCondLst>
                                            <p:cond delay="500"/>
                                          </p:stCondLst>
                                        </p:cTn>
                                        <p:tgtEl>
                                          <p:spTgt spid="946"/>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947"/>
                                        </p:tgtEl>
                                        <p:attrNameLst>
                                          <p:attrName>style.visibility</p:attrName>
                                        </p:attrNameLst>
                                      </p:cBhvr>
                                      <p:to>
                                        <p:strVal val="visible"/>
                                      </p:to>
                                    </p:set>
                                    <p:animEffect transition="in" filter="fade">
                                      <p:cBhvr>
                                        <p:cTn id="31" dur="500"/>
                                        <p:tgtEl>
                                          <p:spTgt spid="947"/>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xit" presetSubtype="0" fill="hold" nodeType="clickEffect">
                                  <p:stCondLst>
                                    <p:cond delay="0"/>
                                  </p:stCondLst>
                                  <p:childTnLst>
                                    <p:animEffect transition="out" filter="fade">
                                      <p:cBhvr>
                                        <p:cTn id="35" dur="500"/>
                                        <p:tgtEl>
                                          <p:spTgt spid="947"/>
                                        </p:tgtEl>
                                      </p:cBhvr>
                                    </p:animEffect>
                                    <p:set>
                                      <p:cBhvr>
                                        <p:cTn id="36" dur="1" fill="hold">
                                          <p:stCondLst>
                                            <p:cond delay="500"/>
                                          </p:stCondLst>
                                        </p:cTn>
                                        <p:tgtEl>
                                          <p:spTgt spid="947"/>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944"/>
                                        </p:tgtEl>
                                        <p:attrNameLst>
                                          <p:attrName>style.visibility</p:attrName>
                                        </p:attrNameLst>
                                      </p:cBhvr>
                                      <p:to>
                                        <p:strVal val="visible"/>
                                      </p:to>
                                    </p:set>
                                    <p:animEffect transition="in" filter="fade">
                                      <p:cBhvr>
                                        <p:cTn id="41" dur="500"/>
                                        <p:tgtEl>
                                          <p:spTgt spid="944"/>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945"/>
                                        </p:tgtEl>
                                        <p:attrNameLst>
                                          <p:attrName>style.visibility</p:attrName>
                                        </p:attrNameLst>
                                      </p:cBhvr>
                                      <p:to>
                                        <p:strVal val="visible"/>
                                      </p:to>
                                    </p:set>
                                    <p:animEffect transition="in" filter="fade">
                                      <p:cBhvr>
                                        <p:cTn id="46" dur="500"/>
                                        <p:tgtEl>
                                          <p:spTgt spid="945"/>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xit" presetSubtype="0" fill="hold" nodeType="clickEffect">
                                  <p:stCondLst>
                                    <p:cond delay="0"/>
                                  </p:stCondLst>
                                  <p:childTnLst>
                                    <p:animEffect transition="out" filter="fade">
                                      <p:cBhvr>
                                        <p:cTn id="50" dur="500"/>
                                        <p:tgtEl>
                                          <p:spTgt spid="944"/>
                                        </p:tgtEl>
                                      </p:cBhvr>
                                    </p:animEffect>
                                    <p:set>
                                      <p:cBhvr>
                                        <p:cTn id="51" dur="1" fill="hold">
                                          <p:stCondLst>
                                            <p:cond delay="500"/>
                                          </p:stCondLst>
                                        </p:cTn>
                                        <p:tgtEl>
                                          <p:spTgt spid="944"/>
                                        </p:tgtEl>
                                        <p:attrNameLst>
                                          <p:attrName>style.visibility</p:attrName>
                                        </p:attrNameLst>
                                      </p:cBhvr>
                                      <p:to>
                                        <p:strVal val="hidden"/>
                                      </p:to>
                                    </p:set>
                                  </p:childTnLst>
                                </p:cTn>
                              </p:par>
                              <p:par>
                                <p:cTn id="52" presetID="10" presetClass="exit" presetSubtype="0" fill="hold" nodeType="withEffect">
                                  <p:stCondLst>
                                    <p:cond delay="0"/>
                                  </p:stCondLst>
                                  <p:childTnLst>
                                    <p:animEffect transition="out" filter="fade">
                                      <p:cBhvr>
                                        <p:cTn id="53" dur="500"/>
                                        <p:tgtEl>
                                          <p:spTgt spid="945"/>
                                        </p:tgtEl>
                                      </p:cBhvr>
                                    </p:animEffect>
                                    <p:set>
                                      <p:cBhvr>
                                        <p:cTn id="54" dur="1" fill="hold">
                                          <p:stCondLst>
                                            <p:cond delay="500"/>
                                          </p:stCondLst>
                                        </p:cTn>
                                        <p:tgtEl>
                                          <p:spTgt spid="945"/>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948"/>
                                        </p:tgtEl>
                                        <p:attrNameLst>
                                          <p:attrName>style.visibility</p:attrName>
                                        </p:attrNameLst>
                                      </p:cBhvr>
                                      <p:to>
                                        <p:strVal val="visible"/>
                                      </p:to>
                                    </p:set>
                                    <p:animEffect transition="in" filter="fade">
                                      <p:cBhvr>
                                        <p:cTn id="59" dur="500"/>
                                        <p:tgtEl>
                                          <p:spTgt spid="948"/>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949"/>
                                        </p:tgtEl>
                                        <p:attrNameLst>
                                          <p:attrName>style.visibility</p:attrName>
                                        </p:attrNameLst>
                                      </p:cBhvr>
                                      <p:to>
                                        <p:strVal val="visible"/>
                                      </p:to>
                                    </p:set>
                                    <p:animEffect transition="in" filter="fade">
                                      <p:cBhvr>
                                        <p:cTn id="64" dur="500"/>
                                        <p:tgtEl>
                                          <p:spTgt spid="9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59"/>
        <p:cNvGrpSpPr/>
        <p:nvPr/>
      </p:nvGrpSpPr>
      <p:grpSpPr>
        <a:xfrm>
          <a:off x="0" y="0"/>
          <a:ext cx="0" cy="0"/>
          <a:chOff x="0" y="0"/>
          <a:chExt cx="0" cy="0"/>
        </a:xfrm>
      </p:grpSpPr>
      <p:sp>
        <p:nvSpPr>
          <p:cNvPr id="960" name="Google Shape;960;g26786a775ea_0_10"/>
          <p:cNvSpPr txBox="1">
            <a:spLocks noGrp="1"/>
          </p:cNvSpPr>
          <p:nvPr>
            <p:ph type="body" idx="1"/>
          </p:nvPr>
        </p:nvSpPr>
        <p:spPr>
          <a:xfrm>
            <a:off x="1476700" y="988550"/>
            <a:ext cx="9746400" cy="2057400"/>
          </a:xfrm>
          <a:prstGeom prst="rect">
            <a:avLst/>
          </a:prstGeom>
          <a:noFill/>
          <a:ln>
            <a:noFill/>
          </a:ln>
        </p:spPr>
        <p:txBody>
          <a:bodyPr spcFirstLastPara="1" wrap="square" lIns="91425" tIns="45700" rIns="91425" bIns="45700" anchor="t" anchorCtr="0">
            <a:noAutofit/>
          </a:bodyPr>
          <a:lstStyle/>
          <a:p>
            <a:pPr marL="457200" lvl="0" indent="-381000" algn="l" rtl="0">
              <a:lnSpc>
                <a:spcPct val="115000"/>
              </a:lnSpc>
              <a:spcBef>
                <a:spcPts val="0"/>
              </a:spcBef>
              <a:spcAft>
                <a:spcPts val="0"/>
              </a:spcAft>
              <a:buSzPts val="2400"/>
              <a:buFont typeface="Verdana"/>
              <a:buChar char="●"/>
            </a:pPr>
            <a:r>
              <a:rPr lang="en-US" sz="2400" b="0" i="0" u="none">
                <a:solidFill>
                  <a:schemeClr val="dk1"/>
                </a:solidFill>
                <a:latin typeface="Verdana"/>
                <a:ea typeface="Verdana"/>
                <a:cs typeface="Verdana"/>
                <a:sym typeface="Verdana"/>
              </a:rPr>
              <a:t>DNS is an </a:t>
            </a:r>
            <a:r>
              <a:rPr lang="en-US" sz="2400" b="1" i="0" u="none">
                <a:solidFill>
                  <a:srgbClr val="6600CC"/>
                </a:solidFill>
                <a:latin typeface="Verdana"/>
                <a:ea typeface="Verdana"/>
                <a:cs typeface="Verdana"/>
                <a:sym typeface="Verdana"/>
              </a:rPr>
              <a:t>automated client/server</a:t>
            </a:r>
            <a:r>
              <a:rPr lang="en-US" sz="2400" b="0" i="0" u="none">
                <a:solidFill>
                  <a:schemeClr val="dk1"/>
                </a:solidFill>
                <a:latin typeface="Verdana"/>
                <a:ea typeface="Verdana"/>
                <a:cs typeface="Verdana"/>
                <a:sym typeface="Verdana"/>
              </a:rPr>
              <a:t> service.</a:t>
            </a:r>
            <a:endParaRPr/>
          </a:p>
          <a:p>
            <a:pPr marL="457200" lvl="0" indent="-381000" algn="l" rtl="0">
              <a:lnSpc>
                <a:spcPct val="115000"/>
              </a:lnSpc>
              <a:spcBef>
                <a:spcPts val="0"/>
              </a:spcBef>
              <a:spcAft>
                <a:spcPts val="0"/>
              </a:spcAft>
              <a:buSzPts val="2400"/>
              <a:buFont typeface="Verdana"/>
              <a:buChar char="●"/>
            </a:pPr>
            <a:r>
              <a:rPr lang="en-US" sz="2400" b="0" i="0" u="none">
                <a:solidFill>
                  <a:schemeClr val="dk1"/>
                </a:solidFill>
                <a:latin typeface="Verdana"/>
                <a:ea typeface="Verdana"/>
                <a:cs typeface="Verdana"/>
                <a:sym typeface="Verdana"/>
              </a:rPr>
              <a:t>Internet programs requiring domain name look up send a resolution request to the </a:t>
            </a:r>
            <a:r>
              <a:rPr lang="en-US" sz="2400" b="1" i="0" u="none">
                <a:solidFill>
                  <a:srgbClr val="6600CC"/>
                </a:solidFill>
                <a:latin typeface="Verdana"/>
                <a:ea typeface="Verdana"/>
                <a:cs typeface="Verdana"/>
                <a:sym typeface="Verdana"/>
              </a:rPr>
              <a:t>DNS resolver</a:t>
            </a:r>
            <a:r>
              <a:rPr lang="en-US" sz="2400" b="0" i="0" u="none">
                <a:solidFill>
                  <a:schemeClr val="dk1"/>
                </a:solidFill>
                <a:latin typeface="Verdana"/>
                <a:ea typeface="Verdana"/>
                <a:cs typeface="Verdana"/>
                <a:sym typeface="Verdana"/>
              </a:rPr>
              <a:t> (Client side of DNS) in the local operating system</a:t>
            </a:r>
            <a:endParaRPr/>
          </a:p>
          <a:p>
            <a:pPr marL="457200" lvl="0" indent="-381000" algn="l" rtl="0">
              <a:lnSpc>
                <a:spcPct val="115000"/>
              </a:lnSpc>
              <a:spcBef>
                <a:spcPts val="0"/>
              </a:spcBef>
              <a:spcAft>
                <a:spcPts val="0"/>
              </a:spcAft>
              <a:buClr>
                <a:schemeClr val="dk1"/>
              </a:buClr>
              <a:buSzPts val="2400"/>
              <a:buFont typeface="Verdana"/>
              <a:buChar char="●"/>
            </a:pPr>
            <a:r>
              <a:rPr lang="en-US" sz="2400" b="0" i="0" u="none">
                <a:solidFill>
                  <a:schemeClr val="dk1"/>
                </a:solidFill>
                <a:latin typeface="Verdana"/>
                <a:ea typeface="Verdana"/>
                <a:cs typeface="Verdana"/>
                <a:sym typeface="Verdana"/>
              </a:rPr>
              <a:t>The resolver in turn handles the communications required. </a:t>
            </a:r>
            <a:endParaRPr/>
          </a:p>
          <a:p>
            <a:pPr marL="342900" lvl="0" indent="-205740" algn="l" rtl="0">
              <a:lnSpc>
                <a:spcPct val="80000"/>
              </a:lnSpc>
              <a:spcBef>
                <a:spcPts val="480"/>
              </a:spcBef>
              <a:spcAft>
                <a:spcPts val="0"/>
              </a:spcAft>
              <a:buClr>
                <a:srgbClr val="0033CC"/>
              </a:buClr>
              <a:buSzPts val="2160"/>
              <a:buFont typeface="Noto Sans Symbols"/>
              <a:buNone/>
            </a:pPr>
            <a:endParaRPr sz="2400" b="0" i="0" u="none">
              <a:solidFill>
                <a:schemeClr val="dk1"/>
              </a:solidFill>
              <a:latin typeface="Verdana"/>
              <a:ea typeface="Verdana"/>
              <a:cs typeface="Verdana"/>
              <a:sym typeface="Verdana"/>
            </a:endParaRPr>
          </a:p>
          <a:p>
            <a:pPr marL="342900" lvl="0" indent="-205740" algn="l" rtl="0">
              <a:lnSpc>
                <a:spcPct val="100000"/>
              </a:lnSpc>
              <a:spcBef>
                <a:spcPts val="480"/>
              </a:spcBef>
              <a:spcAft>
                <a:spcPts val="0"/>
              </a:spcAft>
              <a:buSzPts val="2160"/>
              <a:buNone/>
            </a:pPr>
            <a:endParaRPr sz="2400" b="0" i="0" u="none">
              <a:solidFill>
                <a:schemeClr val="dk1"/>
              </a:solidFill>
              <a:latin typeface="Verdana"/>
              <a:ea typeface="Verdana"/>
              <a:cs typeface="Verdana"/>
              <a:sym typeface="Verdana"/>
            </a:endParaRPr>
          </a:p>
        </p:txBody>
      </p:sp>
      <p:sp>
        <p:nvSpPr>
          <p:cNvPr id="961" name="Google Shape;961;g26786a775ea_0_10"/>
          <p:cNvSpPr/>
          <p:nvPr/>
        </p:nvSpPr>
        <p:spPr>
          <a:xfrm>
            <a:off x="2743200" y="3581400"/>
            <a:ext cx="7010442" cy="3124224"/>
          </a:xfrm>
          <a:custGeom>
            <a:avLst/>
            <a:gdLst/>
            <a:ahLst/>
            <a:cxnLst/>
            <a:rect l="l" t="t" r="r" b="b"/>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Verdana"/>
              <a:ea typeface="Verdana"/>
              <a:cs typeface="Verdana"/>
              <a:sym typeface="Verdana"/>
            </a:endParaRPr>
          </a:p>
        </p:txBody>
      </p:sp>
      <p:sp>
        <p:nvSpPr>
          <p:cNvPr id="962" name="Google Shape;962;g26786a775ea_0_10"/>
          <p:cNvSpPr txBox="1"/>
          <p:nvPr/>
        </p:nvSpPr>
        <p:spPr>
          <a:xfrm>
            <a:off x="3860800" y="3886200"/>
            <a:ext cx="1930500" cy="381000"/>
          </a:xfrm>
          <a:prstGeom prst="rect">
            <a:avLst/>
          </a:prstGeom>
          <a:solidFill>
            <a:srgbClr val="9900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Verdana"/>
              <a:buNone/>
            </a:pPr>
            <a:r>
              <a:rPr lang="en-US" sz="1400" b="1" i="0" u="none" strike="noStrike" cap="none">
                <a:solidFill>
                  <a:schemeClr val="lt1"/>
                </a:solidFill>
                <a:latin typeface="Verdana"/>
                <a:ea typeface="Verdana"/>
                <a:cs typeface="Verdana"/>
                <a:sym typeface="Verdana"/>
              </a:rPr>
              <a:t>Web Browser</a:t>
            </a:r>
            <a:endParaRPr sz="1400" b="0" i="0" u="none" strike="noStrike" cap="none">
              <a:solidFill>
                <a:srgbClr val="000000"/>
              </a:solidFill>
              <a:latin typeface="Arial"/>
              <a:ea typeface="Arial"/>
              <a:cs typeface="Arial"/>
              <a:sym typeface="Arial"/>
            </a:endParaRPr>
          </a:p>
        </p:txBody>
      </p:sp>
      <p:sp>
        <p:nvSpPr>
          <p:cNvPr id="963" name="Google Shape;963;g26786a775ea_0_10"/>
          <p:cNvSpPr txBox="1"/>
          <p:nvPr/>
        </p:nvSpPr>
        <p:spPr>
          <a:xfrm>
            <a:off x="3657600" y="3581400"/>
            <a:ext cx="5181600" cy="1981200"/>
          </a:xfrm>
          <a:prstGeom prst="rect">
            <a:avLst/>
          </a:prstGeom>
          <a:noFill/>
          <a:ln w="28575" cap="flat" cmpd="sng">
            <a:solidFill>
              <a:srgbClr val="0000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Verdana"/>
              <a:ea typeface="Verdana"/>
              <a:cs typeface="Verdana"/>
              <a:sym typeface="Verdana"/>
            </a:endParaRPr>
          </a:p>
        </p:txBody>
      </p:sp>
      <p:sp>
        <p:nvSpPr>
          <p:cNvPr id="964" name="Google Shape;964;g26786a775ea_0_10"/>
          <p:cNvSpPr txBox="1"/>
          <p:nvPr/>
        </p:nvSpPr>
        <p:spPr>
          <a:xfrm>
            <a:off x="3860800" y="5181600"/>
            <a:ext cx="35559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33CC"/>
              </a:buClr>
              <a:buSzPts val="1800"/>
              <a:buFont typeface="Verdana"/>
              <a:buNone/>
            </a:pPr>
            <a:r>
              <a:rPr lang="en-US" sz="1800" b="1" i="0" u="none" strike="noStrike" cap="none">
                <a:solidFill>
                  <a:srgbClr val="0033CC"/>
                </a:solidFill>
                <a:latin typeface="Verdana"/>
                <a:ea typeface="Verdana"/>
                <a:cs typeface="Verdana"/>
                <a:sym typeface="Verdana"/>
              </a:rPr>
              <a:t>Operating System</a:t>
            </a:r>
            <a:endParaRPr sz="1400" b="0" i="0" u="none" strike="noStrike" cap="none">
              <a:solidFill>
                <a:srgbClr val="000000"/>
              </a:solidFill>
              <a:latin typeface="Arial"/>
              <a:ea typeface="Arial"/>
              <a:cs typeface="Arial"/>
              <a:sym typeface="Arial"/>
            </a:endParaRPr>
          </a:p>
        </p:txBody>
      </p:sp>
      <p:sp>
        <p:nvSpPr>
          <p:cNvPr id="965" name="Google Shape;965;g26786a775ea_0_10"/>
          <p:cNvSpPr txBox="1"/>
          <p:nvPr/>
        </p:nvSpPr>
        <p:spPr>
          <a:xfrm>
            <a:off x="3860800" y="4495800"/>
            <a:ext cx="1930500" cy="381000"/>
          </a:xfrm>
          <a:prstGeom prst="rect">
            <a:avLst/>
          </a:prstGeom>
          <a:solidFill>
            <a:srgbClr val="80008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Verdana"/>
              <a:buNone/>
            </a:pPr>
            <a:r>
              <a:rPr lang="en-US" sz="1400" b="1" i="0" u="none" strike="noStrike" cap="none">
                <a:solidFill>
                  <a:schemeClr val="lt1"/>
                </a:solidFill>
                <a:latin typeface="Verdana"/>
                <a:ea typeface="Verdana"/>
                <a:cs typeface="Verdana"/>
                <a:sym typeface="Verdana"/>
              </a:rPr>
              <a:t>Mail Client</a:t>
            </a:r>
            <a:endParaRPr sz="1400" b="0" i="0" u="none" strike="noStrike" cap="none">
              <a:solidFill>
                <a:srgbClr val="000000"/>
              </a:solidFill>
              <a:latin typeface="Arial"/>
              <a:ea typeface="Arial"/>
              <a:cs typeface="Arial"/>
              <a:sym typeface="Arial"/>
            </a:endParaRPr>
          </a:p>
        </p:txBody>
      </p:sp>
      <p:sp>
        <p:nvSpPr>
          <p:cNvPr id="966" name="Google Shape;966;g26786a775ea_0_10"/>
          <p:cNvSpPr txBox="1"/>
          <p:nvPr/>
        </p:nvSpPr>
        <p:spPr>
          <a:xfrm>
            <a:off x="7010400" y="4114800"/>
            <a:ext cx="1625700" cy="776400"/>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600"/>
              <a:buFont typeface="Verdana"/>
              <a:buNone/>
            </a:pPr>
            <a:r>
              <a:rPr lang="en-US" sz="1600" b="1" i="0" u="none" strike="noStrike" cap="none">
                <a:solidFill>
                  <a:schemeClr val="dk1"/>
                </a:solidFill>
                <a:latin typeface="Verdana"/>
                <a:ea typeface="Verdana"/>
                <a:cs typeface="Verdana"/>
                <a:sym typeface="Verdana"/>
              </a:rPr>
              <a:t>DNS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600"/>
              <a:buFont typeface="Verdana"/>
              <a:buNone/>
            </a:pPr>
            <a:r>
              <a:rPr lang="en-US" sz="1600" b="1" i="0" u="none" strike="noStrike" cap="none">
                <a:solidFill>
                  <a:schemeClr val="dk1"/>
                </a:solidFill>
                <a:latin typeface="Verdana"/>
                <a:ea typeface="Verdana"/>
                <a:cs typeface="Verdana"/>
                <a:sym typeface="Verdana"/>
              </a:rPr>
              <a:t>Resolver</a:t>
            </a:r>
            <a:endParaRPr sz="1400" b="0" i="0" u="none" strike="noStrike" cap="none">
              <a:solidFill>
                <a:srgbClr val="000000"/>
              </a:solidFill>
              <a:latin typeface="Arial"/>
              <a:ea typeface="Arial"/>
              <a:cs typeface="Arial"/>
              <a:sym typeface="Arial"/>
            </a:endParaRPr>
          </a:p>
        </p:txBody>
      </p:sp>
      <p:sp>
        <p:nvSpPr>
          <p:cNvPr id="967" name="Google Shape;967;g26786a775ea_0_10"/>
          <p:cNvSpPr/>
          <p:nvPr/>
        </p:nvSpPr>
        <p:spPr>
          <a:xfrm>
            <a:off x="5791200" y="4038600"/>
            <a:ext cx="1219200" cy="304800"/>
          </a:xfrm>
          <a:custGeom>
            <a:avLst/>
            <a:gdLst/>
            <a:ahLst/>
            <a:cxnLst/>
            <a:rect l="l" t="t" r="r" b="b"/>
            <a:pathLst>
              <a:path w="576" h="192" extrusionOk="0">
                <a:moveTo>
                  <a:pt x="0" y="0"/>
                </a:moveTo>
                <a:cubicBezTo>
                  <a:pt x="276" y="64"/>
                  <a:pt x="552" y="128"/>
                  <a:pt x="576" y="192"/>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Verdana"/>
              <a:ea typeface="Verdana"/>
              <a:cs typeface="Verdana"/>
              <a:sym typeface="Verdana"/>
            </a:endParaRPr>
          </a:p>
        </p:txBody>
      </p:sp>
      <p:sp>
        <p:nvSpPr>
          <p:cNvPr id="968" name="Google Shape;968;g26786a775ea_0_10"/>
          <p:cNvSpPr/>
          <p:nvPr/>
        </p:nvSpPr>
        <p:spPr>
          <a:xfrm>
            <a:off x="5791200" y="4572000"/>
            <a:ext cx="1219200" cy="152400"/>
          </a:xfrm>
          <a:custGeom>
            <a:avLst/>
            <a:gdLst/>
            <a:ahLst/>
            <a:cxnLst/>
            <a:rect l="l" t="t" r="r" b="b"/>
            <a:pathLst>
              <a:path w="576" h="96" extrusionOk="0">
                <a:moveTo>
                  <a:pt x="0" y="96"/>
                </a:moveTo>
                <a:cubicBezTo>
                  <a:pt x="0" y="96"/>
                  <a:pt x="288" y="48"/>
                  <a:pt x="576" y="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Verdana"/>
              <a:ea typeface="Verdana"/>
              <a:cs typeface="Verdana"/>
              <a:sym typeface="Verdana"/>
            </a:endParaRPr>
          </a:p>
        </p:txBody>
      </p:sp>
      <p:cxnSp>
        <p:nvCxnSpPr>
          <p:cNvPr id="969" name="Google Shape;969;g26786a775ea_0_10"/>
          <p:cNvCxnSpPr/>
          <p:nvPr/>
        </p:nvCxnSpPr>
        <p:spPr>
          <a:xfrm>
            <a:off x="6908800" y="4495800"/>
            <a:ext cx="101700" cy="76200"/>
          </a:xfrm>
          <a:prstGeom prst="straightConnector1">
            <a:avLst/>
          </a:prstGeom>
          <a:noFill/>
          <a:ln w="9525" cap="flat" cmpd="sng">
            <a:solidFill>
              <a:schemeClr val="dk1"/>
            </a:solidFill>
            <a:prstDash val="solid"/>
            <a:miter lim="800000"/>
            <a:headEnd type="none" w="sm" len="sm"/>
            <a:tailEnd type="none" w="sm" len="sm"/>
          </a:ln>
        </p:spPr>
      </p:cxnSp>
      <p:cxnSp>
        <p:nvCxnSpPr>
          <p:cNvPr id="970" name="Google Shape;970;g26786a775ea_0_10"/>
          <p:cNvCxnSpPr/>
          <p:nvPr/>
        </p:nvCxnSpPr>
        <p:spPr>
          <a:xfrm flipH="1">
            <a:off x="6908700" y="4572000"/>
            <a:ext cx="101700" cy="76200"/>
          </a:xfrm>
          <a:prstGeom prst="straightConnector1">
            <a:avLst/>
          </a:prstGeom>
          <a:noFill/>
          <a:ln w="9525" cap="flat" cmpd="sng">
            <a:solidFill>
              <a:schemeClr val="dk1"/>
            </a:solidFill>
            <a:prstDash val="solid"/>
            <a:miter lim="800000"/>
            <a:headEnd type="none" w="sm" len="sm"/>
            <a:tailEnd type="none" w="sm" len="sm"/>
          </a:ln>
        </p:spPr>
      </p:cxnSp>
      <p:cxnSp>
        <p:nvCxnSpPr>
          <p:cNvPr id="971" name="Google Shape;971;g26786a775ea_0_10"/>
          <p:cNvCxnSpPr/>
          <p:nvPr/>
        </p:nvCxnSpPr>
        <p:spPr>
          <a:xfrm>
            <a:off x="6908800" y="4191000"/>
            <a:ext cx="101700" cy="152400"/>
          </a:xfrm>
          <a:prstGeom prst="straightConnector1">
            <a:avLst/>
          </a:prstGeom>
          <a:noFill/>
          <a:ln w="9525" cap="flat" cmpd="sng">
            <a:solidFill>
              <a:schemeClr val="dk1"/>
            </a:solidFill>
            <a:prstDash val="solid"/>
            <a:miter lim="800000"/>
            <a:headEnd type="none" w="sm" len="sm"/>
            <a:tailEnd type="none" w="sm" len="sm"/>
          </a:ln>
        </p:spPr>
      </p:cxnSp>
      <p:cxnSp>
        <p:nvCxnSpPr>
          <p:cNvPr id="972" name="Google Shape;972;g26786a775ea_0_10"/>
          <p:cNvCxnSpPr/>
          <p:nvPr/>
        </p:nvCxnSpPr>
        <p:spPr>
          <a:xfrm rot="10800000" flipH="1">
            <a:off x="6807200" y="4343400"/>
            <a:ext cx="203100" cy="76200"/>
          </a:xfrm>
          <a:prstGeom prst="straightConnector1">
            <a:avLst/>
          </a:prstGeom>
          <a:noFill/>
          <a:ln w="9525" cap="flat" cmpd="sng">
            <a:solidFill>
              <a:schemeClr val="dk1"/>
            </a:solidFill>
            <a:prstDash val="solid"/>
            <a:miter lim="800000"/>
            <a:headEnd type="none" w="sm" len="sm"/>
            <a:tailEnd type="none" w="sm" len="sm"/>
          </a:ln>
        </p:spPr>
      </p:cxnSp>
      <p:sp>
        <p:nvSpPr>
          <p:cNvPr id="973" name="Google Shape;973;g26786a775ea_0_10"/>
          <p:cNvSpPr txBox="1"/>
          <p:nvPr/>
        </p:nvSpPr>
        <p:spPr>
          <a:xfrm>
            <a:off x="8737600" y="6248400"/>
            <a:ext cx="28449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000"/>
              <a:buFont typeface="Verdana"/>
              <a:buNone/>
            </a:pPr>
            <a:fld id="{00000000-1234-1234-1234-123412341234}" type="slidenum">
              <a:rPr lang="en-US" sz="1000" b="0" i="0" u="none" strike="noStrike" cap="none">
                <a:solidFill>
                  <a:schemeClr val="dk1"/>
                </a:solidFill>
                <a:latin typeface="Verdana"/>
                <a:ea typeface="Verdana"/>
                <a:cs typeface="Verdana"/>
                <a:sym typeface="Verdana"/>
              </a:rPr>
              <a:t>18</a:t>
            </a:fld>
            <a:endParaRPr sz="1400" b="0" i="0" u="none" strike="noStrike" cap="none">
              <a:solidFill>
                <a:srgbClr val="000000"/>
              </a:solidFill>
              <a:latin typeface="Arial"/>
              <a:ea typeface="Arial"/>
              <a:cs typeface="Arial"/>
              <a:sym typeface="Arial"/>
            </a:endParaRPr>
          </a:p>
        </p:txBody>
      </p:sp>
      <p:sp>
        <p:nvSpPr>
          <p:cNvPr id="974" name="Google Shape;974;g26786a775ea_0_10"/>
          <p:cNvSpPr txBox="1"/>
          <p:nvPr/>
        </p:nvSpPr>
        <p:spPr>
          <a:xfrm>
            <a:off x="961250" y="74150"/>
            <a:ext cx="10464900" cy="914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99"/>
              </a:buClr>
              <a:buSzPts val="4400"/>
              <a:buFont typeface="Garamond"/>
              <a:buNone/>
            </a:pPr>
            <a:r>
              <a:rPr lang="en-US" sz="4000" b="0" i="0" u="none" strike="noStrike" cap="none">
                <a:solidFill>
                  <a:schemeClr val="dk1"/>
                </a:solidFill>
                <a:latin typeface="Corbel"/>
                <a:ea typeface="Corbel"/>
                <a:cs typeface="Corbel"/>
                <a:sym typeface="Corbel"/>
              </a:rPr>
              <a:t>Domain Name System (DNS)</a:t>
            </a:r>
            <a:endParaRPr sz="4000" b="0" i="0" u="none" strike="noStrike" cap="none">
              <a:solidFill>
                <a:schemeClr val="dk1"/>
              </a:solidFill>
              <a:latin typeface="Corbel"/>
              <a:ea typeface="Corbel"/>
              <a:cs typeface="Corbel"/>
              <a:sym typeface="Corbe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6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6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6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6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6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6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7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7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6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6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79"/>
        <p:cNvGrpSpPr/>
        <p:nvPr/>
      </p:nvGrpSpPr>
      <p:grpSpPr>
        <a:xfrm>
          <a:off x="0" y="0"/>
          <a:ext cx="0" cy="0"/>
          <a:chOff x="0" y="0"/>
          <a:chExt cx="0" cy="0"/>
        </a:xfrm>
      </p:grpSpPr>
      <p:sp>
        <p:nvSpPr>
          <p:cNvPr id="980" name="Google Shape;980;p17"/>
          <p:cNvSpPr txBox="1">
            <a:spLocks noGrp="1"/>
          </p:cNvSpPr>
          <p:nvPr>
            <p:ph type="title"/>
          </p:nvPr>
        </p:nvSpPr>
        <p:spPr>
          <a:xfrm>
            <a:off x="697091" y="306258"/>
            <a:ext cx="10515600" cy="894622"/>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Corbel"/>
              <a:buNone/>
            </a:pPr>
            <a:r>
              <a:rPr lang="en-US"/>
              <a:t>Thinking about the DNS</a:t>
            </a:r>
            <a:endParaRPr sz="4400"/>
          </a:p>
        </p:txBody>
      </p:sp>
      <p:sp>
        <p:nvSpPr>
          <p:cNvPr id="981" name="Google Shape;981;p17"/>
          <p:cNvSpPr txBox="1"/>
          <p:nvPr/>
        </p:nvSpPr>
        <p:spPr>
          <a:xfrm>
            <a:off x="1366711" y="1325802"/>
            <a:ext cx="6338434" cy="1053570"/>
          </a:xfrm>
          <a:prstGeom prst="rect">
            <a:avLst/>
          </a:prstGeom>
          <a:noFill/>
          <a:ln>
            <a:noFill/>
          </a:ln>
        </p:spPr>
        <p:txBody>
          <a:bodyPr spcFirstLastPara="1" wrap="square" lIns="91425" tIns="45700" rIns="91425" bIns="45700" anchor="t" anchorCtr="0">
            <a:noAutofit/>
          </a:bodyPr>
          <a:lstStyle/>
          <a:p>
            <a:pPr marL="15875" marR="0" lvl="0" indent="0" algn="l" rtl="0">
              <a:lnSpc>
                <a:spcPct val="90000"/>
              </a:lnSpc>
              <a:spcBef>
                <a:spcPts val="0"/>
              </a:spcBef>
              <a:spcAft>
                <a:spcPts val="0"/>
              </a:spcAft>
              <a:buClr>
                <a:srgbClr val="0000A3"/>
              </a:buClr>
              <a:buSzPts val="2800"/>
              <a:buFont typeface="Noto Sans"/>
              <a:buNone/>
            </a:pPr>
            <a:r>
              <a:rPr lang="en-US" sz="2800" b="0" i="0" u="none" strike="noStrike" cap="none">
                <a:solidFill>
                  <a:srgbClr val="C00000"/>
                </a:solidFill>
                <a:latin typeface="Calibri"/>
                <a:ea typeface="Calibri"/>
                <a:cs typeface="Calibri"/>
                <a:sym typeface="Calibri"/>
              </a:rPr>
              <a:t>humongous distributed database</a:t>
            </a:r>
            <a:r>
              <a:rPr lang="en-US" sz="2800" b="0" i="0" u="none" strike="noStrike" cap="none">
                <a:solidFill>
                  <a:srgbClr val="000000"/>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a:p>
            <a:pPr marL="350838" marR="0" lvl="0" indent="-234950" algn="l" rtl="0">
              <a:lnSpc>
                <a:spcPct val="90000"/>
              </a:lnSpc>
              <a:spcBef>
                <a:spcPts val="400"/>
              </a:spcBef>
              <a:spcAft>
                <a:spcPts val="0"/>
              </a:spcAft>
              <a:buClr>
                <a:srgbClr val="0000A3"/>
              </a:buClr>
              <a:buSzPts val="2800"/>
              <a:buFont typeface="Noto Sans"/>
              <a:buChar char="▪"/>
            </a:pPr>
            <a:r>
              <a:rPr lang="en-US" sz="2800" b="0" i="0" u="none" strike="noStrike" cap="none">
                <a:solidFill>
                  <a:srgbClr val="000000"/>
                </a:solidFill>
                <a:latin typeface="Calibri"/>
                <a:ea typeface="Calibri"/>
                <a:cs typeface="Calibri"/>
                <a:sym typeface="Calibri"/>
              </a:rPr>
              <a:t>~ billion records, each simple</a:t>
            </a:r>
            <a:endParaRPr sz="1400" b="0" i="0" u="none" strike="noStrike" cap="none">
              <a:solidFill>
                <a:srgbClr val="000000"/>
              </a:solidFill>
              <a:latin typeface="Arial"/>
              <a:ea typeface="Arial"/>
              <a:cs typeface="Arial"/>
              <a:sym typeface="Arial"/>
            </a:endParaRPr>
          </a:p>
        </p:txBody>
      </p:sp>
      <p:sp>
        <p:nvSpPr>
          <p:cNvPr id="982" name="Google Shape;982;p17"/>
          <p:cNvSpPr txBox="1"/>
          <p:nvPr/>
        </p:nvSpPr>
        <p:spPr>
          <a:xfrm>
            <a:off x="1283983" y="2369647"/>
            <a:ext cx="5971949" cy="2307847"/>
          </a:xfrm>
          <a:prstGeom prst="rect">
            <a:avLst/>
          </a:prstGeom>
          <a:noFill/>
          <a:ln>
            <a:noFill/>
          </a:ln>
        </p:spPr>
        <p:txBody>
          <a:bodyPr spcFirstLastPara="1" wrap="square" lIns="91425" tIns="45700" rIns="91425" bIns="45700" anchor="t" anchorCtr="0">
            <a:noAutofit/>
          </a:bodyPr>
          <a:lstStyle/>
          <a:p>
            <a:pPr marL="15875" marR="0" lvl="0" indent="0" algn="l" rtl="0">
              <a:lnSpc>
                <a:spcPct val="90000"/>
              </a:lnSpc>
              <a:spcBef>
                <a:spcPts val="0"/>
              </a:spcBef>
              <a:spcAft>
                <a:spcPts val="0"/>
              </a:spcAft>
              <a:buClr>
                <a:srgbClr val="0000A3"/>
              </a:buClr>
              <a:buSzPts val="2800"/>
              <a:buFont typeface="Noto Sans"/>
              <a:buNone/>
            </a:pPr>
            <a:r>
              <a:rPr lang="en-US" sz="2800" b="0" i="0" u="none" strike="noStrike" cap="none">
                <a:solidFill>
                  <a:srgbClr val="C00000"/>
                </a:solidFill>
                <a:latin typeface="Calibri"/>
                <a:ea typeface="Calibri"/>
                <a:cs typeface="Calibri"/>
                <a:sym typeface="Calibri"/>
              </a:rPr>
              <a:t>handles many </a:t>
            </a:r>
            <a:r>
              <a:rPr lang="en-US" sz="2800" b="0" i="1" u="none" strike="noStrike" cap="none">
                <a:solidFill>
                  <a:srgbClr val="C00000"/>
                </a:solidFill>
                <a:latin typeface="Calibri"/>
                <a:ea typeface="Calibri"/>
                <a:cs typeface="Calibri"/>
                <a:sym typeface="Calibri"/>
              </a:rPr>
              <a:t>trillions</a:t>
            </a:r>
            <a:r>
              <a:rPr lang="en-US" sz="2800" b="0" i="0" u="none" strike="noStrike" cap="none">
                <a:solidFill>
                  <a:srgbClr val="C00000"/>
                </a:solidFill>
                <a:latin typeface="Calibri"/>
                <a:ea typeface="Calibri"/>
                <a:cs typeface="Calibri"/>
                <a:sym typeface="Calibri"/>
              </a:rPr>
              <a:t> of queries/day:</a:t>
            </a:r>
            <a:endParaRPr sz="1400" b="0" i="0" u="none" strike="noStrike" cap="none">
              <a:solidFill>
                <a:srgbClr val="000000"/>
              </a:solidFill>
              <a:latin typeface="Arial"/>
              <a:ea typeface="Arial"/>
              <a:cs typeface="Arial"/>
              <a:sym typeface="Arial"/>
            </a:endParaRPr>
          </a:p>
          <a:p>
            <a:pPr marL="350838" marR="0" lvl="0" indent="-217488" algn="l" rtl="0">
              <a:lnSpc>
                <a:spcPct val="90000"/>
              </a:lnSpc>
              <a:spcBef>
                <a:spcPts val="400"/>
              </a:spcBef>
              <a:spcAft>
                <a:spcPts val="0"/>
              </a:spcAft>
              <a:buClr>
                <a:srgbClr val="0000A3"/>
              </a:buClr>
              <a:buSzPts val="2800"/>
              <a:buFont typeface="Noto Sans"/>
              <a:buChar char="▪"/>
            </a:pPr>
            <a:r>
              <a:rPr lang="en-US" sz="2800" b="0" i="1" u="none" strike="noStrike" cap="none">
                <a:solidFill>
                  <a:srgbClr val="000000"/>
                </a:solidFill>
                <a:latin typeface="Calibri"/>
                <a:ea typeface="Calibri"/>
                <a:cs typeface="Calibri"/>
                <a:sym typeface="Calibri"/>
              </a:rPr>
              <a:t>many</a:t>
            </a:r>
            <a:r>
              <a:rPr lang="en-US" sz="2800" b="0" i="0" u="none" strike="noStrike" cap="none">
                <a:solidFill>
                  <a:srgbClr val="000000"/>
                </a:solidFill>
                <a:latin typeface="Calibri"/>
                <a:ea typeface="Calibri"/>
                <a:cs typeface="Calibri"/>
                <a:sym typeface="Calibri"/>
              </a:rPr>
              <a:t> more reads than writes</a:t>
            </a:r>
            <a:endParaRPr sz="1400" b="0" i="0" u="none" strike="noStrike" cap="none">
              <a:solidFill>
                <a:srgbClr val="000000"/>
              </a:solidFill>
              <a:latin typeface="Arial"/>
              <a:ea typeface="Arial"/>
              <a:cs typeface="Arial"/>
              <a:sym typeface="Arial"/>
            </a:endParaRPr>
          </a:p>
          <a:p>
            <a:pPr marL="350838" marR="0" lvl="0" indent="-217488" algn="l" rtl="0">
              <a:lnSpc>
                <a:spcPct val="90000"/>
              </a:lnSpc>
              <a:spcBef>
                <a:spcPts val="400"/>
              </a:spcBef>
              <a:spcAft>
                <a:spcPts val="0"/>
              </a:spcAft>
              <a:buClr>
                <a:srgbClr val="0000A3"/>
              </a:buClr>
              <a:buSzPts val="2800"/>
              <a:buFont typeface="Noto Sans"/>
              <a:buChar char="▪"/>
            </a:pPr>
            <a:r>
              <a:rPr lang="en-US" sz="2800" b="0" i="1" u="none" strike="noStrike" cap="none">
                <a:solidFill>
                  <a:srgbClr val="000000"/>
                </a:solidFill>
                <a:latin typeface="Calibri"/>
                <a:ea typeface="Calibri"/>
                <a:cs typeface="Calibri"/>
                <a:sym typeface="Calibri"/>
              </a:rPr>
              <a:t>performance matters:  </a:t>
            </a:r>
            <a:r>
              <a:rPr lang="en-US" sz="2800" b="0" i="0" u="none" strike="noStrike" cap="none">
                <a:solidFill>
                  <a:srgbClr val="000000"/>
                </a:solidFill>
                <a:latin typeface="Calibri"/>
                <a:ea typeface="Calibri"/>
                <a:cs typeface="Calibri"/>
                <a:sym typeface="Calibri"/>
              </a:rPr>
              <a:t>almost every Internet transaction interacts with DNS - msecs count!</a:t>
            </a:r>
            <a:endParaRPr sz="1400" b="0" i="0" u="none" strike="noStrike" cap="none">
              <a:solidFill>
                <a:srgbClr val="000000"/>
              </a:solidFill>
              <a:latin typeface="Arial"/>
              <a:ea typeface="Arial"/>
              <a:cs typeface="Arial"/>
              <a:sym typeface="Arial"/>
            </a:endParaRPr>
          </a:p>
          <a:p>
            <a:pPr marL="352425" marR="0" lvl="0" indent="-69850" algn="l" rtl="0">
              <a:lnSpc>
                <a:spcPct val="90000"/>
              </a:lnSpc>
              <a:spcBef>
                <a:spcPts val="1000"/>
              </a:spcBef>
              <a:spcAft>
                <a:spcPts val="0"/>
              </a:spcAft>
              <a:buClr>
                <a:srgbClr val="0000A3"/>
              </a:buClr>
              <a:buSzPts val="2400"/>
              <a:buFont typeface="Noto Sans"/>
              <a:buNone/>
            </a:pPr>
            <a:endParaRPr sz="2400" b="0" i="0" u="none" strike="noStrike" cap="none">
              <a:solidFill>
                <a:srgbClr val="000000"/>
              </a:solidFill>
              <a:latin typeface="Gill Sans"/>
              <a:ea typeface="Gill Sans"/>
              <a:cs typeface="Gill Sans"/>
              <a:sym typeface="Gill Sans"/>
            </a:endParaRPr>
          </a:p>
        </p:txBody>
      </p:sp>
      <p:sp>
        <p:nvSpPr>
          <p:cNvPr id="983" name="Google Shape;983;p17"/>
          <p:cNvSpPr txBox="1"/>
          <p:nvPr/>
        </p:nvSpPr>
        <p:spPr>
          <a:xfrm>
            <a:off x="1016553" y="4487360"/>
            <a:ext cx="7038749" cy="1358901"/>
          </a:xfrm>
          <a:prstGeom prst="rect">
            <a:avLst/>
          </a:prstGeom>
          <a:noFill/>
          <a:ln>
            <a:noFill/>
          </a:ln>
        </p:spPr>
        <p:txBody>
          <a:bodyPr spcFirstLastPara="1" wrap="square" lIns="91425" tIns="45700" rIns="91425" bIns="45700" anchor="t" anchorCtr="0">
            <a:noAutofit/>
          </a:bodyPr>
          <a:lstStyle/>
          <a:p>
            <a:pPr marL="15875" marR="0" lvl="0" indent="0" algn="l" rtl="0">
              <a:lnSpc>
                <a:spcPct val="90000"/>
              </a:lnSpc>
              <a:spcBef>
                <a:spcPts val="0"/>
              </a:spcBef>
              <a:spcAft>
                <a:spcPts val="0"/>
              </a:spcAft>
              <a:buClr>
                <a:srgbClr val="0000A3"/>
              </a:buClr>
              <a:buSzPts val="2800"/>
              <a:buFont typeface="Noto Sans"/>
              <a:buNone/>
            </a:pPr>
            <a:r>
              <a:rPr lang="en-US" sz="2800" b="0" i="0" u="none" strike="noStrike" cap="none">
                <a:solidFill>
                  <a:srgbClr val="C00000"/>
                </a:solidFill>
                <a:latin typeface="Calibri"/>
                <a:ea typeface="Calibri"/>
                <a:cs typeface="Calibri"/>
                <a:sym typeface="Calibri"/>
              </a:rPr>
              <a:t>organizationally, physically decentralized:</a:t>
            </a:r>
            <a:endParaRPr sz="1400" b="0" i="0" u="none" strike="noStrike" cap="none">
              <a:solidFill>
                <a:srgbClr val="000000"/>
              </a:solidFill>
              <a:latin typeface="Arial"/>
              <a:ea typeface="Arial"/>
              <a:cs typeface="Arial"/>
              <a:sym typeface="Arial"/>
            </a:endParaRPr>
          </a:p>
          <a:p>
            <a:pPr marL="460375" marR="0" lvl="0" indent="-215900" algn="l" rtl="0">
              <a:lnSpc>
                <a:spcPct val="90000"/>
              </a:lnSpc>
              <a:spcBef>
                <a:spcPts val="400"/>
              </a:spcBef>
              <a:spcAft>
                <a:spcPts val="0"/>
              </a:spcAft>
              <a:buClr>
                <a:srgbClr val="0000A3"/>
              </a:buClr>
              <a:buSzPts val="2800"/>
              <a:buFont typeface="Noto Sans"/>
              <a:buChar char="▪"/>
            </a:pPr>
            <a:r>
              <a:rPr lang="en-US" sz="2800" b="0" i="0" u="none" strike="noStrike" cap="none">
                <a:solidFill>
                  <a:srgbClr val="000000"/>
                </a:solidFill>
                <a:latin typeface="Calibri"/>
                <a:ea typeface="Calibri"/>
                <a:cs typeface="Calibri"/>
                <a:sym typeface="Calibri"/>
              </a:rPr>
              <a:t>millions of different organizations responsible for their records</a:t>
            </a:r>
            <a:endParaRPr sz="1400" b="0" i="0" u="none" strike="noStrike" cap="none">
              <a:solidFill>
                <a:srgbClr val="000000"/>
              </a:solidFill>
              <a:latin typeface="Arial"/>
              <a:ea typeface="Arial"/>
              <a:cs typeface="Arial"/>
              <a:sym typeface="Arial"/>
            </a:endParaRPr>
          </a:p>
          <a:p>
            <a:pPr marL="352425" marR="0" lvl="0" indent="-69850" algn="l" rtl="0">
              <a:lnSpc>
                <a:spcPct val="90000"/>
              </a:lnSpc>
              <a:spcBef>
                <a:spcPts val="1000"/>
              </a:spcBef>
              <a:spcAft>
                <a:spcPts val="0"/>
              </a:spcAft>
              <a:buClr>
                <a:srgbClr val="0000A3"/>
              </a:buClr>
              <a:buSzPts val="2400"/>
              <a:buFont typeface="Noto Sans"/>
              <a:buNone/>
            </a:pPr>
            <a:endParaRPr sz="2400" b="0" i="0" u="none" strike="noStrike" cap="none">
              <a:solidFill>
                <a:srgbClr val="000000"/>
              </a:solidFill>
              <a:latin typeface="Gill Sans"/>
              <a:ea typeface="Gill Sans"/>
              <a:cs typeface="Gill Sans"/>
              <a:sym typeface="Gill Sans"/>
            </a:endParaRPr>
          </a:p>
        </p:txBody>
      </p:sp>
      <p:sp>
        <p:nvSpPr>
          <p:cNvPr id="984" name="Google Shape;984;p17"/>
          <p:cNvSpPr txBox="1"/>
          <p:nvPr/>
        </p:nvSpPr>
        <p:spPr>
          <a:xfrm>
            <a:off x="1536397" y="5872167"/>
            <a:ext cx="7038749" cy="563034"/>
          </a:xfrm>
          <a:prstGeom prst="rect">
            <a:avLst/>
          </a:prstGeom>
          <a:noFill/>
          <a:ln>
            <a:noFill/>
          </a:ln>
        </p:spPr>
        <p:txBody>
          <a:bodyPr spcFirstLastPara="1" wrap="square" lIns="91425" tIns="45700" rIns="91425" bIns="45700" anchor="t" anchorCtr="0">
            <a:noAutofit/>
          </a:bodyPr>
          <a:lstStyle/>
          <a:p>
            <a:pPr marL="15875" marR="0" lvl="0" indent="0" algn="l" rtl="0">
              <a:lnSpc>
                <a:spcPct val="90000"/>
              </a:lnSpc>
              <a:spcBef>
                <a:spcPts val="0"/>
              </a:spcBef>
              <a:spcAft>
                <a:spcPts val="0"/>
              </a:spcAft>
              <a:buClr>
                <a:srgbClr val="0000A3"/>
              </a:buClr>
              <a:buSzPts val="2800"/>
              <a:buFont typeface="Noto Sans"/>
              <a:buNone/>
            </a:pPr>
            <a:r>
              <a:rPr lang="en-US" sz="2800" b="0" i="0" u="none" strike="noStrike" cap="none">
                <a:solidFill>
                  <a:srgbClr val="C00000"/>
                </a:solidFill>
                <a:latin typeface="Calibri"/>
                <a:ea typeface="Calibri"/>
                <a:cs typeface="Calibri"/>
                <a:sym typeface="Calibri"/>
              </a:rPr>
              <a:t>“bulletproof”: reliability, security</a:t>
            </a:r>
            <a:endParaRPr sz="2400" b="0" i="0" u="none" strike="noStrike" cap="none">
              <a:solidFill>
                <a:srgbClr val="000000"/>
              </a:solidFill>
              <a:latin typeface="Gill Sans"/>
              <a:ea typeface="Gill Sans"/>
              <a:cs typeface="Gill Sans"/>
              <a:sym typeface="Gill Sans"/>
            </a:endParaRPr>
          </a:p>
        </p:txBody>
      </p:sp>
      <p:pic>
        <p:nvPicPr>
          <p:cNvPr id="985" name="Google Shape;985;p17" descr="SEC Says That It's Not Easy Determining Whether Teva Whistleblowers Are  Deserving Of A Bounty - FCPA Professor"/>
          <p:cNvPicPr preferRelativeResize="0"/>
          <p:nvPr/>
        </p:nvPicPr>
        <p:blipFill rotWithShape="1">
          <a:blip r:embed="rId3">
            <a:alphaModFix/>
          </a:blip>
          <a:srcRect/>
          <a:stretch/>
        </p:blipFill>
        <p:spPr>
          <a:xfrm>
            <a:off x="7907866" y="4143022"/>
            <a:ext cx="2937933" cy="2448278"/>
          </a:xfrm>
          <a:prstGeom prst="rect">
            <a:avLst/>
          </a:prstGeom>
          <a:noFill/>
          <a:ln>
            <a:noFill/>
          </a:ln>
        </p:spPr>
      </p:pic>
      <p:sp>
        <p:nvSpPr>
          <p:cNvPr id="986" name="Google Shape;986;p17"/>
          <p:cNvSpPr txBox="1">
            <a:spLocks noGrp="1"/>
          </p:cNvSpPr>
          <p:nvPr>
            <p:ph type="sldNum" idx="12"/>
          </p:nvPr>
        </p:nvSpPr>
        <p:spPr>
          <a:xfrm>
            <a:off x="10951856" y="5883275"/>
            <a:ext cx="551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US"/>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90"/>
        <p:cNvGrpSpPr/>
        <p:nvPr/>
      </p:nvGrpSpPr>
      <p:grpSpPr>
        <a:xfrm>
          <a:off x="0" y="0"/>
          <a:ext cx="0" cy="0"/>
          <a:chOff x="0" y="0"/>
          <a:chExt cx="0" cy="0"/>
        </a:xfrm>
      </p:grpSpPr>
      <p:sp>
        <p:nvSpPr>
          <p:cNvPr id="991" name="Google Shape;991;g2674c0d7ef2_0_568"/>
          <p:cNvSpPr txBox="1">
            <a:spLocks noGrp="1"/>
          </p:cNvSpPr>
          <p:nvPr>
            <p:ph type="body" idx="1"/>
          </p:nvPr>
        </p:nvSpPr>
        <p:spPr>
          <a:xfrm>
            <a:off x="1315225" y="1475100"/>
            <a:ext cx="9423600" cy="52746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3240"/>
              <a:buNone/>
            </a:pPr>
            <a:r>
              <a:rPr lang="en-US" sz="3600" b="0" i="0" u="none">
                <a:solidFill>
                  <a:srgbClr val="990099"/>
                </a:solidFill>
                <a:latin typeface="Verdana"/>
                <a:ea typeface="Verdana"/>
                <a:cs typeface="Verdana"/>
                <a:sym typeface="Verdana"/>
              </a:rPr>
              <a:t>Centralized DNS?</a:t>
            </a:r>
            <a:r>
              <a:rPr lang="en-US" sz="3200" b="0" i="0" u="none">
                <a:solidFill>
                  <a:srgbClr val="FF0000"/>
                </a:solidFill>
                <a:latin typeface="Verdana"/>
                <a:ea typeface="Verdana"/>
                <a:cs typeface="Verdana"/>
                <a:sym typeface="Verdana"/>
              </a:rPr>
              <a:t> </a:t>
            </a:r>
            <a:endParaRPr/>
          </a:p>
          <a:p>
            <a:pPr marL="457200" lvl="0" indent="0" algn="l" rtl="0">
              <a:lnSpc>
                <a:spcPct val="100000"/>
              </a:lnSpc>
              <a:spcBef>
                <a:spcPts val="640"/>
              </a:spcBef>
              <a:spcAft>
                <a:spcPts val="0"/>
              </a:spcAft>
              <a:buSzPts val="2610"/>
              <a:buNone/>
            </a:pPr>
            <a:endParaRPr sz="3200">
              <a:latin typeface="Verdana"/>
              <a:ea typeface="Verdana"/>
              <a:cs typeface="Verdana"/>
              <a:sym typeface="Verdana"/>
            </a:endParaRPr>
          </a:p>
          <a:p>
            <a:pPr marL="342900" lvl="0" indent="-160020" algn="l" rtl="0">
              <a:lnSpc>
                <a:spcPct val="100000"/>
              </a:lnSpc>
              <a:spcBef>
                <a:spcPts val="640"/>
              </a:spcBef>
              <a:spcAft>
                <a:spcPts val="0"/>
              </a:spcAft>
              <a:buClr>
                <a:srgbClr val="0033CC"/>
              </a:buClr>
              <a:buSzPts val="2880"/>
              <a:buFont typeface="Noto Sans Symbols"/>
              <a:buNone/>
            </a:pPr>
            <a:endParaRPr sz="3200">
              <a:latin typeface="Verdana"/>
              <a:ea typeface="Verdana"/>
              <a:cs typeface="Verdana"/>
              <a:sym typeface="Verdana"/>
            </a:endParaRPr>
          </a:p>
          <a:p>
            <a:pPr marL="342900" lvl="0" indent="-342900" algn="l" rtl="0">
              <a:lnSpc>
                <a:spcPct val="100000"/>
              </a:lnSpc>
              <a:spcBef>
                <a:spcPts val="640"/>
              </a:spcBef>
              <a:spcAft>
                <a:spcPts val="0"/>
              </a:spcAft>
              <a:buClr>
                <a:srgbClr val="0033CC"/>
              </a:buClr>
              <a:buSzPts val="2880"/>
              <a:buFont typeface="Noto Sans Symbols"/>
              <a:buChar char="●"/>
            </a:pPr>
            <a:r>
              <a:rPr lang="en-US" sz="3200" b="0" i="0" u="none">
                <a:solidFill>
                  <a:schemeClr val="dk1"/>
                </a:solidFill>
                <a:latin typeface="Verdana"/>
                <a:ea typeface="Verdana"/>
                <a:cs typeface="Verdana"/>
                <a:sym typeface="Verdana"/>
              </a:rPr>
              <a:t>Single point of failure</a:t>
            </a:r>
            <a:endParaRPr/>
          </a:p>
          <a:p>
            <a:pPr marL="342900" lvl="0" indent="-342900" algn="l" rtl="0">
              <a:lnSpc>
                <a:spcPct val="100000"/>
              </a:lnSpc>
              <a:spcBef>
                <a:spcPts val="640"/>
              </a:spcBef>
              <a:spcAft>
                <a:spcPts val="0"/>
              </a:spcAft>
              <a:buClr>
                <a:srgbClr val="0033CC"/>
              </a:buClr>
              <a:buSzPts val="2880"/>
              <a:buFont typeface="Noto Sans Symbols"/>
              <a:buChar char="●"/>
            </a:pPr>
            <a:r>
              <a:rPr lang="en-US" sz="3200" b="0" i="0" u="none">
                <a:solidFill>
                  <a:schemeClr val="dk1"/>
                </a:solidFill>
                <a:latin typeface="Verdana"/>
                <a:ea typeface="Verdana"/>
                <a:cs typeface="Verdana"/>
                <a:sym typeface="Verdana"/>
              </a:rPr>
              <a:t>Traffic volume</a:t>
            </a:r>
            <a:endParaRPr/>
          </a:p>
          <a:p>
            <a:pPr marL="342900" lvl="0" indent="-342900" algn="l" rtl="0">
              <a:lnSpc>
                <a:spcPct val="100000"/>
              </a:lnSpc>
              <a:spcBef>
                <a:spcPts val="640"/>
              </a:spcBef>
              <a:spcAft>
                <a:spcPts val="0"/>
              </a:spcAft>
              <a:buClr>
                <a:srgbClr val="0033CC"/>
              </a:buClr>
              <a:buSzPts val="2880"/>
              <a:buFont typeface="Noto Sans Symbols"/>
              <a:buChar char="●"/>
            </a:pPr>
            <a:r>
              <a:rPr lang="en-US" sz="3200" b="0" i="0" u="none">
                <a:solidFill>
                  <a:schemeClr val="dk1"/>
                </a:solidFill>
                <a:latin typeface="Verdana"/>
                <a:ea typeface="Verdana"/>
                <a:cs typeface="Verdana"/>
                <a:sym typeface="Verdana"/>
              </a:rPr>
              <a:t>Distance centralized database</a:t>
            </a:r>
            <a:endParaRPr/>
          </a:p>
          <a:p>
            <a:pPr marL="342900" lvl="0" indent="-342900" algn="l" rtl="0">
              <a:lnSpc>
                <a:spcPct val="100000"/>
              </a:lnSpc>
              <a:spcBef>
                <a:spcPts val="640"/>
              </a:spcBef>
              <a:spcAft>
                <a:spcPts val="0"/>
              </a:spcAft>
              <a:buClr>
                <a:srgbClr val="0033CC"/>
              </a:buClr>
              <a:buSzPts val="2880"/>
              <a:buFont typeface="Noto Sans Symbols"/>
              <a:buChar char="●"/>
            </a:pPr>
            <a:r>
              <a:rPr lang="en-US" sz="3200" b="0" i="0" u="none">
                <a:solidFill>
                  <a:schemeClr val="dk1"/>
                </a:solidFill>
                <a:latin typeface="Verdana"/>
                <a:ea typeface="Verdana"/>
                <a:cs typeface="Verdana"/>
                <a:sym typeface="Verdana"/>
              </a:rPr>
              <a:t>Maintenance</a:t>
            </a:r>
            <a:endParaRPr/>
          </a:p>
          <a:p>
            <a:pPr marL="342900" lvl="0" indent="-342900" algn="l" rtl="0">
              <a:lnSpc>
                <a:spcPct val="100000"/>
              </a:lnSpc>
              <a:spcBef>
                <a:spcPts val="640"/>
              </a:spcBef>
              <a:spcAft>
                <a:spcPts val="0"/>
              </a:spcAft>
              <a:buClr>
                <a:srgbClr val="0033CC"/>
              </a:buClr>
              <a:buSzPts val="2880"/>
              <a:buFont typeface="Noto Sans Symbols"/>
              <a:buChar char="●"/>
            </a:pPr>
            <a:r>
              <a:rPr lang="en-US" sz="3200" b="0" i="0" u="none">
                <a:solidFill>
                  <a:schemeClr val="dk1"/>
                </a:solidFill>
                <a:latin typeface="Verdana"/>
                <a:ea typeface="Verdana"/>
                <a:cs typeface="Verdana"/>
                <a:sym typeface="Verdana"/>
              </a:rPr>
              <a:t>Doesn</a:t>
            </a:r>
            <a:r>
              <a:rPr lang="en-US" sz="3200" b="0" i="0" u="none">
                <a:solidFill>
                  <a:schemeClr val="dk1"/>
                </a:solidFill>
                <a:latin typeface="Comic Sans MS"/>
                <a:ea typeface="Comic Sans MS"/>
                <a:cs typeface="Comic Sans MS"/>
                <a:sym typeface="Comic Sans MS"/>
              </a:rPr>
              <a:t>’</a:t>
            </a:r>
            <a:r>
              <a:rPr lang="en-US" sz="3200" b="0" i="0" u="none">
                <a:solidFill>
                  <a:schemeClr val="dk1"/>
                </a:solidFill>
                <a:latin typeface="Verdana"/>
                <a:ea typeface="Verdana"/>
                <a:cs typeface="Verdana"/>
                <a:sym typeface="Verdana"/>
              </a:rPr>
              <a:t>t </a:t>
            </a:r>
            <a:r>
              <a:rPr lang="en-US" sz="3200" b="0" i="1" u="none">
                <a:solidFill>
                  <a:schemeClr val="dk1"/>
                </a:solidFill>
                <a:latin typeface="Verdana"/>
                <a:ea typeface="Verdana"/>
                <a:cs typeface="Verdana"/>
                <a:sym typeface="Verdana"/>
              </a:rPr>
              <a:t>scale!</a:t>
            </a:r>
            <a:endParaRPr/>
          </a:p>
          <a:p>
            <a:pPr marL="342900" lvl="0" indent="-342900" algn="l" rtl="0">
              <a:lnSpc>
                <a:spcPct val="100000"/>
              </a:lnSpc>
              <a:spcBef>
                <a:spcPts val="640"/>
              </a:spcBef>
              <a:spcAft>
                <a:spcPts val="0"/>
              </a:spcAft>
              <a:buClr>
                <a:srgbClr val="0033CC"/>
              </a:buClr>
              <a:buSzPts val="2880"/>
              <a:buFont typeface="Noto Sans Symbols"/>
              <a:buChar char="●"/>
            </a:pPr>
            <a:r>
              <a:rPr lang="en-US" sz="3200" b="0" i="1" u="none">
                <a:solidFill>
                  <a:schemeClr val="dk1"/>
                </a:solidFill>
                <a:latin typeface="Verdana"/>
                <a:ea typeface="Verdana"/>
                <a:cs typeface="Verdana"/>
                <a:sym typeface="Verdana"/>
              </a:rPr>
              <a:t>Solution: </a:t>
            </a:r>
            <a:r>
              <a:rPr lang="en-US" sz="3200" b="0" i="1" u="none">
                <a:solidFill>
                  <a:srgbClr val="990099"/>
                </a:solidFill>
                <a:latin typeface="Verdana"/>
                <a:ea typeface="Verdana"/>
                <a:cs typeface="Verdana"/>
                <a:sym typeface="Verdana"/>
              </a:rPr>
              <a:t>Distributed Database</a:t>
            </a:r>
            <a:endParaRPr/>
          </a:p>
        </p:txBody>
      </p:sp>
      <p:sp>
        <p:nvSpPr>
          <p:cNvPr id="992" name="Google Shape;992;g2674c0d7ef2_0_568"/>
          <p:cNvSpPr txBox="1"/>
          <p:nvPr/>
        </p:nvSpPr>
        <p:spPr>
          <a:xfrm>
            <a:off x="6140250" y="1475100"/>
            <a:ext cx="19305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CC0000"/>
              </a:buClr>
              <a:buSzPts val="3200"/>
              <a:buFont typeface="Verdana"/>
              <a:buNone/>
            </a:pPr>
            <a:r>
              <a:rPr lang="en-US" sz="3200" b="1" i="0" u="none" strike="noStrike" cap="none">
                <a:solidFill>
                  <a:srgbClr val="CC0000"/>
                </a:solidFill>
                <a:latin typeface="Verdana"/>
                <a:ea typeface="Verdana"/>
                <a:cs typeface="Verdana"/>
                <a:sym typeface="Verdana"/>
              </a:rPr>
              <a:t>NO</a:t>
            </a:r>
            <a:endParaRPr sz="1400" b="0" i="0" u="none" strike="noStrike" cap="none">
              <a:solidFill>
                <a:srgbClr val="000000"/>
              </a:solidFill>
              <a:latin typeface="Arial"/>
              <a:ea typeface="Arial"/>
              <a:cs typeface="Arial"/>
              <a:sym typeface="Arial"/>
            </a:endParaRPr>
          </a:p>
        </p:txBody>
      </p:sp>
      <p:sp>
        <p:nvSpPr>
          <p:cNvPr id="993" name="Google Shape;993;g2674c0d7ef2_0_568"/>
          <p:cNvSpPr txBox="1"/>
          <p:nvPr/>
        </p:nvSpPr>
        <p:spPr>
          <a:xfrm>
            <a:off x="1454800" y="2121775"/>
            <a:ext cx="41655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66CC"/>
              </a:buClr>
              <a:buSzPts val="3200"/>
              <a:buFont typeface="Verdana"/>
              <a:buNone/>
            </a:pPr>
            <a:r>
              <a:rPr lang="en-US" sz="3200" b="1" i="0" u="none" strike="noStrike" cap="none">
                <a:solidFill>
                  <a:srgbClr val="0066CC"/>
                </a:solidFill>
                <a:latin typeface="Verdana"/>
                <a:ea typeface="Verdana"/>
                <a:cs typeface="Verdana"/>
                <a:sym typeface="Verdana"/>
              </a:rPr>
              <a:t>REASONS ?</a:t>
            </a:r>
            <a:endParaRPr sz="1400" b="0" i="0" u="none" strike="noStrike" cap="none">
              <a:solidFill>
                <a:srgbClr val="000000"/>
              </a:solidFill>
              <a:latin typeface="Arial"/>
              <a:ea typeface="Arial"/>
              <a:cs typeface="Arial"/>
              <a:sym typeface="Arial"/>
            </a:endParaRPr>
          </a:p>
        </p:txBody>
      </p:sp>
      <p:sp>
        <p:nvSpPr>
          <p:cNvPr id="994" name="Google Shape;994;g2674c0d7ef2_0_568"/>
          <p:cNvSpPr txBox="1"/>
          <p:nvPr/>
        </p:nvSpPr>
        <p:spPr>
          <a:xfrm>
            <a:off x="8737600" y="6248400"/>
            <a:ext cx="28449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000"/>
              <a:buFont typeface="Verdana"/>
              <a:buNone/>
            </a:pPr>
            <a:fld id="{00000000-1234-1234-1234-123412341234}" type="slidenum">
              <a:rPr lang="en-US" sz="1000" b="0" i="0" u="none" strike="noStrike" cap="none">
                <a:solidFill>
                  <a:schemeClr val="dk1"/>
                </a:solidFill>
                <a:latin typeface="Verdana"/>
                <a:ea typeface="Verdana"/>
                <a:cs typeface="Verdana"/>
                <a:sym typeface="Verdana"/>
              </a:rPr>
              <a:t>20</a:t>
            </a:fld>
            <a:endParaRPr sz="1400" b="0" i="0" u="none" strike="noStrike" cap="none">
              <a:solidFill>
                <a:srgbClr val="000000"/>
              </a:solidFill>
              <a:latin typeface="Arial"/>
              <a:ea typeface="Arial"/>
              <a:cs typeface="Arial"/>
              <a:sym typeface="Arial"/>
            </a:endParaRPr>
          </a:p>
        </p:txBody>
      </p:sp>
      <p:sp>
        <p:nvSpPr>
          <p:cNvPr id="995" name="Google Shape;995;g2674c0d7ef2_0_568"/>
          <p:cNvSpPr txBox="1">
            <a:spLocks noGrp="1"/>
          </p:cNvSpPr>
          <p:nvPr>
            <p:ph type="title"/>
          </p:nvPr>
        </p:nvSpPr>
        <p:spPr>
          <a:xfrm>
            <a:off x="697091" y="306258"/>
            <a:ext cx="10515600" cy="8946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Corbel"/>
              <a:buNone/>
            </a:pPr>
            <a:r>
              <a:rPr lang="en-US"/>
              <a:t>DNS Name Servers</a:t>
            </a:r>
            <a:endParaRPr sz="44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00"/>
        <p:cNvGrpSpPr/>
        <p:nvPr/>
      </p:nvGrpSpPr>
      <p:grpSpPr>
        <a:xfrm>
          <a:off x="0" y="0"/>
          <a:ext cx="0" cy="0"/>
          <a:chOff x="0" y="0"/>
          <a:chExt cx="0" cy="0"/>
        </a:xfrm>
      </p:grpSpPr>
      <p:sp>
        <p:nvSpPr>
          <p:cNvPr id="1001" name="Google Shape;1001;p18"/>
          <p:cNvSpPr txBox="1">
            <a:spLocks noGrp="1"/>
          </p:cNvSpPr>
          <p:nvPr>
            <p:ph type="title"/>
          </p:nvPr>
        </p:nvSpPr>
        <p:spPr>
          <a:xfrm>
            <a:off x="1992314" y="161926"/>
            <a:ext cx="8023225" cy="93662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orbel"/>
              <a:buNone/>
            </a:pPr>
            <a:r>
              <a:rPr lang="en-US" sz="3600" b="1"/>
              <a:t>DNS: a distributed, hierarchical database</a:t>
            </a:r>
            <a:endParaRPr/>
          </a:p>
        </p:txBody>
      </p:sp>
      <p:sp>
        <p:nvSpPr>
          <p:cNvPr id="1002" name="Google Shape;1002;p18"/>
          <p:cNvSpPr txBox="1">
            <a:spLocks noGrp="1"/>
          </p:cNvSpPr>
          <p:nvPr>
            <p:ph type="sldNum" idx="12"/>
          </p:nvPr>
        </p:nvSpPr>
        <p:spPr>
          <a:xfrm>
            <a:off x="10951856" y="5883275"/>
            <a:ext cx="551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00"/>
              <a:buFont typeface="Arial"/>
              <a:buNone/>
            </a:pPr>
            <a:r>
              <a:rPr lang="en-US"/>
              <a:t>2-</a:t>
            </a:r>
            <a:fld id="{00000000-1234-1234-1234-123412341234}" type="slidenum">
              <a:rPr lang="en-US"/>
              <a:t>21</a:t>
            </a:fld>
            <a:endParaRPr/>
          </a:p>
        </p:txBody>
      </p:sp>
      <p:pic>
        <p:nvPicPr>
          <p:cNvPr id="1003" name="Google Shape;1003;p18"/>
          <p:cNvPicPr preferRelativeResize="0"/>
          <p:nvPr/>
        </p:nvPicPr>
        <p:blipFill rotWithShape="1">
          <a:blip r:embed="rId3">
            <a:alphaModFix/>
          </a:blip>
          <a:srcRect/>
          <a:stretch/>
        </p:blipFill>
        <p:spPr>
          <a:xfrm>
            <a:off x="2277450" y="1202825"/>
            <a:ext cx="8521924" cy="5264425"/>
          </a:xfrm>
          <a:prstGeom prst="rect">
            <a:avLst/>
          </a:prstGeom>
          <a:noFill/>
          <a:ln>
            <a:noFill/>
          </a:ln>
        </p:spPr>
      </p:pic>
      <p:sp>
        <p:nvSpPr>
          <p:cNvPr id="6" name="TextBox 5">
            <a:extLst>
              <a:ext uri="{FF2B5EF4-FFF2-40B4-BE49-F238E27FC236}">
                <a16:creationId xmlns:a16="http://schemas.microsoft.com/office/drawing/2014/main" id="{2030C827-F916-4E64-ACA7-4278C9C25415}"/>
              </a:ext>
            </a:extLst>
          </p:cNvPr>
          <p:cNvSpPr txBox="1"/>
          <p:nvPr/>
        </p:nvSpPr>
        <p:spPr>
          <a:xfrm>
            <a:off x="2954696" y="1829770"/>
            <a:ext cx="4139277" cy="461665"/>
          </a:xfrm>
          <a:prstGeom prst="rect">
            <a:avLst/>
          </a:prstGeom>
          <a:noFill/>
        </p:spPr>
        <p:txBody>
          <a:bodyPr wrap="square">
            <a:spAutoFit/>
          </a:bodyPr>
          <a:lstStyle/>
          <a:p>
            <a:r>
              <a:rPr lang="en-IN" sz="2400" dirty="0">
                <a:solidFill>
                  <a:schemeClr val="accent5"/>
                </a:solidFill>
              </a:rPr>
              <a:t>https://cse.sds.bracu.ac.bd/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08"/>
        <p:cNvGrpSpPr/>
        <p:nvPr/>
      </p:nvGrpSpPr>
      <p:grpSpPr>
        <a:xfrm>
          <a:off x="0" y="0"/>
          <a:ext cx="0" cy="0"/>
          <a:chOff x="0" y="0"/>
          <a:chExt cx="0" cy="0"/>
        </a:xfrm>
      </p:grpSpPr>
      <p:sp>
        <p:nvSpPr>
          <p:cNvPr id="1009" name="Google Shape;1009;p19"/>
          <p:cNvSpPr txBox="1">
            <a:spLocks noGrp="1"/>
          </p:cNvSpPr>
          <p:nvPr>
            <p:ph type="title"/>
          </p:nvPr>
        </p:nvSpPr>
        <p:spPr>
          <a:xfrm>
            <a:off x="2057400" y="222250"/>
            <a:ext cx="7772400" cy="8826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Corbel"/>
              <a:buNone/>
            </a:pPr>
            <a:r>
              <a:rPr lang="en-US"/>
              <a:t>DNS: root name servers</a:t>
            </a:r>
            <a:endParaRPr/>
          </a:p>
        </p:txBody>
      </p:sp>
      <p:sp>
        <p:nvSpPr>
          <p:cNvPr id="1010" name="Google Shape;1010;p19"/>
          <p:cNvSpPr/>
          <p:nvPr/>
        </p:nvSpPr>
        <p:spPr>
          <a:xfrm>
            <a:off x="2005013" y="3581401"/>
            <a:ext cx="5784850" cy="29749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040"/>
              <a:buFont typeface="Arial"/>
              <a:buNone/>
            </a:pPr>
            <a:endParaRPr sz="2400" b="0" i="0" u="none" strike="noStrike" cap="none">
              <a:solidFill>
                <a:schemeClr val="dk1"/>
              </a:solidFill>
              <a:latin typeface="Comic Sans MS"/>
              <a:ea typeface="Comic Sans MS"/>
              <a:cs typeface="Comic Sans MS"/>
              <a:sym typeface="Comic Sans MS"/>
            </a:endParaRPr>
          </a:p>
        </p:txBody>
      </p:sp>
      <p:pic>
        <p:nvPicPr>
          <p:cNvPr id="1011" name="Google Shape;1011;p19" descr="worldf"/>
          <p:cNvPicPr preferRelativeResize="0"/>
          <p:nvPr/>
        </p:nvPicPr>
        <p:blipFill rotWithShape="1">
          <a:blip r:embed="rId3">
            <a:alphaModFix/>
          </a:blip>
          <a:srcRect/>
          <a:stretch/>
        </p:blipFill>
        <p:spPr>
          <a:xfrm>
            <a:off x="3325814" y="4378325"/>
            <a:ext cx="4382925" cy="2178050"/>
          </a:xfrm>
          <a:prstGeom prst="rect">
            <a:avLst/>
          </a:prstGeom>
          <a:noFill/>
          <a:ln>
            <a:noFill/>
          </a:ln>
        </p:spPr>
      </p:pic>
      <p:sp>
        <p:nvSpPr>
          <p:cNvPr id="1012" name="Google Shape;1012;p19"/>
          <p:cNvSpPr txBox="1"/>
          <p:nvPr/>
        </p:nvSpPr>
        <p:spPr>
          <a:xfrm>
            <a:off x="1731964" y="5160964"/>
            <a:ext cx="2090737" cy="835025"/>
          </a:xfrm>
          <a:prstGeom prst="rect">
            <a:avLst/>
          </a:prstGeom>
          <a:noFill/>
          <a:ln>
            <a:noFill/>
          </a:ln>
        </p:spPr>
        <p:txBody>
          <a:bodyPr spcFirstLastPara="1" wrap="square" lIns="71300" tIns="35650" rIns="71300" bIns="35650" anchor="t" anchorCtr="0">
            <a:noAutofit/>
          </a:bodyPr>
          <a:lstStyle/>
          <a:p>
            <a:pPr marL="0" marR="0" lvl="0" indent="0" algn="l" rtl="0">
              <a:lnSpc>
                <a:spcPct val="100000"/>
              </a:lnSpc>
              <a:spcBef>
                <a:spcPts val="0"/>
              </a:spcBef>
              <a:spcAft>
                <a:spcPts val="0"/>
              </a:spcAft>
              <a:buClr>
                <a:srgbClr val="000000"/>
              </a:buClr>
              <a:buSzPts val="1000"/>
              <a:buFont typeface="Noto Sans"/>
              <a:buNone/>
            </a:pPr>
            <a:r>
              <a:rPr lang="en-US" sz="1000" b="0" i="0" u="none" strike="noStrike" cap="none">
                <a:solidFill>
                  <a:srgbClr val="000000"/>
                </a:solidFill>
                <a:latin typeface="Arial"/>
                <a:ea typeface="Arial"/>
                <a:cs typeface="Arial"/>
                <a:sym typeface="Arial"/>
              </a:rPr>
              <a:t>a. Verisign, Los Angeles CA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Noto Sans"/>
              <a:buNone/>
            </a:pPr>
            <a:r>
              <a:rPr lang="en-US" sz="1000" b="0" i="0" u="none" strike="noStrike" cap="none">
                <a:solidFill>
                  <a:srgbClr val="000000"/>
                </a:solidFill>
                <a:latin typeface="Arial"/>
                <a:ea typeface="Arial"/>
                <a:cs typeface="Arial"/>
                <a:sym typeface="Arial"/>
              </a:rPr>
              <a:t>    (5 other sites)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Noto Sans"/>
              <a:buNone/>
            </a:pPr>
            <a:r>
              <a:rPr lang="en-US" sz="1000" b="0" i="0" u="none" strike="noStrike" cap="none">
                <a:solidFill>
                  <a:srgbClr val="000000"/>
                </a:solidFill>
                <a:latin typeface="Arial"/>
                <a:ea typeface="Arial"/>
                <a:cs typeface="Arial"/>
                <a:sym typeface="Arial"/>
              </a:rPr>
              <a:t>b. USC-ISI Marina del Rey, CA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Noto Sans"/>
              <a:buNone/>
            </a:pPr>
            <a:r>
              <a:rPr lang="en-US" sz="1000" b="0" i="0" u="none" strike="noStrike" cap="none">
                <a:solidFill>
                  <a:srgbClr val="000000"/>
                </a:solidFill>
                <a:latin typeface="Arial"/>
                <a:ea typeface="Arial"/>
                <a:cs typeface="Arial"/>
                <a:sym typeface="Arial"/>
              </a:rPr>
              <a:t>l. ICANN Los Angeles, CA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Noto Sans"/>
              <a:buNone/>
            </a:pPr>
            <a:r>
              <a:rPr lang="en-US" sz="1000" b="0" i="0" u="none" strike="noStrike" cap="none">
                <a:solidFill>
                  <a:srgbClr val="000000"/>
                </a:solidFill>
                <a:latin typeface="Arial"/>
                <a:ea typeface="Arial"/>
                <a:cs typeface="Arial"/>
                <a:sym typeface="Arial"/>
              </a:rPr>
              <a:t>   (41 other sites)</a:t>
            </a:r>
            <a:endParaRPr sz="2400" b="0" i="0" u="none" strike="noStrike" cap="none">
              <a:solidFill>
                <a:schemeClr val="dk1"/>
              </a:solidFill>
              <a:latin typeface="Times New Roman"/>
              <a:ea typeface="Times New Roman"/>
              <a:cs typeface="Times New Roman"/>
              <a:sym typeface="Times New Roman"/>
            </a:endParaRPr>
          </a:p>
        </p:txBody>
      </p:sp>
      <p:sp>
        <p:nvSpPr>
          <p:cNvPr id="1013" name="Google Shape;1013;p19"/>
          <p:cNvSpPr/>
          <p:nvPr/>
        </p:nvSpPr>
        <p:spPr>
          <a:xfrm>
            <a:off x="3281363" y="5113338"/>
            <a:ext cx="531812" cy="341312"/>
          </a:xfrm>
          <a:custGeom>
            <a:avLst/>
            <a:gdLst/>
            <a:ahLst/>
            <a:cxnLst/>
            <a:rect l="l" t="t" r="r" b="b"/>
            <a:pathLst>
              <a:path w="582" h="426" extrusionOk="0">
                <a:moveTo>
                  <a:pt x="0" y="426"/>
                </a:moveTo>
                <a:lnTo>
                  <a:pt x="582" y="0"/>
                </a:lnTo>
              </a:path>
            </a:pathLst>
          </a:custGeom>
          <a:noFill/>
          <a:ln w="19050" cap="flat" cmpd="sng">
            <a:solidFill>
              <a:srgbClr val="000000"/>
            </a:solidFill>
            <a:prstDash val="solid"/>
            <a:round/>
            <a:headEnd type="none" w="sm" len="sm"/>
            <a:tailEnd type="triangl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orbel"/>
              <a:ea typeface="Corbel"/>
              <a:cs typeface="Corbel"/>
              <a:sym typeface="Corbel"/>
            </a:endParaRPr>
          </a:p>
        </p:txBody>
      </p:sp>
      <p:sp>
        <p:nvSpPr>
          <p:cNvPr id="1014" name="Google Shape;1014;p19"/>
          <p:cNvSpPr txBox="1"/>
          <p:nvPr/>
        </p:nvSpPr>
        <p:spPr>
          <a:xfrm>
            <a:off x="1728788" y="4333875"/>
            <a:ext cx="1949450" cy="368300"/>
          </a:xfrm>
          <a:prstGeom prst="rect">
            <a:avLst/>
          </a:prstGeom>
          <a:noFill/>
          <a:ln>
            <a:noFill/>
          </a:ln>
        </p:spPr>
        <p:txBody>
          <a:bodyPr spcFirstLastPara="1" wrap="square" lIns="71300" tIns="35650" rIns="71300" bIns="35650" anchor="t" anchorCtr="0">
            <a:noAutofit/>
          </a:bodyPr>
          <a:lstStyle/>
          <a:p>
            <a:pPr marL="0" marR="0" lvl="0" indent="0" algn="l" rtl="0">
              <a:lnSpc>
                <a:spcPct val="100000"/>
              </a:lnSpc>
              <a:spcBef>
                <a:spcPts val="0"/>
              </a:spcBef>
              <a:spcAft>
                <a:spcPts val="0"/>
              </a:spcAft>
              <a:buClr>
                <a:srgbClr val="000000"/>
              </a:buClr>
              <a:buSzPts val="1000"/>
              <a:buFont typeface="Noto Sans"/>
              <a:buNone/>
            </a:pPr>
            <a:r>
              <a:rPr lang="en-US" sz="1000" b="0" i="0" u="none" strike="noStrike" cap="none">
                <a:solidFill>
                  <a:srgbClr val="000000"/>
                </a:solidFill>
                <a:latin typeface="Arial"/>
                <a:ea typeface="Arial"/>
                <a:cs typeface="Arial"/>
                <a:sym typeface="Arial"/>
              </a:rPr>
              <a:t>e. NASA Mt View, CA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Noto Sans"/>
              <a:buNone/>
            </a:pPr>
            <a:r>
              <a:rPr lang="en-US" sz="1000" b="0" i="0" u="none" strike="noStrike" cap="none">
                <a:solidFill>
                  <a:srgbClr val="000000"/>
                </a:solidFill>
                <a:latin typeface="Arial"/>
                <a:ea typeface="Arial"/>
                <a:cs typeface="Arial"/>
                <a:sym typeface="Arial"/>
              </a:rPr>
              <a:t>f. Internet Software C.</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Noto Sans"/>
              <a:buNone/>
            </a:pPr>
            <a:r>
              <a:rPr lang="en-US" sz="1000" b="0" i="0" u="none" strike="noStrike" cap="none">
                <a:solidFill>
                  <a:srgbClr val="000000"/>
                </a:solidFill>
                <a:latin typeface="Arial"/>
                <a:ea typeface="Arial"/>
                <a:cs typeface="Arial"/>
                <a:sym typeface="Arial"/>
              </a:rPr>
              <a:t>Palo Alto, CA (and 48 other   sites)</a:t>
            </a:r>
            <a:endParaRPr sz="2400" b="0" i="0" u="none" strike="noStrike" cap="none">
              <a:solidFill>
                <a:schemeClr val="dk1"/>
              </a:solidFill>
              <a:latin typeface="Times New Roman"/>
              <a:ea typeface="Times New Roman"/>
              <a:cs typeface="Times New Roman"/>
              <a:sym typeface="Times New Roman"/>
            </a:endParaRPr>
          </a:p>
        </p:txBody>
      </p:sp>
      <p:sp>
        <p:nvSpPr>
          <p:cNvPr id="1015" name="Google Shape;1015;p19"/>
          <p:cNvSpPr/>
          <p:nvPr/>
        </p:nvSpPr>
        <p:spPr>
          <a:xfrm rot="10800000" flipH="1">
            <a:off x="2947988" y="4868863"/>
            <a:ext cx="817562" cy="184150"/>
          </a:xfrm>
          <a:custGeom>
            <a:avLst/>
            <a:gdLst/>
            <a:ahLst/>
            <a:cxnLst/>
            <a:rect l="l" t="t" r="r" b="b"/>
            <a:pathLst>
              <a:path w="582" h="426" extrusionOk="0">
                <a:moveTo>
                  <a:pt x="0" y="426"/>
                </a:moveTo>
                <a:lnTo>
                  <a:pt x="582" y="0"/>
                </a:lnTo>
              </a:path>
            </a:pathLst>
          </a:custGeom>
          <a:noFill/>
          <a:ln w="19050" cap="flat" cmpd="sng">
            <a:solidFill>
              <a:srgbClr val="000000"/>
            </a:solidFill>
            <a:prstDash val="solid"/>
            <a:round/>
            <a:headEnd type="none" w="sm" len="sm"/>
            <a:tailEnd type="triangl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orbel"/>
              <a:ea typeface="Corbel"/>
              <a:cs typeface="Corbel"/>
              <a:sym typeface="Corbel"/>
            </a:endParaRPr>
          </a:p>
        </p:txBody>
      </p:sp>
      <p:sp>
        <p:nvSpPr>
          <p:cNvPr id="1016" name="Google Shape;1016;p19"/>
          <p:cNvSpPr txBox="1"/>
          <p:nvPr/>
        </p:nvSpPr>
        <p:spPr>
          <a:xfrm>
            <a:off x="5821363" y="3973514"/>
            <a:ext cx="2278062" cy="223837"/>
          </a:xfrm>
          <a:prstGeom prst="rect">
            <a:avLst/>
          </a:prstGeom>
          <a:noFill/>
          <a:ln>
            <a:noFill/>
          </a:ln>
        </p:spPr>
        <p:txBody>
          <a:bodyPr spcFirstLastPara="1" wrap="square" lIns="71300" tIns="35650" rIns="71300" bIns="35650" anchor="t" anchorCtr="0">
            <a:noAutofit/>
          </a:bodyPr>
          <a:lstStyle/>
          <a:p>
            <a:pPr marL="0" marR="0" lvl="0" indent="0" algn="r" rtl="0">
              <a:lnSpc>
                <a:spcPct val="100000"/>
              </a:lnSpc>
              <a:spcBef>
                <a:spcPts val="0"/>
              </a:spcBef>
              <a:spcAft>
                <a:spcPts val="0"/>
              </a:spcAft>
              <a:buClr>
                <a:srgbClr val="000000"/>
              </a:buClr>
              <a:buSzPts val="1000"/>
              <a:buFont typeface="Noto Sans"/>
              <a:buNone/>
            </a:pPr>
            <a:r>
              <a:rPr lang="en-US" sz="1000" b="0" i="0" u="none" strike="noStrike" cap="none">
                <a:solidFill>
                  <a:srgbClr val="000000"/>
                </a:solidFill>
                <a:latin typeface="Arial"/>
                <a:ea typeface="Arial"/>
                <a:cs typeface="Arial"/>
                <a:sym typeface="Arial"/>
              </a:rPr>
              <a:t>i. Netnod, Stockholm (37 other sites)</a:t>
            </a:r>
            <a:endParaRPr sz="1400" b="0" i="0" u="none" strike="noStrike" cap="none">
              <a:solidFill>
                <a:srgbClr val="000000"/>
              </a:solidFill>
              <a:latin typeface="Arial"/>
              <a:ea typeface="Arial"/>
              <a:cs typeface="Arial"/>
              <a:sym typeface="Arial"/>
            </a:endParaRPr>
          </a:p>
        </p:txBody>
      </p:sp>
      <p:sp>
        <p:nvSpPr>
          <p:cNvPr id="1017" name="Google Shape;1017;p19"/>
          <p:cNvSpPr/>
          <p:nvPr/>
        </p:nvSpPr>
        <p:spPr>
          <a:xfrm>
            <a:off x="5456239" y="4068763"/>
            <a:ext cx="446087" cy="654050"/>
          </a:xfrm>
          <a:custGeom>
            <a:avLst/>
            <a:gdLst/>
            <a:ahLst/>
            <a:cxnLst/>
            <a:rect l="l" t="t" r="r" b="b"/>
            <a:pathLst>
              <a:path w="666" h="1005" extrusionOk="0">
                <a:moveTo>
                  <a:pt x="666" y="0"/>
                </a:moveTo>
                <a:lnTo>
                  <a:pt x="0" y="1005"/>
                </a:lnTo>
              </a:path>
            </a:pathLst>
          </a:custGeom>
          <a:noFill/>
          <a:ln w="19050" cap="flat" cmpd="sng">
            <a:solidFill>
              <a:srgbClr val="000000"/>
            </a:solidFill>
            <a:prstDash val="solid"/>
            <a:round/>
            <a:headEnd type="none" w="sm" len="sm"/>
            <a:tailEnd type="triangl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orbel"/>
              <a:ea typeface="Corbel"/>
              <a:cs typeface="Corbel"/>
              <a:sym typeface="Corbel"/>
            </a:endParaRPr>
          </a:p>
        </p:txBody>
      </p:sp>
      <p:sp>
        <p:nvSpPr>
          <p:cNvPr id="1018" name="Google Shape;1018;p19"/>
          <p:cNvSpPr txBox="1"/>
          <p:nvPr/>
        </p:nvSpPr>
        <p:spPr>
          <a:xfrm>
            <a:off x="5857876" y="3684588"/>
            <a:ext cx="2519363" cy="214312"/>
          </a:xfrm>
          <a:prstGeom prst="rect">
            <a:avLst/>
          </a:prstGeom>
          <a:noFill/>
          <a:ln>
            <a:noFill/>
          </a:ln>
        </p:spPr>
        <p:txBody>
          <a:bodyPr spcFirstLastPara="1" wrap="square" lIns="71300" tIns="35650" rIns="71300" bIns="35650" anchor="t" anchorCtr="0">
            <a:noAutofit/>
          </a:bodyPr>
          <a:lstStyle/>
          <a:p>
            <a:pPr marL="0" marR="0" lvl="0" indent="0" algn="l" rtl="0">
              <a:lnSpc>
                <a:spcPct val="100000"/>
              </a:lnSpc>
              <a:spcBef>
                <a:spcPts val="0"/>
              </a:spcBef>
              <a:spcAft>
                <a:spcPts val="0"/>
              </a:spcAft>
              <a:buClr>
                <a:srgbClr val="000000"/>
              </a:buClr>
              <a:buSzPts val="1000"/>
              <a:buFont typeface="Noto Sans"/>
              <a:buNone/>
            </a:pPr>
            <a:r>
              <a:rPr lang="en-US" sz="1000" b="0" i="0" u="none" strike="noStrike" cap="none">
                <a:solidFill>
                  <a:srgbClr val="000000"/>
                </a:solidFill>
                <a:latin typeface="Arial"/>
                <a:ea typeface="Arial"/>
                <a:cs typeface="Arial"/>
                <a:sym typeface="Arial"/>
              </a:rPr>
              <a:t>k. RIPE London (17 other sites)</a:t>
            </a:r>
            <a:endParaRPr sz="2400" b="0" i="0" u="none" strike="noStrike" cap="none">
              <a:solidFill>
                <a:schemeClr val="dk1"/>
              </a:solidFill>
              <a:latin typeface="Times New Roman"/>
              <a:ea typeface="Times New Roman"/>
              <a:cs typeface="Times New Roman"/>
              <a:sym typeface="Times New Roman"/>
            </a:endParaRPr>
          </a:p>
        </p:txBody>
      </p:sp>
      <p:sp>
        <p:nvSpPr>
          <p:cNvPr id="1019" name="Google Shape;1019;p19"/>
          <p:cNvSpPr/>
          <p:nvPr/>
        </p:nvSpPr>
        <p:spPr>
          <a:xfrm>
            <a:off x="5275263" y="3862388"/>
            <a:ext cx="615950" cy="946150"/>
          </a:xfrm>
          <a:custGeom>
            <a:avLst/>
            <a:gdLst/>
            <a:ahLst/>
            <a:cxnLst/>
            <a:rect l="l" t="t" r="r" b="b"/>
            <a:pathLst>
              <a:path w="922" h="1448" extrusionOk="0">
                <a:moveTo>
                  <a:pt x="922" y="0"/>
                </a:moveTo>
                <a:lnTo>
                  <a:pt x="0" y="1448"/>
                </a:lnTo>
              </a:path>
            </a:pathLst>
          </a:custGeom>
          <a:noFill/>
          <a:ln w="19050" cap="flat" cmpd="sng">
            <a:solidFill>
              <a:srgbClr val="000000"/>
            </a:solidFill>
            <a:prstDash val="solid"/>
            <a:round/>
            <a:headEnd type="none" w="sm" len="sm"/>
            <a:tailEnd type="triangl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orbel"/>
              <a:ea typeface="Corbel"/>
              <a:cs typeface="Corbel"/>
              <a:sym typeface="Corbel"/>
            </a:endParaRPr>
          </a:p>
        </p:txBody>
      </p:sp>
      <p:sp>
        <p:nvSpPr>
          <p:cNvPr id="1020" name="Google Shape;1020;p19"/>
          <p:cNvSpPr txBox="1"/>
          <p:nvPr/>
        </p:nvSpPr>
        <p:spPr>
          <a:xfrm>
            <a:off x="7435850" y="4303713"/>
            <a:ext cx="1766888" cy="233362"/>
          </a:xfrm>
          <a:prstGeom prst="rect">
            <a:avLst/>
          </a:prstGeom>
          <a:noFill/>
          <a:ln>
            <a:noFill/>
          </a:ln>
        </p:spPr>
        <p:txBody>
          <a:bodyPr spcFirstLastPara="1" wrap="square" lIns="71300" tIns="35650" rIns="71300" bIns="35650" anchor="t" anchorCtr="0">
            <a:noAutofit/>
          </a:bodyPr>
          <a:lstStyle/>
          <a:p>
            <a:pPr marL="0" marR="0" lvl="0" indent="0" algn="l" rtl="0">
              <a:lnSpc>
                <a:spcPct val="100000"/>
              </a:lnSpc>
              <a:spcBef>
                <a:spcPts val="0"/>
              </a:spcBef>
              <a:spcAft>
                <a:spcPts val="0"/>
              </a:spcAft>
              <a:buClr>
                <a:srgbClr val="000000"/>
              </a:buClr>
              <a:buSzPts val="1000"/>
              <a:buFont typeface="Noto Sans"/>
              <a:buNone/>
            </a:pPr>
            <a:r>
              <a:rPr lang="en-US" sz="1000" b="0" i="0" u="none" strike="noStrike" cap="none">
                <a:solidFill>
                  <a:srgbClr val="000000"/>
                </a:solidFill>
                <a:latin typeface="Arial"/>
                <a:ea typeface="Arial"/>
                <a:cs typeface="Arial"/>
                <a:sym typeface="Arial"/>
              </a:rPr>
              <a:t>m. WIDE Tokyo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Noto Sans"/>
              <a:buNone/>
            </a:pPr>
            <a:r>
              <a:rPr lang="en-US" sz="1000" b="0" i="0" u="none" strike="noStrike" cap="none">
                <a:solidFill>
                  <a:srgbClr val="000000"/>
                </a:solidFill>
                <a:latin typeface="Arial"/>
                <a:ea typeface="Arial"/>
                <a:cs typeface="Arial"/>
                <a:sym typeface="Arial"/>
              </a:rPr>
              <a:t>(5 other sites)</a:t>
            </a:r>
            <a:endParaRPr sz="2400" b="0" i="0" u="none" strike="noStrike" cap="none">
              <a:solidFill>
                <a:schemeClr val="dk1"/>
              </a:solidFill>
              <a:latin typeface="Times New Roman"/>
              <a:ea typeface="Times New Roman"/>
              <a:cs typeface="Times New Roman"/>
              <a:sym typeface="Times New Roman"/>
            </a:endParaRPr>
          </a:p>
        </p:txBody>
      </p:sp>
      <p:sp>
        <p:nvSpPr>
          <p:cNvPr id="1021" name="Google Shape;1021;p19"/>
          <p:cNvSpPr/>
          <p:nvPr/>
        </p:nvSpPr>
        <p:spPr>
          <a:xfrm>
            <a:off x="7099300" y="4598988"/>
            <a:ext cx="400050" cy="431800"/>
          </a:xfrm>
          <a:custGeom>
            <a:avLst/>
            <a:gdLst/>
            <a:ahLst/>
            <a:cxnLst/>
            <a:rect l="l" t="t" r="r" b="b"/>
            <a:pathLst>
              <a:path w="252" h="462" extrusionOk="0">
                <a:moveTo>
                  <a:pt x="252" y="0"/>
                </a:moveTo>
                <a:lnTo>
                  <a:pt x="0" y="462"/>
                </a:lnTo>
              </a:path>
            </a:pathLst>
          </a:custGeom>
          <a:noFill/>
          <a:ln w="19050" cap="flat" cmpd="sng">
            <a:solidFill>
              <a:srgbClr val="000000"/>
            </a:solidFill>
            <a:prstDash val="solid"/>
            <a:round/>
            <a:headEnd type="none" w="sm" len="sm"/>
            <a:tailEnd type="triangl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orbel"/>
              <a:ea typeface="Corbel"/>
              <a:cs typeface="Corbel"/>
              <a:sym typeface="Corbel"/>
            </a:endParaRPr>
          </a:p>
        </p:txBody>
      </p:sp>
      <p:sp>
        <p:nvSpPr>
          <p:cNvPr id="1022" name="Google Shape;1022;p19"/>
          <p:cNvSpPr txBox="1"/>
          <p:nvPr/>
        </p:nvSpPr>
        <p:spPr>
          <a:xfrm>
            <a:off x="3121025" y="3541714"/>
            <a:ext cx="2598738" cy="752475"/>
          </a:xfrm>
          <a:prstGeom prst="rect">
            <a:avLst/>
          </a:prstGeom>
          <a:noFill/>
          <a:ln>
            <a:noFill/>
          </a:ln>
        </p:spPr>
        <p:txBody>
          <a:bodyPr spcFirstLastPara="1" wrap="square" lIns="71300" tIns="35650" rIns="71300" bIns="35650" anchor="t" anchorCtr="0">
            <a:noAutofit/>
          </a:bodyPr>
          <a:lstStyle/>
          <a:p>
            <a:pPr marL="0" marR="0" lvl="0" indent="0" algn="l" rtl="0">
              <a:lnSpc>
                <a:spcPct val="100000"/>
              </a:lnSpc>
              <a:spcBef>
                <a:spcPts val="0"/>
              </a:spcBef>
              <a:spcAft>
                <a:spcPts val="0"/>
              </a:spcAft>
              <a:buClr>
                <a:srgbClr val="000000"/>
              </a:buClr>
              <a:buSzPts val="1000"/>
              <a:buFont typeface="Noto Sans"/>
              <a:buNone/>
            </a:pPr>
            <a:r>
              <a:rPr lang="en-US" sz="1000" b="0" i="0" u="none" strike="noStrike" cap="none">
                <a:solidFill>
                  <a:srgbClr val="000000"/>
                </a:solidFill>
                <a:latin typeface="Arial"/>
                <a:ea typeface="Arial"/>
                <a:cs typeface="Arial"/>
                <a:sym typeface="Arial"/>
              </a:rPr>
              <a:t>c. Cogent, Herndon, VA (5 other sites)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Noto Sans"/>
              <a:buNone/>
            </a:pPr>
            <a:r>
              <a:rPr lang="en-US" sz="1000" b="0" i="0" u="none" strike="noStrike" cap="none">
                <a:solidFill>
                  <a:srgbClr val="000000"/>
                </a:solidFill>
                <a:latin typeface="Arial"/>
                <a:ea typeface="Arial"/>
                <a:cs typeface="Arial"/>
                <a:sym typeface="Arial"/>
              </a:rPr>
              <a:t>d. U Maryland College Park, MD</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Noto Sans"/>
              <a:buNone/>
            </a:pPr>
            <a:r>
              <a:rPr lang="en-US" sz="1000" b="0" i="0" u="none" strike="noStrike" cap="none">
                <a:solidFill>
                  <a:srgbClr val="000000"/>
                </a:solidFill>
                <a:latin typeface="Arial"/>
                <a:ea typeface="Arial"/>
                <a:cs typeface="Arial"/>
                <a:sym typeface="Arial"/>
              </a:rPr>
              <a:t>h. ARL Aberdeen, MD</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Noto Sans"/>
              <a:buNone/>
            </a:pPr>
            <a:r>
              <a:rPr lang="en-US" sz="1000" b="0" i="0" u="none" strike="noStrike" cap="none">
                <a:solidFill>
                  <a:srgbClr val="000000"/>
                </a:solidFill>
                <a:latin typeface="Arial"/>
                <a:ea typeface="Arial"/>
                <a:cs typeface="Arial"/>
                <a:sym typeface="Arial"/>
              </a:rPr>
              <a:t>j. Verisign, Dulles VA (69 other sites )</a:t>
            </a:r>
            <a:endParaRPr sz="2400" b="0" i="0" u="none" strike="noStrike" cap="none">
              <a:solidFill>
                <a:schemeClr val="dk1"/>
              </a:solidFill>
              <a:latin typeface="Times New Roman"/>
              <a:ea typeface="Times New Roman"/>
              <a:cs typeface="Times New Roman"/>
              <a:sym typeface="Times New Roman"/>
            </a:endParaRPr>
          </a:p>
        </p:txBody>
      </p:sp>
      <p:cxnSp>
        <p:nvCxnSpPr>
          <p:cNvPr id="1023" name="Google Shape;1023;p19"/>
          <p:cNvCxnSpPr/>
          <p:nvPr/>
        </p:nvCxnSpPr>
        <p:spPr>
          <a:xfrm flipH="1">
            <a:off x="4402139" y="4278313"/>
            <a:ext cx="7937" cy="690562"/>
          </a:xfrm>
          <a:prstGeom prst="straightConnector1">
            <a:avLst/>
          </a:prstGeom>
          <a:noFill/>
          <a:ln w="12700" cap="flat" cmpd="sng">
            <a:solidFill>
              <a:schemeClr val="dk1"/>
            </a:solidFill>
            <a:prstDash val="solid"/>
            <a:round/>
            <a:headEnd type="none" w="sm" len="sm"/>
            <a:tailEnd type="triangle" w="med" len="med"/>
          </a:ln>
        </p:spPr>
      </p:cxnSp>
      <p:sp>
        <p:nvSpPr>
          <p:cNvPr id="1024" name="Google Shape;1024;p19"/>
          <p:cNvSpPr txBox="1"/>
          <p:nvPr/>
        </p:nvSpPr>
        <p:spPr>
          <a:xfrm>
            <a:off x="3074989" y="5889626"/>
            <a:ext cx="1470025" cy="519113"/>
          </a:xfrm>
          <a:prstGeom prst="rect">
            <a:avLst/>
          </a:prstGeom>
          <a:noFill/>
          <a:ln>
            <a:noFill/>
          </a:ln>
        </p:spPr>
        <p:txBody>
          <a:bodyPr spcFirstLastPara="1" wrap="square" lIns="71300" tIns="35650" rIns="71300" bIns="35650" anchor="t" anchorCtr="0">
            <a:noAutofit/>
          </a:bodyPr>
          <a:lstStyle/>
          <a:p>
            <a:pPr marL="0" marR="0" lvl="0" indent="0" algn="l" rtl="0">
              <a:lnSpc>
                <a:spcPct val="100000"/>
              </a:lnSpc>
              <a:spcBef>
                <a:spcPts val="0"/>
              </a:spcBef>
              <a:spcAft>
                <a:spcPts val="0"/>
              </a:spcAft>
              <a:buClr>
                <a:srgbClr val="000000"/>
              </a:buClr>
              <a:buSzPts val="1000"/>
              <a:buFont typeface="Noto Sans"/>
              <a:buNone/>
            </a:pPr>
            <a:r>
              <a:rPr lang="en-US" sz="1000" b="0" i="0" u="none" strike="noStrike" cap="none">
                <a:solidFill>
                  <a:srgbClr val="000000"/>
                </a:solidFill>
                <a:latin typeface="Arial"/>
                <a:ea typeface="Arial"/>
                <a:cs typeface="Arial"/>
                <a:sym typeface="Arial"/>
              </a:rPr>
              <a:t>g. US DoD Columbus, OH (5 other sites)</a:t>
            </a:r>
            <a:endParaRPr sz="2400" b="0" i="0" u="none" strike="noStrike" cap="none">
              <a:solidFill>
                <a:schemeClr val="dk1"/>
              </a:solidFill>
              <a:latin typeface="Times New Roman"/>
              <a:ea typeface="Times New Roman"/>
              <a:cs typeface="Times New Roman"/>
              <a:sym typeface="Times New Roman"/>
            </a:endParaRPr>
          </a:p>
        </p:txBody>
      </p:sp>
      <p:cxnSp>
        <p:nvCxnSpPr>
          <p:cNvPr id="1025" name="Google Shape;1025;p19"/>
          <p:cNvCxnSpPr>
            <a:stCxn id="1024" idx="0"/>
          </p:cNvCxnSpPr>
          <p:nvPr/>
        </p:nvCxnSpPr>
        <p:spPr>
          <a:xfrm rot="10800000" flipH="1">
            <a:off x="3810002" y="4944926"/>
            <a:ext cx="480900" cy="944700"/>
          </a:xfrm>
          <a:prstGeom prst="straightConnector1">
            <a:avLst/>
          </a:prstGeom>
          <a:noFill/>
          <a:ln w="12700" cap="flat" cmpd="sng">
            <a:solidFill>
              <a:schemeClr val="dk1"/>
            </a:solidFill>
            <a:prstDash val="solid"/>
            <a:round/>
            <a:headEnd type="none" w="sm" len="sm"/>
            <a:tailEnd type="triangle" w="med" len="med"/>
          </a:ln>
        </p:spPr>
      </p:cxnSp>
      <p:sp>
        <p:nvSpPr>
          <p:cNvPr id="1026" name="Google Shape;1026;p19"/>
          <p:cNvSpPr txBox="1">
            <a:spLocks noGrp="1"/>
          </p:cNvSpPr>
          <p:nvPr>
            <p:ph type="body" idx="1"/>
          </p:nvPr>
        </p:nvSpPr>
        <p:spPr>
          <a:xfrm>
            <a:off x="1439863" y="1144586"/>
            <a:ext cx="9790112" cy="2144711"/>
          </a:xfrm>
          <a:prstGeom prst="rect">
            <a:avLst/>
          </a:prstGeom>
          <a:noFill/>
          <a:ln>
            <a:noFill/>
          </a:ln>
        </p:spPr>
        <p:txBody>
          <a:bodyPr spcFirstLastPara="1" wrap="square" lIns="91425" tIns="45700" rIns="91425" bIns="45700" anchor="ctr" anchorCtr="0">
            <a:normAutofit fontScale="92500" lnSpcReduction="20000"/>
          </a:bodyPr>
          <a:lstStyle/>
          <a:p>
            <a:pPr marL="403225" marR="0" lvl="0" indent="-288925" algn="l" rtl="0">
              <a:lnSpc>
                <a:spcPct val="90000"/>
              </a:lnSpc>
              <a:spcBef>
                <a:spcPts val="0"/>
              </a:spcBef>
              <a:spcAft>
                <a:spcPts val="0"/>
              </a:spcAft>
              <a:buClr>
                <a:srgbClr val="0000A3"/>
              </a:buClr>
              <a:buSzPct val="100000"/>
              <a:buFont typeface="Noto Sans"/>
              <a:buChar char="▪"/>
            </a:pPr>
            <a:r>
              <a:rPr lang="en-US" sz="2800">
                <a:solidFill>
                  <a:srgbClr val="000000"/>
                </a:solidFill>
                <a:latin typeface="Calibri"/>
                <a:ea typeface="Calibri"/>
                <a:cs typeface="Calibri"/>
                <a:sym typeface="Calibri"/>
              </a:rPr>
              <a:t>O</a:t>
            </a:r>
            <a:r>
              <a:rPr lang="en-US" sz="2800" b="0" i="0" u="none" strike="noStrike" cap="none">
                <a:solidFill>
                  <a:srgbClr val="000000"/>
                </a:solidFill>
                <a:latin typeface="Calibri"/>
                <a:ea typeface="Calibri"/>
                <a:cs typeface="Calibri"/>
                <a:sym typeface="Calibri"/>
              </a:rPr>
              <a:t>fficial, contact-of-last-resort by name servers that can not resolve name</a:t>
            </a:r>
            <a:endParaRPr/>
          </a:p>
          <a:p>
            <a:pPr marL="403225" marR="0" lvl="0" indent="-288925" algn="l" rtl="0">
              <a:lnSpc>
                <a:spcPct val="90000"/>
              </a:lnSpc>
              <a:spcBef>
                <a:spcPts val="1000"/>
              </a:spcBef>
              <a:spcAft>
                <a:spcPts val="0"/>
              </a:spcAft>
              <a:buClr>
                <a:srgbClr val="0000A3"/>
              </a:buClr>
              <a:buSzPct val="100000"/>
              <a:buFont typeface="Noto Sans"/>
              <a:buChar char="▪"/>
            </a:pPr>
            <a:r>
              <a:rPr lang="en-US" sz="2800" i="1">
                <a:solidFill>
                  <a:srgbClr val="C00000"/>
                </a:solidFill>
                <a:latin typeface="Calibri"/>
                <a:ea typeface="Calibri"/>
                <a:cs typeface="Calibri"/>
                <a:sym typeface="Calibri"/>
              </a:rPr>
              <a:t>I</a:t>
            </a:r>
            <a:r>
              <a:rPr lang="en-US" sz="2800" b="0" i="1" u="none" strike="noStrike" cap="none">
                <a:solidFill>
                  <a:srgbClr val="C00000"/>
                </a:solidFill>
                <a:latin typeface="Calibri"/>
                <a:ea typeface="Calibri"/>
                <a:cs typeface="Calibri"/>
                <a:sym typeface="Calibri"/>
              </a:rPr>
              <a:t>ncredibly important </a:t>
            </a:r>
            <a:r>
              <a:rPr lang="en-US" sz="2800" b="0" i="0" u="none" strike="noStrike" cap="none">
                <a:solidFill>
                  <a:srgbClr val="000000"/>
                </a:solidFill>
                <a:latin typeface="Calibri"/>
                <a:ea typeface="Calibri"/>
                <a:cs typeface="Calibri"/>
                <a:sym typeface="Calibri"/>
              </a:rPr>
              <a:t>Internet function</a:t>
            </a:r>
            <a:endParaRPr/>
          </a:p>
          <a:p>
            <a:pPr marL="635000" marR="0" lvl="1" indent="-317500" algn="l" rtl="0">
              <a:lnSpc>
                <a:spcPct val="90000"/>
              </a:lnSpc>
              <a:spcBef>
                <a:spcPts val="500"/>
              </a:spcBef>
              <a:spcAft>
                <a:spcPts val="0"/>
              </a:spcAft>
              <a:buClr>
                <a:srgbClr val="0000A8"/>
              </a:buClr>
              <a:buSzPct val="100000"/>
              <a:buFont typeface="Arial"/>
              <a:buChar char="•"/>
            </a:pPr>
            <a:r>
              <a:rPr lang="en-US" sz="2400" b="0" i="0" u="none" strike="noStrike" cap="none">
                <a:solidFill>
                  <a:srgbClr val="000000"/>
                </a:solidFill>
                <a:latin typeface="Calibri"/>
                <a:ea typeface="Calibri"/>
                <a:cs typeface="Calibri"/>
                <a:sym typeface="Calibri"/>
              </a:rPr>
              <a:t>Internet couldn’t function without it!</a:t>
            </a:r>
            <a:endParaRPr/>
          </a:p>
          <a:p>
            <a:pPr marL="403225" marR="0" lvl="0" indent="-288925" algn="l" rtl="0">
              <a:lnSpc>
                <a:spcPct val="90000"/>
              </a:lnSpc>
              <a:spcBef>
                <a:spcPts val="1000"/>
              </a:spcBef>
              <a:spcAft>
                <a:spcPts val="0"/>
              </a:spcAft>
              <a:buClr>
                <a:srgbClr val="0000A3"/>
              </a:buClr>
              <a:buSzPct val="100000"/>
              <a:buFont typeface="Noto Sans"/>
              <a:buChar char="▪"/>
            </a:pPr>
            <a:r>
              <a:rPr lang="en-US" sz="2800" b="0" i="0" u="none" strike="noStrike" cap="none">
                <a:solidFill>
                  <a:srgbClr val="000000"/>
                </a:solidFill>
                <a:latin typeface="Calibri"/>
                <a:ea typeface="Calibri"/>
                <a:cs typeface="Calibri"/>
                <a:sym typeface="Calibri"/>
              </a:rPr>
              <a:t>ICANN </a:t>
            </a:r>
            <a:r>
              <a:rPr lang="en-US" sz="2400" b="0" i="0" u="none" strike="noStrike" cap="none">
                <a:solidFill>
                  <a:srgbClr val="000000"/>
                </a:solidFill>
                <a:latin typeface="Calibri"/>
                <a:ea typeface="Calibri"/>
                <a:cs typeface="Calibri"/>
                <a:sym typeface="Calibri"/>
              </a:rPr>
              <a:t>(Internet Corporation for Assigned Names and Numbers) </a:t>
            </a:r>
            <a:r>
              <a:rPr lang="en-US" sz="2800" b="0" i="0" u="none" strike="noStrike" cap="none">
                <a:solidFill>
                  <a:srgbClr val="000000"/>
                </a:solidFill>
                <a:latin typeface="Calibri"/>
                <a:ea typeface="Calibri"/>
                <a:cs typeface="Calibri"/>
                <a:sym typeface="Calibri"/>
              </a:rPr>
              <a:t>manages root DNS domain</a:t>
            </a:r>
            <a:endParaRPr sz="2800" b="0" i="0" u="none" strike="noStrike" cap="none">
              <a:solidFill>
                <a:srgbClr val="000000"/>
              </a:solidFill>
              <a:latin typeface="Calibri"/>
              <a:ea typeface="Calibri"/>
              <a:cs typeface="Calibri"/>
              <a:sym typeface="Calibri"/>
            </a:endParaRPr>
          </a:p>
        </p:txBody>
      </p:sp>
      <p:sp>
        <p:nvSpPr>
          <p:cNvPr id="1027" name="Google Shape;1027;p19"/>
          <p:cNvSpPr/>
          <p:nvPr/>
        </p:nvSpPr>
        <p:spPr>
          <a:xfrm>
            <a:off x="8167689" y="5014913"/>
            <a:ext cx="3630613" cy="1198735"/>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0000A3"/>
              </a:buClr>
              <a:buSzPts val="2000"/>
              <a:buFont typeface="Calibri"/>
              <a:buNone/>
            </a:pPr>
            <a:r>
              <a:rPr lang="en-US" sz="2000" b="0" i="0" u="none" strike="noStrike" cap="none">
                <a:solidFill>
                  <a:srgbClr val="0000A3"/>
                </a:solidFill>
                <a:latin typeface="Calibri"/>
                <a:ea typeface="Calibri"/>
                <a:cs typeface="Calibri"/>
                <a:sym typeface="Calibri"/>
              </a:rPr>
              <a:t>13 logical root name “servers” worldwide each “server” replicated many times (~200 servers in US)</a:t>
            </a:r>
            <a:endParaRPr sz="1800" b="0" i="0" u="none" strike="noStrike" cap="none">
              <a:solidFill>
                <a:srgbClr val="0000A3"/>
              </a:solidFill>
              <a:latin typeface="Calibri"/>
              <a:ea typeface="Calibri"/>
              <a:cs typeface="Calibri"/>
              <a:sym typeface="Calibri"/>
            </a:endParaRPr>
          </a:p>
        </p:txBody>
      </p:sp>
      <p:sp>
        <p:nvSpPr>
          <p:cNvPr id="1028" name="Google Shape;1028;p19"/>
          <p:cNvSpPr txBox="1">
            <a:spLocks noGrp="1"/>
          </p:cNvSpPr>
          <p:nvPr>
            <p:ph type="sldNum" idx="12"/>
          </p:nvPr>
        </p:nvSpPr>
        <p:spPr>
          <a:xfrm>
            <a:off x="10951856" y="5883275"/>
            <a:ext cx="551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US"/>
              <a:t>22</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animEffect transition="in" filter="fade">
                                      <p:cBhvr>
                                        <p:cTn id="7" dur="500"/>
                                        <p:tgtEl>
                                          <p:spTgt spid="10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33"/>
        <p:cNvGrpSpPr/>
        <p:nvPr/>
      </p:nvGrpSpPr>
      <p:grpSpPr>
        <a:xfrm>
          <a:off x="0" y="0"/>
          <a:ext cx="0" cy="0"/>
          <a:chOff x="0" y="0"/>
          <a:chExt cx="0" cy="0"/>
        </a:xfrm>
      </p:grpSpPr>
      <p:sp>
        <p:nvSpPr>
          <p:cNvPr id="1034" name="Google Shape;1034;p20"/>
          <p:cNvSpPr txBox="1">
            <a:spLocks noGrp="1"/>
          </p:cNvSpPr>
          <p:nvPr>
            <p:ph type="title"/>
          </p:nvPr>
        </p:nvSpPr>
        <p:spPr>
          <a:xfrm>
            <a:off x="798691" y="289325"/>
            <a:ext cx="10515600" cy="894622"/>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orbel"/>
              <a:buNone/>
            </a:pPr>
            <a:r>
              <a:rPr lang="en-US" sz="4400"/>
              <a:t>Top-Level Domain, and </a:t>
            </a:r>
            <a:r>
              <a:rPr lang="en-US"/>
              <a:t>a</a:t>
            </a:r>
            <a:r>
              <a:rPr lang="en-US" sz="4400"/>
              <a:t>uthoritative </a:t>
            </a:r>
            <a:r>
              <a:rPr lang="en-US"/>
              <a:t>s</a:t>
            </a:r>
            <a:r>
              <a:rPr lang="en-US" sz="4400"/>
              <a:t>ervers</a:t>
            </a:r>
            <a:endParaRPr sz="4400"/>
          </a:p>
        </p:txBody>
      </p:sp>
      <p:sp>
        <p:nvSpPr>
          <p:cNvPr id="1035" name="Google Shape;1035;p20"/>
          <p:cNvSpPr txBox="1"/>
          <p:nvPr/>
        </p:nvSpPr>
        <p:spPr>
          <a:xfrm>
            <a:off x="832558" y="1286218"/>
            <a:ext cx="10868375" cy="2032715"/>
          </a:xfrm>
          <a:prstGeom prst="rect">
            <a:avLst/>
          </a:prstGeom>
          <a:noFill/>
          <a:ln>
            <a:noFill/>
          </a:ln>
        </p:spPr>
        <p:txBody>
          <a:bodyPr spcFirstLastPara="1" wrap="square" lIns="91425" tIns="45700" rIns="91425" bIns="45700" anchor="t" anchorCtr="0">
            <a:noAutofit/>
          </a:bodyPr>
          <a:lstStyle/>
          <a:p>
            <a:pPr marL="14288" marR="0" lvl="0" indent="0" algn="l" rtl="0">
              <a:lnSpc>
                <a:spcPct val="90000"/>
              </a:lnSpc>
              <a:spcBef>
                <a:spcPts val="0"/>
              </a:spcBef>
              <a:spcAft>
                <a:spcPts val="0"/>
              </a:spcAft>
              <a:buClr>
                <a:srgbClr val="0000A3"/>
              </a:buClr>
              <a:buSzPts val="3200"/>
              <a:buFont typeface="Noto Sans"/>
              <a:buNone/>
            </a:pPr>
            <a:r>
              <a:rPr lang="en-US" sz="3200" b="1" i="0" u="none" strike="noStrike" cap="none" dirty="0">
                <a:solidFill>
                  <a:srgbClr val="7D28CD"/>
                </a:solidFill>
                <a:latin typeface="Calibri"/>
                <a:ea typeface="Calibri"/>
                <a:cs typeface="Calibri"/>
                <a:sym typeface="Calibri"/>
              </a:rPr>
              <a:t>Top-Level Domain (TLD) servers:</a:t>
            </a:r>
            <a:endParaRPr sz="1400" b="1" i="0" u="none" strike="noStrike" cap="none" dirty="0">
              <a:solidFill>
                <a:srgbClr val="7D28CD"/>
              </a:solidFill>
              <a:latin typeface="Arial"/>
              <a:ea typeface="Arial"/>
              <a:cs typeface="Arial"/>
              <a:sym typeface="Arial"/>
            </a:endParaRPr>
          </a:p>
          <a:p>
            <a:pPr marL="460375" marR="0" lvl="1" indent="-287338" algn="l" rtl="0">
              <a:lnSpc>
                <a:spcPct val="90000"/>
              </a:lnSpc>
              <a:spcBef>
                <a:spcPts val="400"/>
              </a:spcBef>
              <a:spcAft>
                <a:spcPts val="0"/>
              </a:spcAft>
              <a:buClr>
                <a:srgbClr val="0000A8"/>
              </a:buClr>
              <a:buSzPts val="2400"/>
              <a:buFont typeface="Noto Sans"/>
              <a:buChar char="▪"/>
            </a:pPr>
            <a:r>
              <a:rPr lang="en-US" sz="2400" b="0" i="0" u="none" strike="noStrike" cap="none" dirty="0">
                <a:solidFill>
                  <a:srgbClr val="000000"/>
                </a:solidFill>
                <a:latin typeface="Calibri"/>
                <a:ea typeface="Calibri"/>
                <a:cs typeface="Calibri"/>
                <a:sym typeface="Calibri"/>
              </a:rPr>
              <a:t>responsible for .com, .org, </a:t>
            </a:r>
            <a:r>
              <a:rPr lang="en-US" sz="2400" b="0" i="0" u="none" strike="noStrike" cap="none" dirty="0" err="1">
                <a:solidFill>
                  <a:srgbClr val="000000"/>
                </a:solidFill>
                <a:latin typeface="Calibri"/>
                <a:ea typeface="Calibri"/>
                <a:cs typeface="Calibri"/>
                <a:sym typeface="Calibri"/>
              </a:rPr>
              <a:t>.net</a:t>
            </a:r>
            <a:r>
              <a:rPr lang="en-US" sz="2400" b="0" i="0" u="none" strike="noStrike" cap="none" dirty="0">
                <a:solidFill>
                  <a:srgbClr val="000000"/>
                </a:solidFill>
                <a:latin typeface="Calibri"/>
                <a:ea typeface="Calibri"/>
                <a:cs typeface="Calibri"/>
                <a:sym typeface="Calibri"/>
              </a:rPr>
              <a:t>, .</a:t>
            </a:r>
            <a:r>
              <a:rPr lang="en-US" sz="2400" b="0" i="0" u="none" strike="noStrike" cap="none" dirty="0" err="1">
                <a:solidFill>
                  <a:srgbClr val="000000"/>
                </a:solidFill>
                <a:latin typeface="Calibri"/>
                <a:ea typeface="Calibri"/>
                <a:cs typeface="Calibri"/>
                <a:sym typeface="Calibri"/>
              </a:rPr>
              <a:t>edu</a:t>
            </a:r>
            <a:r>
              <a:rPr lang="en-US" sz="2400" b="0" i="0" u="none" strike="noStrike" cap="none" dirty="0">
                <a:solidFill>
                  <a:srgbClr val="000000"/>
                </a:solidFill>
                <a:latin typeface="Calibri"/>
                <a:ea typeface="Calibri"/>
                <a:cs typeface="Calibri"/>
                <a:sym typeface="Calibri"/>
              </a:rPr>
              <a:t>, .aero, .jobs, .museums, and all top-level country domains, e.g.: .</a:t>
            </a:r>
            <a:r>
              <a:rPr lang="en-US" sz="2400" b="0" i="0" u="none" strike="noStrike" cap="none" dirty="0" err="1">
                <a:solidFill>
                  <a:srgbClr val="000000"/>
                </a:solidFill>
                <a:latin typeface="Calibri"/>
                <a:ea typeface="Calibri"/>
                <a:cs typeface="Calibri"/>
                <a:sym typeface="Calibri"/>
              </a:rPr>
              <a:t>cn</a:t>
            </a:r>
            <a:r>
              <a:rPr lang="en-US" sz="2400" b="0" i="0" u="none" strike="noStrike" cap="none" dirty="0">
                <a:solidFill>
                  <a:srgbClr val="000000"/>
                </a:solidFill>
                <a:latin typeface="Calibri"/>
                <a:ea typeface="Calibri"/>
                <a:cs typeface="Calibri"/>
                <a:sym typeface="Calibri"/>
              </a:rPr>
              <a:t>, .</a:t>
            </a:r>
            <a:r>
              <a:rPr lang="en-US" sz="2400" b="0" i="0" u="none" strike="noStrike" cap="none" dirty="0" err="1">
                <a:solidFill>
                  <a:srgbClr val="000000"/>
                </a:solidFill>
                <a:latin typeface="Calibri"/>
                <a:ea typeface="Calibri"/>
                <a:cs typeface="Calibri"/>
                <a:sym typeface="Calibri"/>
              </a:rPr>
              <a:t>uk</a:t>
            </a:r>
            <a:r>
              <a:rPr lang="en-US" sz="2400" b="0" i="0" u="none" strike="noStrike" cap="none" dirty="0">
                <a:solidFill>
                  <a:srgbClr val="000000"/>
                </a:solidFill>
                <a:latin typeface="Calibri"/>
                <a:ea typeface="Calibri"/>
                <a:cs typeface="Calibri"/>
                <a:sym typeface="Calibri"/>
              </a:rPr>
              <a:t>, .</a:t>
            </a:r>
            <a:r>
              <a:rPr lang="en-US" sz="2400" b="0" i="0" u="none" strike="noStrike" cap="none" dirty="0" err="1">
                <a:solidFill>
                  <a:srgbClr val="000000"/>
                </a:solidFill>
                <a:latin typeface="Calibri"/>
                <a:ea typeface="Calibri"/>
                <a:cs typeface="Calibri"/>
                <a:sym typeface="Calibri"/>
              </a:rPr>
              <a:t>fr</a:t>
            </a:r>
            <a:r>
              <a:rPr lang="en-US" sz="2400" b="0" i="0" u="none" strike="noStrike" cap="none" dirty="0">
                <a:solidFill>
                  <a:srgbClr val="000000"/>
                </a:solidFill>
                <a:latin typeface="Calibri"/>
                <a:ea typeface="Calibri"/>
                <a:cs typeface="Calibri"/>
                <a:sym typeface="Calibri"/>
              </a:rPr>
              <a:t>, .ca, .</a:t>
            </a:r>
            <a:r>
              <a:rPr lang="en-US" sz="2400" b="0" i="0" u="none" strike="noStrike" cap="none" dirty="0" err="1">
                <a:solidFill>
                  <a:srgbClr val="000000"/>
                </a:solidFill>
                <a:latin typeface="Calibri"/>
                <a:ea typeface="Calibri"/>
                <a:cs typeface="Calibri"/>
                <a:sym typeface="Calibri"/>
              </a:rPr>
              <a:t>jp</a:t>
            </a:r>
            <a:endParaRPr sz="2400" b="0" i="0" u="none" strike="noStrike" cap="none" dirty="0">
              <a:solidFill>
                <a:srgbClr val="000000"/>
              </a:solidFill>
              <a:latin typeface="Calibri"/>
              <a:ea typeface="Calibri"/>
              <a:cs typeface="Calibri"/>
              <a:sym typeface="Calibri"/>
            </a:endParaRPr>
          </a:p>
          <a:p>
            <a:pPr marL="460375" marR="0" lvl="1" indent="-287338" algn="l" rtl="0">
              <a:lnSpc>
                <a:spcPct val="90000"/>
              </a:lnSpc>
              <a:spcBef>
                <a:spcPts val="400"/>
              </a:spcBef>
              <a:spcAft>
                <a:spcPts val="0"/>
              </a:spcAft>
              <a:buClr>
                <a:srgbClr val="0000A8"/>
              </a:buClr>
              <a:buSzPts val="2400"/>
              <a:buFont typeface="Noto Sans"/>
              <a:buChar char="▪"/>
            </a:pPr>
            <a:r>
              <a:rPr lang="en-US" sz="2400" b="0" i="0" u="none" strike="noStrike" cap="none" dirty="0">
                <a:solidFill>
                  <a:srgbClr val="000000"/>
                </a:solidFill>
                <a:latin typeface="Calibri"/>
                <a:ea typeface="Calibri"/>
                <a:cs typeface="Calibri"/>
                <a:sym typeface="Calibri"/>
              </a:rPr>
              <a:t>Network Solutions: authoritative registry for .com, </a:t>
            </a:r>
            <a:r>
              <a:rPr lang="en-US" sz="2400" b="0" i="0" u="none" strike="noStrike" cap="none" dirty="0" err="1">
                <a:solidFill>
                  <a:srgbClr val="000000"/>
                </a:solidFill>
                <a:latin typeface="Calibri"/>
                <a:ea typeface="Calibri"/>
                <a:cs typeface="Calibri"/>
                <a:sym typeface="Calibri"/>
              </a:rPr>
              <a:t>.net</a:t>
            </a:r>
            <a:r>
              <a:rPr lang="en-US" sz="2400" b="0" i="0" u="none" strike="noStrike" cap="none" dirty="0">
                <a:solidFill>
                  <a:srgbClr val="000000"/>
                </a:solidFill>
                <a:latin typeface="Calibri"/>
                <a:ea typeface="Calibri"/>
                <a:cs typeface="Calibri"/>
                <a:sym typeface="Calibri"/>
              </a:rPr>
              <a:t> TLD</a:t>
            </a:r>
            <a:endParaRPr sz="1400" b="0" i="0" u="none" strike="noStrike" cap="none" dirty="0">
              <a:solidFill>
                <a:srgbClr val="000000"/>
              </a:solidFill>
              <a:latin typeface="Arial"/>
              <a:ea typeface="Arial"/>
              <a:cs typeface="Arial"/>
              <a:sym typeface="Arial"/>
            </a:endParaRPr>
          </a:p>
          <a:p>
            <a:pPr marL="460375" marR="0" lvl="1" indent="-287338" algn="l" rtl="0">
              <a:lnSpc>
                <a:spcPct val="90000"/>
              </a:lnSpc>
              <a:spcBef>
                <a:spcPts val="400"/>
              </a:spcBef>
              <a:spcAft>
                <a:spcPts val="0"/>
              </a:spcAft>
              <a:buClr>
                <a:srgbClr val="0000A8"/>
              </a:buClr>
              <a:buSzPts val="2400"/>
              <a:buFont typeface="Noto Sans"/>
              <a:buChar char="▪"/>
            </a:pPr>
            <a:r>
              <a:rPr lang="en-US" sz="2400" b="0" i="0" u="none" strike="noStrike" cap="none" dirty="0">
                <a:solidFill>
                  <a:srgbClr val="000000"/>
                </a:solidFill>
                <a:latin typeface="Calibri"/>
                <a:ea typeface="Calibri"/>
                <a:cs typeface="Calibri"/>
                <a:sym typeface="Calibri"/>
              </a:rPr>
              <a:t>Educause: .</a:t>
            </a:r>
            <a:r>
              <a:rPr lang="en-US" sz="2400" b="0" i="0" u="none" strike="noStrike" cap="none" dirty="0" err="1">
                <a:solidFill>
                  <a:srgbClr val="000000"/>
                </a:solidFill>
                <a:latin typeface="Calibri"/>
                <a:ea typeface="Calibri"/>
                <a:cs typeface="Calibri"/>
                <a:sym typeface="Calibri"/>
              </a:rPr>
              <a:t>edu</a:t>
            </a:r>
            <a:r>
              <a:rPr lang="en-US" sz="2400" b="0" i="0" u="none" strike="noStrike" cap="none" dirty="0">
                <a:solidFill>
                  <a:srgbClr val="000000"/>
                </a:solidFill>
                <a:latin typeface="Calibri"/>
                <a:ea typeface="Calibri"/>
                <a:cs typeface="Calibri"/>
                <a:sym typeface="Calibri"/>
              </a:rPr>
              <a:t> TLD</a:t>
            </a:r>
            <a:endParaRPr sz="1400" b="0" i="0" u="none" strike="noStrike" cap="none" dirty="0">
              <a:solidFill>
                <a:srgbClr val="000000"/>
              </a:solidFill>
              <a:latin typeface="Arial"/>
              <a:ea typeface="Arial"/>
              <a:cs typeface="Arial"/>
              <a:sym typeface="Arial"/>
            </a:endParaRPr>
          </a:p>
          <a:p>
            <a:pPr marL="695325" marR="0" lvl="1" indent="-79375" algn="l" rtl="0">
              <a:lnSpc>
                <a:spcPct val="90000"/>
              </a:lnSpc>
              <a:spcBef>
                <a:spcPts val="500"/>
              </a:spcBef>
              <a:spcAft>
                <a:spcPts val="0"/>
              </a:spcAft>
              <a:buClr>
                <a:srgbClr val="0000A8"/>
              </a:buClr>
              <a:buSzPts val="2400"/>
              <a:buFont typeface="Arial"/>
              <a:buNone/>
            </a:pPr>
            <a:endParaRPr sz="2400" b="0" i="0" u="none" strike="noStrike" cap="none" dirty="0">
              <a:solidFill>
                <a:srgbClr val="000000"/>
              </a:solidFill>
              <a:latin typeface="Calibri"/>
              <a:ea typeface="Calibri"/>
              <a:cs typeface="Calibri"/>
              <a:sym typeface="Calibri"/>
            </a:endParaRPr>
          </a:p>
        </p:txBody>
      </p:sp>
      <p:sp>
        <p:nvSpPr>
          <p:cNvPr id="1036" name="Google Shape;1036;p20"/>
          <p:cNvSpPr txBox="1"/>
          <p:nvPr/>
        </p:nvSpPr>
        <p:spPr>
          <a:xfrm>
            <a:off x="714024" y="4503552"/>
            <a:ext cx="10868375" cy="1829515"/>
          </a:xfrm>
          <a:prstGeom prst="rect">
            <a:avLst/>
          </a:prstGeom>
          <a:noFill/>
          <a:ln>
            <a:noFill/>
          </a:ln>
        </p:spPr>
        <p:txBody>
          <a:bodyPr spcFirstLastPara="1" wrap="square" lIns="91425" tIns="45700" rIns="91425" bIns="45700" anchor="t" anchorCtr="0">
            <a:noAutofit/>
          </a:bodyPr>
          <a:lstStyle/>
          <a:p>
            <a:pPr marL="352425" marR="0" lvl="0" indent="-222250" algn="l" rtl="0">
              <a:lnSpc>
                <a:spcPct val="90000"/>
              </a:lnSpc>
              <a:spcBef>
                <a:spcPts val="0"/>
              </a:spcBef>
              <a:spcAft>
                <a:spcPts val="0"/>
              </a:spcAft>
              <a:buClr>
                <a:srgbClr val="0000A3"/>
              </a:buClr>
              <a:buSzPts val="3200"/>
              <a:buFont typeface="Noto Sans"/>
              <a:buNone/>
            </a:pPr>
            <a:r>
              <a:rPr lang="en-US" sz="3200" b="1" i="0" u="none" strike="noStrike" cap="none">
                <a:solidFill>
                  <a:srgbClr val="7D28CD"/>
                </a:solidFill>
                <a:latin typeface="Calibri"/>
                <a:ea typeface="Calibri"/>
                <a:cs typeface="Calibri"/>
                <a:sym typeface="Calibri"/>
              </a:rPr>
              <a:t>Second Level Domain/Authoritative DNS servers: </a:t>
            </a:r>
            <a:endParaRPr sz="1400" b="1" i="0" u="none" strike="noStrike" cap="none">
              <a:solidFill>
                <a:srgbClr val="7D28CD"/>
              </a:solidFill>
              <a:latin typeface="Arial"/>
              <a:ea typeface="Arial"/>
              <a:cs typeface="Arial"/>
              <a:sym typeface="Arial"/>
            </a:endParaRPr>
          </a:p>
          <a:p>
            <a:pPr marL="460375" marR="0" lvl="1" indent="-287338" algn="l" rtl="0">
              <a:lnSpc>
                <a:spcPct val="90000"/>
              </a:lnSpc>
              <a:spcBef>
                <a:spcPts val="500"/>
              </a:spcBef>
              <a:spcAft>
                <a:spcPts val="0"/>
              </a:spcAft>
              <a:buClr>
                <a:srgbClr val="0000A8"/>
              </a:buClr>
              <a:buSzPts val="2400"/>
              <a:buFont typeface="Noto Sans"/>
              <a:buChar char="▪"/>
            </a:pPr>
            <a:r>
              <a:rPr lang="en-US" sz="2400" b="0" i="0" u="none" strike="noStrike" cap="none">
                <a:solidFill>
                  <a:srgbClr val="000000"/>
                </a:solidFill>
                <a:latin typeface="Calibri"/>
                <a:ea typeface="Calibri"/>
                <a:cs typeface="Calibri"/>
                <a:sym typeface="Calibri"/>
              </a:rPr>
              <a:t>organization’s own DNS server(s), providing authoritative hostname to IP mappings for organization’s named hosts </a:t>
            </a:r>
            <a:endParaRPr sz="1400" b="0" i="0" u="none" strike="noStrike" cap="none">
              <a:solidFill>
                <a:srgbClr val="000000"/>
              </a:solidFill>
              <a:latin typeface="Arial"/>
              <a:ea typeface="Arial"/>
              <a:cs typeface="Arial"/>
              <a:sym typeface="Arial"/>
            </a:endParaRPr>
          </a:p>
          <a:p>
            <a:pPr marL="460375" marR="0" lvl="1" indent="-287338" algn="l" rtl="0">
              <a:lnSpc>
                <a:spcPct val="90000"/>
              </a:lnSpc>
              <a:spcBef>
                <a:spcPts val="500"/>
              </a:spcBef>
              <a:spcAft>
                <a:spcPts val="0"/>
              </a:spcAft>
              <a:buClr>
                <a:srgbClr val="0000A8"/>
              </a:buClr>
              <a:buSzPts val="2400"/>
              <a:buFont typeface="Noto Sans"/>
              <a:buChar char="▪"/>
            </a:pPr>
            <a:r>
              <a:rPr lang="en-US" sz="2400" b="0" i="0" u="none" strike="noStrike" cap="none">
                <a:solidFill>
                  <a:srgbClr val="000000"/>
                </a:solidFill>
                <a:latin typeface="Calibri"/>
                <a:ea typeface="Calibri"/>
                <a:cs typeface="Calibri"/>
                <a:sym typeface="Calibri"/>
              </a:rPr>
              <a:t>can be maintained by organization or service provider</a:t>
            </a:r>
            <a:endParaRPr sz="1400" b="0" i="0" u="none" strike="noStrike" cap="none">
              <a:solidFill>
                <a:srgbClr val="000000"/>
              </a:solidFill>
              <a:latin typeface="Arial"/>
              <a:ea typeface="Arial"/>
              <a:cs typeface="Arial"/>
              <a:sym typeface="Arial"/>
            </a:endParaRPr>
          </a:p>
          <a:p>
            <a:pPr marL="695325" marR="0" lvl="1" indent="-79375" algn="l" rtl="0">
              <a:lnSpc>
                <a:spcPct val="90000"/>
              </a:lnSpc>
              <a:spcBef>
                <a:spcPts val="500"/>
              </a:spcBef>
              <a:spcAft>
                <a:spcPts val="0"/>
              </a:spcAft>
              <a:buClr>
                <a:srgbClr val="0000A8"/>
              </a:buClr>
              <a:buSzPts val="2400"/>
              <a:buFont typeface="Arial"/>
              <a:buNone/>
            </a:pPr>
            <a:endParaRPr sz="2400" b="0" i="0" u="none" strike="noStrike" cap="none">
              <a:solidFill>
                <a:srgbClr val="000000"/>
              </a:solidFill>
              <a:latin typeface="Calibri"/>
              <a:ea typeface="Calibri"/>
              <a:cs typeface="Calibri"/>
              <a:sym typeface="Calibri"/>
            </a:endParaRPr>
          </a:p>
        </p:txBody>
      </p:sp>
      <p:pic>
        <p:nvPicPr>
          <p:cNvPr id="1037" name="Google Shape;1037;p20"/>
          <p:cNvPicPr preferRelativeResize="0"/>
          <p:nvPr/>
        </p:nvPicPr>
        <p:blipFill rotWithShape="1">
          <a:blip r:embed="rId3">
            <a:alphaModFix/>
          </a:blip>
          <a:srcRect/>
          <a:stretch/>
        </p:blipFill>
        <p:spPr>
          <a:xfrm>
            <a:off x="6265332" y="2939031"/>
            <a:ext cx="5317067" cy="1606470"/>
          </a:xfrm>
          <a:prstGeom prst="rect">
            <a:avLst/>
          </a:prstGeom>
          <a:noFill/>
          <a:ln>
            <a:noFill/>
          </a:ln>
        </p:spPr>
      </p:pic>
      <p:grpSp>
        <p:nvGrpSpPr>
          <p:cNvPr id="1038" name="Google Shape;1038;p20"/>
          <p:cNvGrpSpPr/>
          <p:nvPr/>
        </p:nvGrpSpPr>
        <p:grpSpPr>
          <a:xfrm>
            <a:off x="4419600" y="1744133"/>
            <a:ext cx="6959600" cy="2112111"/>
            <a:chOff x="4419600" y="1744133"/>
            <a:chExt cx="6959600" cy="2112111"/>
          </a:xfrm>
        </p:grpSpPr>
        <p:sp>
          <p:nvSpPr>
            <p:cNvPr id="1039" name="Google Shape;1039;p20"/>
            <p:cNvSpPr/>
            <p:nvPr/>
          </p:nvSpPr>
          <p:spPr>
            <a:xfrm>
              <a:off x="6366933" y="3619178"/>
              <a:ext cx="5012267" cy="237066"/>
            </a:xfrm>
            <a:prstGeom prst="rect">
              <a:avLst/>
            </a:prstGeom>
            <a:solidFill>
              <a:srgbClr val="FBBFC7">
                <a:alpha val="4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orbel"/>
                <a:buNone/>
              </a:pPr>
              <a:endParaRPr sz="1800" b="0" i="0" u="none" strike="noStrike" cap="none">
                <a:solidFill>
                  <a:srgbClr val="FFFFFF"/>
                </a:solidFill>
                <a:latin typeface="Calibri"/>
                <a:ea typeface="Calibri"/>
                <a:cs typeface="Calibri"/>
                <a:sym typeface="Calibri"/>
              </a:endParaRPr>
            </a:p>
          </p:txBody>
        </p:sp>
        <p:cxnSp>
          <p:nvCxnSpPr>
            <p:cNvPr id="1040" name="Google Shape;1040;p20"/>
            <p:cNvCxnSpPr/>
            <p:nvPr/>
          </p:nvCxnSpPr>
          <p:spPr>
            <a:xfrm>
              <a:off x="4419600" y="1744133"/>
              <a:ext cx="1998133" cy="1998133"/>
            </a:xfrm>
            <a:prstGeom prst="straightConnector1">
              <a:avLst/>
            </a:prstGeom>
            <a:noFill/>
            <a:ln w="9525" cap="flat" cmpd="sng">
              <a:solidFill>
                <a:srgbClr val="C00000"/>
              </a:solidFill>
              <a:prstDash val="solid"/>
              <a:round/>
              <a:headEnd type="none" w="sm" len="sm"/>
              <a:tailEnd type="none" w="sm" len="sm"/>
            </a:ln>
          </p:spPr>
        </p:cxnSp>
      </p:grpSp>
      <p:grpSp>
        <p:nvGrpSpPr>
          <p:cNvPr id="1041" name="Google Shape;1041;p20"/>
          <p:cNvGrpSpPr/>
          <p:nvPr/>
        </p:nvGrpSpPr>
        <p:grpSpPr>
          <a:xfrm>
            <a:off x="5249333" y="4075073"/>
            <a:ext cx="6265334" cy="733994"/>
            <a:chOff x="5249333" y="4075073"/>
            <a:chExt cx="6265334" cy="733994"/>
          </a:xfrm>
        </p:grpSpPr>
        <p:sp>
          <p:nvSpPr>
            <p:cNvPr id="1042" name="Google Shape;1042;p20"/>
            <p:cNvSpPr/>
            <p:nvPr/>
          </p:nvSpPr>
          <p:spPr>
            <a:xfrm>
              <a:off x="6248400" y="4075073"/>
              <a:ext cx="5266267" cy="372534"/>
            </a:xfrm>
            <a:prstGeom prst="rect">
              <a:avLst/>
            </a:prstGeom>
            <a:solidFill>
              <a:srgbClr val="F3D7B1">
                <a:alpha val="4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orbel"/>
                <a:buNone/>
              </a:pPr>
              <a:endParaRPr sz="1800" b="0" i="0" u="none" strike="noStrike" cap="none">
                <a:solidFill>
                  <a:srgbClr val="FFFFFF"/>
                </a:solidFill>
                <a:latin typeface="Calibri"/>
                <a:ea typeface="Calibri"/>
                <a:cs typeface="Calibri"/>
                <a:sym typeface="Calibri"/>
              </a:endParaRPr>
            </a:p>
          </p:txBody>
        </p:sp>
        <p:cxnSp>
          <p:nvCxnSpPr>
            <p:cNvPr id="1043" name="Google Shape;1043;p20"/>
            <p:cNvCxnSpPr/>
            <p:nvPr/>
          </p:nvCxnSpPr>
          <p:spPr>
            <a:xfrm rot="10800000" flipH="1">
              <a:off x="5249333" y="4267199"/>
              <a:ext cx="999068" cy="541868"/>
            </a:xfrm>
            <a:prstGeom prst="straightConnector1">
              <a:avLst/>
            </a:prstGeom>
            <a:noFill/>
            <a:ln w="9525" cap="rnd" cmpd="sng">
              <a:solidFill>
                <a:srgbClr val="C00000"/>
              </a:solidFill>
              <a:prstDash val="solid"/>
              <a:round/>
              <a:headEnd type="none" w="sm" len="sm"/>
              <a:tailEnd type="none" w="sm" len="sm"/>
            </a:ln>
          </p:spPr>
        </p:cxnSp>
      </p:grpSp>
      <p:sp>
        <p:nvSpPr>
          <p:cNvPr id="1044" name="Google Shape;1044;p20"/>
          <p:cNvSpPr txBox="1">
            <a:spLocks noGrp="1"/>
          </p:cNvSpPr>
          <p:nvPr>
            <p:ph type="sldNum" idx="4294967295"/>
          </p:nvPr>
        </p:nvSpPr>
        <p:spPr>
          <a:xfrm>
            <a:off x="9219616" y="6443089"/>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r>
              <a:rPr lang="en-US"/>
              <a:t>Application Layer: 2-</a:t>
            </a:r>
            <a:fld id="{00000000-1234-1234-1234-123412341234}" type="slidenum">
              <a:rPr lang="en-US"/>
              <a:t>23</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1038"/>
                                        </p:tgtEl>
                                      </p:cBhvr>
                                    </p:animEffect>
                                    <p:set>
                                      <p:cBhvr>
                                        <p:cTn id="7" dur="1" fill="hold">
                                          <p:stCondLst>
                                            <p:cond delay="500"/>
                                          </p:stCondLst>
                                        </p:cTn>
                                        <p:tgtEl>
                                          <p:spTgt spid="1038"/>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1036">
                                            <p:txEl>
                                              <p:pRg st="0" end="0"/>
                                            </p:txEl>
                                          </p:spTgt>
                                        </p:tgtEl>
                                        <p:attrNameLst>
                                          <p:attrName>style.visibility</p:attrName>
                                        </p:attrNameLst>
                                      </p:cBhvr>
                                      <p:to>
                                        <p:strVal val="visible"/>
                                      </p:to>
                                    </p:set>
                                    <p:animEffect transition="in" filter="fade">
                                      <p:cBhvr>
                                        <p:cTn id="10" dur="500"/>
                                        <p:tgtEl>
                                          <p:spTgt spid="1036">
                                            <p:txEl>
                                              <p:pRg st="0" end="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036">
                                            <p:txEl>
                                              <p:pRg st="1" end="1"/>
                                            </p:txEl>
                                          </p:spTgt>
                                        </p:tgtEl>
                                        <p:attrNameLst>
                                          <p:attrName>style.visibility</p:attrName>
                                        </p:attrNameLst>
                                      </p:cBhvr>
                                      <p:to>
                                        <p:strVal val="visible"/>
                                      </p:to>
                                    </p:set>
                                    <p:animEffect transition="in" filter="fade">
                                      <p:cBhvr>
                                        <p:cTn id="13" dur="500"/>
                                        <p:tgtEl>
                                          <p:spTgt spid="1036">
                                            <p:txEl>
                                              <p:p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036">
                                            <p:txEl>
                                              <p:pRg st="2" end="2"/>
                                            </p:txEl>
                                          </p:spTgt>
                                        </p:tgtEl>
                                        <p:attrNameLst>
                                          <p:attrName>style.visibility</p:attrName>
                                        </p:attrNameLst>
                                      </p:cBhvr>
                                      <p:to>
                                        <p:strVal val="visible"/>
                                      </p:to>
                                    </p:set>
                                    <p:animEffect transition="in" filter="fade">
                                      <p:cBhvr>
                                        <p:cTn id="16" dur="500"/>
                                        <p:tgtEl>
                                          <p:spTgt spid="1036">
                                            <p:txEl>
                                              <p:pRg st="2" end="2"/>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036">
                                            <p:txEl>
                                              <p:pRg st="3" end="3"/>
                                            </p:txEl>
                                          </p:spTgt>
                                        </p:tgtEl>
                                        <p:attrNameLst>
                                          <p:attrName>style.visibility</p:attrName>
                                        </p:attrNameLst>
                                      </p:cBhvr>
                                      <p:to>
                                        <p:strVal val="visible"/>
                                      </p:to>
                                    </p:set>
                                    <p:animEffect transition="in" filter="fade">
                                      <p:cBhvr>
                                        <p:cTn id="19" dur="500"/>
                                        <p:tgtEl>
                                          <p:spTgt spid="1036">
                                            <p:txEl>
                                              <p:pRg st="3" end="3"/>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041"/>
                                        </p:tgtEl>
                                        <p:attrNameLst>
                                          <p:attrName>style.visibility</p:attrName>
                                        </p:attrNameLst>
                                      </p:cBhvr>
                                      <p:to>
                                        <p:strVal val="visible"/>
                                      </p:to>
                                    </p:set>
                                    <p:animEffect transition="in" filter="fade">
                                      <p:cBhvr>
                                        <p:cTn id="22" dur="500"/>
                                        <p:tgtEl>
                                          <p:spTgt spid="10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49"/>
        <p:cNvGrpSpPr/>
        <p:nvPr/>
      </p:nvGrpSpPr>
      <p:grpSpPr>
        <a:xfrm>
          <a:off x="0" y="0"/>
          <a:ext cx="0" cy="0"/>
          <a:chOff x="0" y="0"/>
          <a:chExt cx="0" cy="0"/>
        </a:xfrm>
      </p:grpSpPr>
      <p:sp>
        <p:nvSpPr>
          <p:cNvPr id="1050" name="Google Shape;1050;p21"/>
          <p:cNvSpPr txBox="1">
            <a:spLocks noGrp="1"/>
          </p:cNvSpPr>
          <p:nvPr>
            <p:ph type="title"/>
          </p:nvPr>
        </p:nvSpPr>
        <p:spPr>
          <a:xfrm>
            <a:off x="2057400" y="236538"/>
            <a:ext cx="7772400" cy="957262"/>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Corbel"/>
              <a:buNone/>
            </a:pPr>
            <a:r>
              <a:rPr lang="en-US" b="1"/>
              <a:t>Local DNS name server</a:t>
            </a:r>
            <a:endParaRPr/>
          </a:p>
        </p:txBody>
      </p:sp>
      <p:sp>
        <p:nvSpPr>
          <p:cNvPr id="1051" name="Google Shape;1051;p21"/>
          <p:cNvSpPr txBox="1">
            <a:spLocks noGrp="1"/>
          </p:cNvSpPr>
          <p:nvPr>
            <p:ph type="body" idx="1"/>
          </p:nvPr>
        </p:nvSpPr>
        <p:spPr>
          <a:xfrm>
            <a:off x="1211749" y="1193800"/>
            <a:ext cx="6507898" cy="5664200"/>
          </a:xfrm>
          <a:prstGeom prst="rect">
            <a:avLst/>
          </a:prstGeom>
          <a:noFill/>
          <a:ln>
            <a:noFill/>
          </a:ln>
        </p:spPr>
        <p:txBody>
          <a:bodyPr spcFirstLastPara="1" wrap="square" lIns="91425" tIns="45700" rIns="91425" bIns="45700" anchor="ctr" anchorCtr="0">
            <a:normAutofit/>
          </a:bodyPr>
          <a:lstStyle/>
          <a:p>
            <a:pPr marL="285750" lvl="0" indent="-285750" algn="l" rtl="0">
              <a:lnSpc>
                <a:spcPct val="100000"/>
              </a:lnSpc>
              <a:spcBef>
                <a:spcPts val="1080"/>
              </a:spcBef>
              <a:spcAft>
                <a:spcPts val="0"/>
              </a:spcAft>
              <a:buSzPts val="3480"/>
              <a:buChar char="•"/>
            </a:pPr>
            <a:r>
              <a:rPr lang="en-US" sz="2000"/>
              <a:t>Each ISP (residential ISP, company, university) has one</a:t>
            </a:r>
            <a:endParaRPr sz="2000"/>
          </a:p>
          <a:p>
            <a:pPr marL="742950" lvl="1" indent="-285750" algn="l" rtl="0">
              <a:lnSpc>
                <a:spcPct val="100000"/>
              </a:lnSpc>
              <a:spcBef>
                <a:spcPts val="1000"/>
              </a:spcBef>
              <a:spcAft>
                <a:spcPts val="0"/>
              </a:spcAft>
              <a:buSzPts val="2900"/>
              <a:buChar char="•"/>
            </a:pPr>
            <a:r>
              <a:rPr lang="en-US" sz="1800"/>
              <a:t>Also called “default name server”</a:t>
            </a:r>
            <a:endParaRPr sz="1800"/>
          </a:p>
          <a:p>
            <a:pPr marL="285750" lvl="0" indent="-285750" algn="l" rtl="0">
              <a:lnSpc>
                <a:spcPct val="100000"/>
              </a:lnSpc>
              <a:spcBef>
                <a:spcPts val="1080"/>
              </a:spcBef>
              <a:spcAft>
                <a:spcPts val="0"/>
              </a:spcAft>
              <a:buSzPts val="3480"/>
              <a:buChar char="•"/>
            </a:pPr>
            <a:r>
              <a:rPr lang="en-US" sz="2000"/>
              <a:t>When host makes DNS query, query is sent to its local DNS server</a:t>
            </a:r>
            <a:endParaRPr sz="2000"/>
          </a:p>
          <a:p>
            <a:pPr marL="742950" lvl="1" indent="-285750" algn="l" rtl="0">
              <a:lnSpc>
                <a:spcPct val="100000"/>
              </a:lnSpc>
              <a:spcBef>
                <a:spcPts val="1000"/>
              </a:spcBef>
              <a:spcAft>
                <a:spcPts val="0"/>
              </a:spcAft>
              <a:buSzPts val="2900"/>
              <a:buChar char="•"/>
            </a:pPr>
            <a:r>
              <a:rPr lang="en-US" sz="1800"/>
              <a:t>Has local cache of recent name-to-address translation pairs (but may be out of date!)</a:t>
            </a:r>
            <a:endParaRPr sz="1800"/>
          </a:p>
          <a:p>
            <a:pPr marL="742950" lvl="1" indent="-285750" algn="l" rtl="0">
              <a:lnSpc>
                <a:spcPct val="100000"/>
              </a:lnSpc>
              <a:spcBef>
                <a:spcPts val="1000"/>
              </a:spcBef>
              <a:spcAft>
                <a:spcPts val="0"/>
              </a:spcAft>
              <a:buSzPts val="2900"/>
              <a:buChar char="•"/>
            </a:pPr>
            <a:r>
              <a:rPr lang="en-US" sz="1800"/>
              <a:t>Acts as proxy, forwards query into hierarchy</a:t>
            </a:r>
            <a:endParaRPr sz="1800"/>
          </a:p>
          <a:p>
            <a:pPr marL="742950" lvl="1" indent="-101600" algn="l" rtl="0">
              <a:lnSpc>
                <a:spcPct val="100000"/>
              </a:lnSpc>
              <a:spcBef>
                <a:spcPts val="1000"/>
              </a:spcBef>
              <a:spcAft>
                <a:spcPts val="0"/>
              </a:spcAft>
              <a:buSzPts val="2900"/>
              <a:buNone/>
            </a:pPr>
            <a:endParaRPr sz="1800"/>
          </a:p>
          <a:p>
            <a:pPr marL="238125" lvl="0" indent="-231775" algn="l" rtl="0">
              <a:lnSpc>
                <a:spcPct val="90000"/>
              </a:lnSpc>
              <a:spcBef>
                <a:spcPts val="1100"/>
              </a:spcBef>
              <a:spcAft>
                <a:spcPts val="0"/>
              </a:spcAft>
              <a:buClr>
                <a:srgbClr val="0000A8"/>
              </a:buClr>
              <a:buSzPts val="2800"/>
              <a:buFont typeface="Arial"/>
              <a:buChar char="•"/>
            </a:pPr>
            <a:r>
              <a:rPr lang="en-US">
                <a:solidFill>
                  <a:srgbClr val="000000"/>
                </a:solidFill>
                <a:latin typeface="Calibri"/>
                <a:ea typeface="Calibri"/>
                <a:cs typeface="Calibri"/>
                <a:sym typeface="Calibri"/>
              </a:rPr>
              <a:t>Each ISP has local DNS name server; to find yours: </a:t>
            </a:r>
            <a:endParaRPr sz="2000"/>
          </a:p>
          <a:p>
            <a:pPr marL="685800" lvl="1" indent="-231775" algn="l" rtl="0">
              <a:lnSpc>
                <a:spcPct val="90000"/>
              </a:lnSpc>
              <a:spcBef>
                <a:spcPts val="500"/>
              </a:spcBef>
              <a:spcAft>
                <a:spcPts val="0"/>
              </a:spcAft>
              <a:buClr>
                <a:srgbClr val="0000A8"/>
              </a:buClr>
              <a:buSzPts val="2400"/>
              <a:buFont typeface="Arial"/>
              <a:buChar char="•"/>
            </a:pPr>
            <a:r>
              <a:rPr lang="en-US">
                <a:solidFill>
                  <a:srgbClr val="000000"/>
                </a:solidFill>
                <a:latin typeface="Calibri"/>
                <a:ea typeface="Calibri"/>
                <a:cs typeface="Calibri"/>
                <a:sym typeface="Calibri"/>
              </a:rPr>
              <a:t>MacOS: </a:t>
            </a:r>
            <a:r>
              <a:rPr lang="en-US">
                <a:solidFill>
                  <a:srgbClr val="000000"/>
                </a:solidFill>
                <a:latin typeface="Courier"/>
                <a:ea typeface="Courier"/>
                <a:cs typeface="Courier"/>
                <a:sym typeface="Courier"/>
              </a:rPr>
              <a:t>% scutil --dns</a:t>
            </a:r>
            <a:endParaRPr>
              <a:solidFill>
                <a:srgbClr val="000000"/>
              </a:solidFill>
              <a:latin typeface="Courier"/>
              <a:ea typeface="Courier"/>
              <a:cs typeface="Courier"/>
              <a:sym typeface="Courier"/>
            </a:endParaRPr>
          </a:p>
          <a:p>
            <a:pPr marL="685800" lvl="1" indent="-228600" algn="l" rtl="0">
              <a:lnSpc>
                <a:spcPct val="90000"/>
              </a:lnSpc>
              <a:spcBef>
                <a:spcPts val="500"/>
              </a:spcBef>
              <a:spcAft>
                <a:spcPts val="0"/>
              </a:spcAft>
              <a:buClr>
                <a:srgbClr val="000000"/>
              </a:buClr>
              <a:buSzPts val="2400"/>
              <a:buFont typeface="Arial"/>
              <a:buChar char="•"/>
            </a:pPr>
            <a:r>
              <a:rPr lang="en-US">
                <a:solidFill>
                  <a:srgbClr val="000000"/>
                </a:solidFill>
                <a:latin typeface="Calibri"/>
                <a:ea typeface="Calibri"/>
                <a:cs typeface="Calibri"/>
                <a:sym typeface="Calibri"/>
              </a:rPr>
              <a:t>Windows: </a:t>
            </a:r>
            <a:r>
              <a:rPr lang="en-US">
                <a:solidFill>
                  <a:srgbClr val="000000"/>
                </a:solidFill>
                <a:latin typeface="Courier"/>
                <a:ea typeface="Courier"/>
                <a:cs typeface="Courier"/>
                <a:sym typeface="Courier"/>
              </a:rPr>
              <a:t>&gt;ipconfig /all</a:t>
            </a:r>
            <a:endParaRPr sz="1800"/>
          </a:p>
          <a:p>
            <a:pPr marL="742950" lvl="1" indent="-101600" algn="l" rtl="0">
              <a:lnSpc>
                <a:spcPct val="100000"/>
              </a:lnSpc>
              <a:spcBef>
                <a:spcPts val="400"/>
              </a:spcBef>
              <a:spcAft>
                <a:spcPts val="0"/>
              </a:spcAft>
              <a:buSzPts val="2900"/>
              <a:buNone/>
            </a:pPr>
            <a:endParaRPr/>
          </a:p>
          <a:p>
            <a:pPr marL="742950" lvl="1" indent="-101600" algn="l" rtl="0">
              <a:lnSpc>
                <a:spcPct val="100000"/>
              </a:lnSpc>
              <a:spcBef>
                <a:spcPts val="1000"/>
              </a:spcBef>
              <a:spcAft>
                <a:spcPts val="0"/>
              </a:spcAft>
              <a:buSzPts val="2900"/>
              <a:buNone/>
            </a:pPr>
            <a:endParaRPr/>
          </a:p>
        </p:txBody>
      </p:sp>
      <p:sp>
        <p:nvSpPr>
          <p:cNvPr id="1052" name="Google Shape;1052;p21"/>
          <p:cNvSpPr txBox="1">
            <a:spLocks noGrp="1"/>
          </p:cNvSpPr>
          <p:nvPr>
            <p:ph type="sldNum" idx="12"/>
          </p:nvPr>
        </p:nvSpPr>
        <p:spPr>
          <a:xfrm>
            <a:off x="10951856" y="5867131"/>
            <a:ext cx="551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US"/>
              <a:t>24</a:t>
            </a:fld>
            <a:endParaRPr/>
          </a:p>
        </p:txBody>
      </p:sp>
      <p:pic>
        <p:nvPicPr>
          <p:cNvPr id="1053" name="Google Shape;1053;p21" descr="ipconfig - Wikipedia"/>
          <p:cNvPicPr preferRelativeResize="0"/>
          <p:nvPr/>
        </p:nvPicPr>
        <p:blipFill rotWithShape="1">
          <a:blip r:embed="rId3">
            <a:alphaModFix/>
          </a:blip>
          <a:srcRect/>
          <a:stretch/>
        </p:blipFill>
        <p:spPr>
          <a:xfrm>
            <a:off x="7048500" y="3796567"/>
            <a:ext cx="5143500" cy="2828925"/>
          </a:xfrm>
          <a:prstGeom prst="rect">
            <a:avLst/>
          </a:prstGeom>
          <a:noFill/>
          <a:ln>
            <a:noFill/>
          </a:ln>
        </p:spPr>
      </p:pic>
      <p:sp>
        <p:nvSpPr>
          <p:cNvPr id="1054" name="Google Shape;1054;p21"/>
          <p:cNvSpPr/>
          <p:nvPr/>
        </p:nvSpPr>
        <p:spPr>
          <a:xfrm>
            <a:off x="7455877" y="5961184"/>
            <a:ext cx="3402623" cy="492369"/>
          </a:xfrm>
          <a:prstGeom prst="ellipse">
            <a:avLst/>
          </a:prstGeom>
          <a:noFill/>
          <a:ln w="25400" cap="flat" cmpd="sng">
            <a:solidFill>
              <a:srgbClr val="A9302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5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59"/>
        <p:cNvGrpSpPr/>
        <p:nvPr/>
      </p:nvGrpSpPr>
      <p:grpSpPr>
        <a:xfrm>
          <a:off x="0" y="0"/>
          <a:ext cx="0" cy="0"/>
          <a:chOff x="0" y="0"/>
          <a:chExt cx="0" cy="0"/>
        </a:xfrm>
      </p:grpSpPr>
      <p:sp>
        <p:nvSpPr>
          <p:cNvPr id="1060" name="Google Shape;1060;p22"/>
          <p:cNvSpPr txBox="1">
            <a:spLocks noGrp="1"/>
          </p:cNvSpPr>
          <p:nvPr>
            <p:ph type="title"/>
          </p:nvPr>
        </p:nvSpPr>
        <p:spPr>
          <a:xfrm>
            <a:off x="798691" y="289325"/>
            <a:ext cx="10515600" cy="894622"/>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orbel"/>
              <a:buNone/>
            </a:pPr>
            <a:r>
              <a:rPr lang="en-US" sz="4400"/>
              <a:t>DNS name resolution: </a:t>
            </a:r>
            <a:r>
              <a:rPr lang="en-US" sz="4400" b="1">
                <a:solidFill>
                  <a:srgbClr val="7D28CD"/>
                </a:solidFill>
              </a:rPr>
              <a:t>iterated query</a:t>
            </a:r>
            <a:endParaRPr sz="4400" b="1">
              <a:solidFill>
                <a:srgbClr val="7D28CD"/>
              </a:solidFill>
            </a:endParaRPr>
          </a:p>
        </p:txBody>
      </p:sp>
      <p:sp>
        <p:nvSpPr>
          <p:cNvPr id="1061" name="Google Shape;1061;p22"/>
          <p:cNvSpPr txBox="1"/>
          <p:nvPr/>
        </p:nvSpPr>
        <p:spPr>
          <a:xfrm>
            <a:off x="684201" y="1617338"/>
            <a:ext cx="5664200" cy="1061130"/>
          </a:xfrm>
          <a:prstGeom prst="rect">
            <a:avLst/>
          </a:prstGeom>
          <a:noFill/>
          <a:ln>
            <a:noFill/>
          </a:ln>
        </p:spPr>
        <p:txBody>
          <a:bodyPr spcFirstLastPara="1" wrap="square" lIns="91425" tIns="45700" rIns="91425" bIns="45700" anchor="t" anchorCtr="0">
            <a:noAutofit/>
          </a:bodyPr>
          <a:lstStyle/>
          <a:p>
            <a:pPr marL="130175" marR="0" lvl="0" indent="0" algn="l" rtl="0">
              <a:lnSpc>
                <a:spcPct val="90000"/>
              </a:lnSpc>
              <a:spcBef>
                <a:spcPts val="0"/>
              </a:spcBef>
              <a:spcAft>
                <a:spcPts val="0"/>
              </a:spcAft>
              <a:buClr>
                <a:srgbClr val="0000A3"/>
              </a:buClr>
              <a:buSzPts val="2800"/>
              <a:buFont typeface="Noto Sans"/>
              <a:buNone/>
            </a:pPr>
            <a:r>
              <a:rPr lang="en-US" sz="2800" b="0" i="0" u="none" strike="noStrike" cap="none">
                <a:solidFill>
                  <a:srgbClr val="0000A3"/>
                </a:solidFill>
                <a:latin typeface="Calibri"/>
                <a:ea typeface="Calibri"/>
                <a:cs typeface="Calibri"/>
                <a:sym typeface="Calibri"/>
              </a:rPr>
              <a:t>Example: </a:t>
            </a:r>
            <a:r>
              <a:rPr lang="en-US" sz="2800" b="0" i="0" u="none" strike="noStrike" cap="none">
                <a:solidFill>
                  <a:srgbClr val="000000"/>
                </a:solidFill>
                <a:latin typeface="Calibri"/>
                <a:ea typeface="Calibri"/>
                <a:cs typeface="Calibri"/>
                <a:sym typeface="Calibri"/>
              </a:rPr>
              <a:t>host at </a:t>
            </a:r>
            <a:r>
              <a:rPr lang="en-US" sz="2400" b="0" i="0" u="none" strike="noStrike" cap="none">
                <a:solidFill>
                  <a:srgbClr val="000000"/>
                </a:solidFill>
                <a:latin typeface="Calibri"/>
                <a:ea typeface="Calibri"/>
                <a:cs typeface="Calibri"/>
                <a:sym typeface="Calibri"/>
              </a:rPr>
              <a:t>engineering.nyu.edu </a:t>
            </a:r>
            <a:r>
              <a:rPr lang="en-US" sz="2800" b="0" i="0" u="none" strike="noStrike" cap="none">
                <a:solidFill>
                  <a:srgbClr val="000000"/>
                </a:solidFill>
                <a:latin typeface="Calibri"/>
                <a:ea typeface="Calibri"/>
                <a:cs typeface="Calibri"/>
                <a:sym typeface="Calibri"/>
              </a:rPr>
              <a:t>wants IP address for </a:t>
            </a:r>
            <a:r>
              <a:rPr lang="en-US" sz="2400" b="0" i="0" u="none" strike="noStrike" cap="none">
                <a:solidFill>
                  <a:srgbClr val="000000"/>
                </a:solidFill>
                <a:latin typeface="Calibri"/>
                <a:ea typeface="Calibri"/>
                <a:cs typeface="Calibri"/>
                <a:sym typeface="Calibri"/>
              </a:rPr>
              <a:t>gaia.cs.umass.edu</a:t>
            </a:r>
            <a:endParaRPr sz="2800" b="0" i="0" u="none" strike="noStrike" cap="none">
              <a:solidFill>
                <a:srgbClr val="000000"/>
              </a:solidFill>
              <a:latin typeface="Calibri"/>
              <a:ea typeface="Calibri"/>
              <a:cs typeface="Calibri"/>
              <a:sym typeface="Calibri"/>
            </a:endParaRPr>
          </a:p>
        </p:txBody>
      </p:sp>
      <p:sp>
        <p:nvSpPr>
          <p:cNvPr id="1062" name="Google Shape;1062;p22"/>
          <p:cNvSpPr/>
          <p:nvPr/>
        </p:nvSpPr>
        <p:spPr>
          <a:xfrm>
            <a:off x="858433" y="2824122"/>
            <a:ext cx="4093780" cy="2617787"/>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CC0000"/>
              </a:buClr>
              <a:buSzPts val="3200"/>
              <a:buFont typeface="Calibri"/>
              <a:buNone/>
            </a:pPr>
            <a:r>
              <a:rPr lang="en-US" sz="3200" b="0" i="0" u="none" strike="noStrike" cap="none">
                <a:solidFill>
                  <a:srgbClr val="CC0000"/>
                </a:solidFill>
                <a:latin typeface="Calibri"/>
                <a:ea typeface="Calibri"/>
                <a:cs typeface="Calibri"/>
                <a:sym typeface="Calibri"/>
              </a:rPr>
              <a:t>Iterated query:</a:t>
            </a:r>
            <a:endParaRPr sz="1400" b="0" i="0" u="none" strike="noStrike" cap="none">
              <a:solidFill>
                <a:srgbClr val="000000"/>
              </a:solidFill>
              <a:latin typeface="Arial"/>
              <a:ea typeface="Arial"/>
              <a:cs typeface="Arial"/>
              <a:sym typeface="Arial"/>
            </a:endParaRPr>
          </a:p>
          <a:p>
            <a:pPr marL="342900" marR="0" lvl="0" indent="-285750" algn="l" rtl="0">
              <a:lnSpc>
                <a:spcPct val="85000"/>
              </a:lnSpc>
              <a:spcBef>
                <a:spcPts val="0"/>
              </a:spcBef>
              <a:spcAft>
                <a:spcPts val="0"/>
              </a:spcAft>
              <a:buClr>
                <a:srgbClr val="000099"/>
              </a:buClr>
              <a:buSzPts val="2800"/>
              <a:buFont typeface="Noto Sans"/>
              <a:buChar char="▪"/>
            </a:pPr>
            <a:r>
              <a:rPr lang="en-US" sz="2800" b="0" i="0" u="none" strike="noStrike" cap="none">
                <a:solidFill>
                  <a:srgbClr val="000000"/>
                </a:solidFill>
                <a:latin typeface="Calibri"/>
                <a:ea typeface="Calibri"/>
                <a:cs typeface="Calibri"/>
                <a:sym typeface="Calibri"/>
              </a:rPr>
              <a:t>contacted server replies with name of server to contact</a:t>
            </a:r>
            <a:endParaRPr sz="1400" b="0" i="0" u="none" strike="noStrike" cap="none">
              <a:solidFill>
                <a:srgbClr val="000000"/>
              </a:solidFill>
              <a:latin typeface="Arial"/>
              <a:ea typeface="Arial"/>
              <a:cs typeface="Arial"/>
              <a:sym typeface="Arial"/>
            </a:endParaRPr>
          </a:p>
          <a:p>
            <a:pPr marL="342900" marR="0" lvl="0" indent="-285750" algn="l" rtl="0">
              <a:lnSpc>
                <a:spcPct val="85000"/>
              </a:lnSpc>
              <a:spcBef>
                <a:spcPts val="0"/>
              </a:spcBef>
              <a:spcAft>
                <a:spcPts val="0"/>
              </a:spcAft>
              <a:buClr>
                <a:srgbClr val="000099"/>
              </a:buClr>
              <a:buSzPts val="2800"/>
              <a:buFont typeface="Noto Sans"/>
              <a:buChar char="▪"/>
            </a:pPr>
            <a:r>
              <a:rPr lang="en-US" sz="2800" b="0" i="0" u="none" strike="noStrike" cap="none">
                <a:solidFill>
                  <a:srgbClr val="000000"/>
                </a:solidFill>
                <a:latin typeface="Calibri"/>
                <a:ea typeface="Calibri"/>
                <a:cs typeface="Calibri"/>
                <a:sym typeface="Calibri"/>
              </a:rPr>
              <a:t>“I don’t know this name, but ask this server”</a:t>
            </a:r>
            <a:endParaRPr sz="2800" b="0" i="0" u="none" strike="noStrike" cap="none">
              <a:solidFill>
                <a:srgbClr val="000000"/>
              </a:solidFill>
              <a:latin typeface="Calibri"/>
              <a:ea typeface="Calibri"/>
              <a:cs typeface="Calibri"/>
              <a:sym typeface="Calibri"/>
            </a:endParaRPr>
          </a:p>
        </p:txBody>
      </p:sp>
      <p:sp>
        <p:nvSpPr>
          <p:cNvPr id="1063" name="Google Shape;1063;p22"/>
          <p:cNvSpPr txBox="1"/>
          <p:nvPr/>
        </p:nvSpPr>
        <p:spPr>
          <a:xfrm>
            <a:off x="4953226" y="3848735"/>
            <a:ext cx="1854995" cy="55399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requesting host at</a:t>
            </a:r>
            <a:endParaRPr sz="20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99"/>
              </a:buClr>
              <a:buSzPts val="1400"/>
              <a:buFont typeface="Arial"/>
              <a:buNone/>
            </a:pPr>
            <a:r>
              <a:rPr lang="en-US" sz="1400" b="0" i="1" u="none" strike="noStrike" cap="none">
                <a:solidFill>
                  <a:srgbClr val="000099"/>
                </a:solidFill>
                <a:latin typeface="Arial"/>
                <a:ea typeface="Arial"/>
                <a:cs typeface="Arial"/>
                <a:sym typeface="Arial"/>
              </a:rPr>
              <a:t>engineering.nyu.edu</a:t>
            </a:r>
            <a:endParaRPr sz="1400" b="0" i="1" u="none" strike="noStrike" cap="none">
              <a:solidFill>
                <a:srgbClr val="000099"/>
              </a:solidFill>
              <a:latin typeface="Arial"/>
              <a:ea typeface="Arial"/>
              <a:cs typeface="Arial"/>
              <a:sym typeface="Arial"/>
            </a:endParaRPr>
          </a:p>
        </p:txBody>
      </p:sp>
      <p:sp>
        <p:nvSpPr>
          <p:cNvPr id="1064" name="Google Shape;1064;p22"/>
          <p:cNvSpPr txBox="1"/>
          <p:nvPr/>
        </p:nvSpPr>
        <p:spPr>
          <a:xfrm>
            <a:off x="10182058" y="4237785"/>
            <a:ext cx="1878013" cy="3365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1" u="none" strike="noStrike" cap="none">
                <a:solidFill>
                  <a:srgbClr val="000000"/>
                </a:solidFill>
                <a:latin typeface="Arial"/>
                <a:ea typeface="Arial"/>
                <a:cs typeface="Arial"/>
                <a:sym typeface="Arial"/>
              </a:rPr>
              <a:t>gaia.cs.umass.edu</a:t>
            </a:r>
            <a:endParaRPr sz="1600" b="0" i="1" u="none" strike="noStrike" cap="none">
              <a:solidFill>
                <a:srgbClr val="000000"/>
              </a:solidFill>
              <a:latin typeface="Arial"/>
              <a:ea typeface="Arial"/>
              <a:cs typeface="Arial"/>
              <a:sym typeface="Arial"/>
            </a:endParaRPr>
          </a:p>
        </p:txBody>
      </p:sp>
      <p:sp>
        <p:nvSpPr>
          <p:cNvPr id="1065" name="Google Shape;1065;p22"/>
          <p:cNvSpPr txBox="1"/>
          <p:nvPr/>
        </p:nvSpPr>
        <p:spPr>
          <a:xfrm>
            <a:off x="8172896" y="1322438"/>
            <a:ext cx="2011363" cy="36671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root DNS server</a:t>
            </a:r>
            <a:endParaRPr sz="1600" b="0" i="0" u="none" strike="noStrike" cap="none">
              <a:solidFill>
                <a:srgbClr val="000000"/>
              </a:solidFill>
              <a:latin typeface="Arial"/>
              <a:ea typeface="Arial"/>
              <a:cs typeface="Arial"/>
              <a:sym typeface="Arial"/>
            </a:endParaRPr>
          </a:p>
        </p:txBody>
      </p:sp>
      <p:cxnSp>
        <p:nvCxnSpPr>
          <p:cNvPr id="1066" name="Google Shape;1066;p22"/>
          <p:cNvCxnSpPr/>
          <p:nvPr/>
        </p:nvCxnSpPr>
        <p:spPr>
          <a:xfrm>
            <a:off x="6489235" y="3275781"/>
            <a:ext cx="1196994" cy="0"/>
          </a:xfrm>
          <a:prstGeom prst="straightConnector1">
            <a:avLst/>
          </a:prstGeom>
          <a:noFill/>
          <a:ln w="28575" cap="flat" cmpd="sng">
            <a:solidFill>
              <a:srgbClr val="CC0000"/>
            </a:solidFill>
            <a:prstDash val="solid"/>
            <a:round/>
            <a:headEnd type="none" w="sm" len="sm"/>
            <a:tailEnd type="triangle" w="med" len="med"/>
          </a:ln>
        </p:spPr>
      </p:cxnSp>
      <p:cxnSp>
        <p:nvCxnSpPr>
          <p:cNvPr id="1067" name="Google Shape;1067;p22"/>
          <p:cNvCxnSpPr/>
          <p:nvPr/>
        </p:nvCxnSpPr>
        <p:spPr>
          <a:xfrm rot="10800000" flipH="1">
            <a:off x="7968785" y="2005693"/>
            <a:ext cx="914400" cy="971550"/>
          </a:xfrm>
          <a:prstGeom prst="straightConnector1">
            <a:avLst/>
          </a:prstGeom>
          <a:noFill/>
          <a:ln w="28575" cap="flat" cmpd="sng">
            <a:solidFill>
              <a:srgbClr val="CC0000"/>
            </a:solidFill>
            <a:prstDash val="solid"/>
            <a:round/>
            <a:headEnd type="none" w="sm" len="sm"/>
            <a:tailEnd type="triangle" w="med" len="med"/>
          </a:ln>
        </p:spPr>
      </p:cxnSp>
      <p:cxnSp>
        <p:nvCxnSpPr>
          <p:cNvPr id="1068" name="Google Shape;1068;p22"/>
          <p:cNvCxnSpPr/>
          <p:nvPr/>
        </p:nvCxnSpPr>
        <p:spPr>
          <a:xfrm rot="10800000" flipH="1">
            <a:off x="8254535" y="3167743"/>
            <a:ext cx="1485900" cy="9525"/>
          </a:xfrm>
          <a:prstGeom prst="straightConnector1">
            <a:avLst/>
          </a:prstGeom>
          <a:noFill/>
          <a:ln w="28575" cap="flat" cmpd="sng">
            <a:solidFill>
              <a:srgbClr val="CC0000"/>
            </a:solidFill>
            <a:prstDash val="solid"/>
            <a:round/>
            <a:headEnd type="none" w="sm" len="sm"/>
            <a:tailEnd type="triangle" w="med" len="med"/>
          </a:ln>
        </p:spPr>
      </p:cxnSp>
      <p:cxnSp>
        <p:nvCxnSpPr>
          <p:cNvPr id="1069" name="Google Shape;1069;p22"/>
          <p:cNvCxnSpPr/>
          <p:nvPr/>
        </p:nvCxnSpPr>
        <p:spPr>
          <a:xfrm rot="10800000">
            <a:off x="8254535" y="3339193"/>
            <a:ext cx="1419225" cy="0"/>
          </a:xfrm>
          <a:prstGeom prst="straightConnector1">
            <a:avLst/>
          </a:prstGeom>
          <a:noFill/>
          <a:ln w="28575" cap="flat" cmpd="sng">
            <a:solidFill>
              <a:srgbClr val="CC0000"/>
            </a:solidFill>
            <a:prstDash val="solid"/>
            <a:round/>
            <a:headEnd type="none" w="sm" len="sm"/>
            <a:tailEnd type="triangle" w="med" len="med"/>
          </a:ln>
        </p:spPr>
      </p:cxnSp>
      <p:cxnSp>
        <p:nvCxnSpPr>
          <p:cNvPr id="1070" name="Google Shape;1070;p22"/>
          <p:cNvCxnSpPr/>
          <p:nvPr/>
        </p:nvCxnSpPr>
        <p:spPr>
          <a:xfrm flipH="1">
            <a:off x="8178335" y="2234293"/>
            <a:ext cx="733425" cy="762000"/>
          </a:xfrm>
          <a:prstGeom prst="straightConnector1">
            <a:avLst/>
          </a:prstGeom>
          <a:noFill/>
          <a:ln w="28575" cap="flat" cmpd="sng">
            <a:solidFill>
              <a:srgbClr val="CC0000"/>
            </a:solidFill>
            <a:prstDash val="solid"/>
            <a:round/>
            <a:headEnd type="none" w="sm" len="sm"/>
            <a:tailEnd type="triangle" w="med" len="med"/>
          </a:ln>
        </p:spPr>
      </p:cxnSp>
      <p:cxnSp>
        <p:nvCxnSpPr>
          <p:cNvPr id="1071" name="Google Shape;1071;p22"/>
          <p:cNvCxnSpPr/>
          <p:nvPr/>
        </p:nvCxnSpPr>
        <p:spPr>
          <a:xfrm rot="10800000">
            <a:off x="6381511" y="3439703"/>
            <a:ext cx="1319232" cy="0"/>
          </a:xfrm>
          <a:prstGeom prst="straightConnector1">
            <a:avLst/>
          </a:prstGeom>
          <a:noFill/>
          <a:ln w="28575" cap="flat" cmpd="sng">
            <a:solidFill>
              <a:srgbClr val="CC0000"/>
            </a:solidFill>
            <a:prstDash val="solid"/>
            <a:round/>
            <a:headEnd type="none" w="sm" len="sm"/>
            <a:tailEnd type="triangle" w="med" len="med"/>
          </a:ln>
        </p:spPr>
      </p:cxnSp>
      <p:grpSp>
        <p:nvGrpSpPr>
          <p:cNvPr id="1072" name="Google Shape;1072;p22"/>
          <p:cNvGrpSpPr/>
          <p:nvPr/>
        </p:nvGrpSpPr>
        <p:grpSpPr>
          <a:xfrm>
            <a:off x="6759111" y="3847199"/>
            <a:ext cx="1876425" cy="554038"/>
            <a:chOff x="2838" y="2132"/>
            <a:chExt cx="1182" cy="349"/>
          </a:xfrm>
        </p:grpSpPr>
        <p:sp>
          <p:nvSpPr>
            <p:cNvPr id="1073" name="Google Shape;1073;p22"/>
            <p:cNvSpPr/>
            <p:nvPr/>
          </p:nvSpPr>
          <p:spPr>
            <a:xfrm>
              <a:off x="2838" y="2178"/>
              <a:ext cx="1182" cy="3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Arial"/>
                <a:ea typeface="Arial"/>
                <a:cs typeface="Arial"/>
                <a:sym typeface="Arial"/>
              </a:endParaRPr>
            </a:p>
          </p:txBody>
        </p:sp>
        <p:sp>
          <p:nvSpPr>
            <p:cNvPr id="1074" name="Google Shape;1074;p22"/>
            <p:cNvSpPr txBox="1"/>
            <p:nvPr/>
          </p:nvSpPr>
          <p:spPr>
            <a:xfrm>
              <a:off x="2887" y="2132"/>
              <a:ext cx="1085" cy="34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local DNS server</a:t>
              </a:r>
              <a:endParaRPr sz="20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99"/>
                </a:buClr>
                <a:buSzPts val="1400"/>
                <a:buFont typeface="Arial"/>
                <a:buNone/>
              </a:pPr>
              <a:r>
                <a:rPr lang="en-US" sz="1400" b="0" i="1" u="none" strike="noStrike" cap="none">
                  <a:solidFill>
                    <a:srgbClr val="000099"/>
                  </a:solidFill>
                  <a:latin typeface="Arial"/>
                  <a:ea typeface="Arial"/>
                  <a:cs typeface="Arial"/>
                  <a:sym typeface="Arial"/>
                </a:rPr>
                <a:t>dns.nyu.edu</a:t>
              </a:r>
              <a:endParaRPr sz="1400" b="0" i="1" u="none" strike="noStrike" cap="none">
                <a:solidFill>
                  <a:srgbClr val="000099"/>
                </a:solidFill>
                <a:latin typeface="Arial"/>
                <a:ea typeface="Arial"/>
                <a:cs typeface="Arial"/>
                <a:sym typeface="Arial"/>
              </a:endParaRPr>
            </a:p>
          </p:txBody>
        </p:sp>
      </p:grpSp>
      <p:sp>
        <p:nvSpPr>
          <p:cNvPr id="1075" name="Google Shape;1075;p22"/>
          <p:cNvSpPr txBox="1"/>
          <p:nvPr/>
        </p:nvSpPr>
        <p:spPr>
          <a:xfrm>
            <a:off x="6939499" y="2886705"/>
            <a:ext cx="311150" cy="36671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CC0000"/>
              </a:buClr>
              <a:buSzPts val="1800"/>
              <a:buFont typeface="Arial"/>
              <a:buNone/>
            </a:pPr>
            <a:r>
              <a:rPr lang="en-US" sz="1800" b="0" i="0" u="none" strike="noStrike" cap="none">
                <a:solidFill>
                  <a:srgbClr val="CC0000"/>
                </a:solidFill>
                <a:latin typeface="Arial"/>
                <a:ea typeface="Arial"/>
                <a:cs typeface="Arial"/>
                <a:sym typeface="Arial"/>
              </a:rPr>
              <a:t>1</a:t>
            </a:r>
            <a:endParaRPr sz="2400" b="0" i="0" u="none" strike="noStrike" cap="none">
              <a:solidFill>
                <a:srgbClr val="CC0000"/>
              </a:solidFill>
              <a:latin typeface="Arial"/>
              <a:ea typeface="Arial"/>
              <a:cs typeface="Arial"/>
              <a:sym typeface="Arial"/>
            </a:endParaRPr>
          </a:p>
        </p:txBody>
      </p:sp>
      <p:sp>
        <p:nvSpPr>
          <p:cNvPr id="1076" name="Google Shape;1076;p22"/>
          <p:cNvSpPr txBox="1"/>
          <p:nvPr/>
        </p:nvSpPr>
        <p:spPr>
          <a:xfrm>
            <a:off x="8108485" y="2223180"/>
            <a:ext cx="311150" cy="36671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CC0000"/>
              </a:buClr>
              <a:buSzPts val="1800"/>
              <a:buFont typeface="Arial"/>
              <a:buNone/>
            </a:pPr>
            <a:r>
              <a:rPr lang="en-US" sz="1800" b="0" i="0" u="none" strike="noStrike" cap="none">
                <a:solidFill>
                  <a:srgbClr val="CC0000"/>
                </a:solidFill>
                <a:latin typeface="Arial"/>
                <a:ea typeface="Arial"/>
                <a:cs typeface="Arial"/>
                <a:sym typeface="Arial"/>
              </a:rPr>
              <a:t>2</a:t>
            </a:r>
            <a:endParaRPr sz="2400" b="0" i="0" u="none" strike="noStrike" cap="none">
              <a:solidFill>
                <a:srgbClr val="CC0000"/>
              </a:solidFill>
              <a:latin typeface="Arial"/>
              <a:ea typeface="Arial"/>
              <a:cs typeface="Arial"/>
              <a:sym typeface="Arial"/>
            </a:endParaRPr>
          </a:p>
        </p:txBody>
      </p:sp>
      <p:sp>
        <p:nvSpPr>
          <p:cNvPr id="1077" name="Google Shape;1077;p22"/>
          <p:cNvSpPr txBox="1"/>
          <p:nvPr/>
        </p:nvSpPr>
        <p:spPr>
          <a:xfrm>
            <a:off x="8546635" y="2461305"/>
            <a:ext cx="311150" cy="36671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CC0000"/>
              </a:buClr>
              <a:buSzPts val="1800"/>
              <a:buFont typeface="Arial"/>
              <a:buNone/>
            </a:pPr>
            <a:r>
              <a:rPr lang="en-US" sz="1800" b="0" i="0" u="none" strike="noStrike" cap="none">
                <a:solidFill>
                  <a:srgbClr val="CC0000"/>
                </a:solidFill>
                <a:latin typeface="Arial"/>
                <a:ea typeface="Arial"/>
                <a:cs typeface="Arial"/>
                <a:sym typeface="Arial"/>
              </a:rPr>
              <a:t>3</a:t>
            </a:r>
            <a:endParaRPr sz="2400" b="0" i="0" u="none" strike="noStrike" cap="none">
              <a:solidFill>
                <a:srgbClr val="CC0000"/>
              </a:solidFill>
              <a:latin typeface="Arial"/>
              <a:ea typeface="Arial"/>
              <a:cs typeface="Arial"/>
              <a:sym typeface="Arial"/>
            </a:endParaRPr>
          </a:p>
        </p:txBody>
      </p:sp>
      <p:sp>
        <p:nvSpPr>
          <p:cNvPr id="1078" name="Google Shape;1078;p22"/>
          <p:cNvSpPr txBox="1"/>
          <p:nvPr/>
        </p:nvSpPr>
        <p:spPr>
          <a:xfrm>
            <a:off x="8860960" y="2870880"/>
            <a:ext cx="311150" cy="36671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CC0000"/>
              </a:buClr>
              <a:buSzPts val="1800"/>
              <a:buFont typeface="Arial"/>
              <a:buNone/>
            </a:pPr>
            <a:r>
              <a:rPr lang="en-US" sz="1800" b="0" i="0" u="none" strike="noStrike" cap="none">
                <a:solidFill>
                  <a:srgbClr val="CC0000"/>
                </a:solidFill>
                <a:latin typeface="Arial"/>
                <a:ea typeface="Arial"/>
                <a:cs typeface="Arial"/>
                <a:sym typeface="Arial"/>
              </a:rPr>
              <a:t>4</a:t>
            </a:r>
            <a:endParaRPr sz="2400" b="0" i="0" u="none" strike="noStrike" cap="none">
              <a:solidFill>
                <a:srgbClr val="CC0000"/>
              </a:solidFill>
              <a:latin typeface="Arial"/>
              <a:ea typeface="Arial"/>
              <a:cs typeface="Arial"/>
              <a:sym typeface="Arial"/>
            </a:endParaRPr>
          </a:p>
        </p:txBody>
      </p:sp>
      <p:sp>
        <p:nvSpPr>
          <p:cNvPr id="1079" name="Google Shape;1079;p22"/>
          <p:cNvSpPr txBox="1"/>
          <p:nvPr/>
        </p:nvSpPr>
        <p:spPr>
          <a:xfrm>
            <a:off x="8891123" y="3358243"/>
            <a:ext cx="311150" cy="36671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CC0000"/>
              </a:buClr>
              <a:buSzPts val="1800"/>
              <a:buFont typeface="Arial"/>
              <a:buNone/>
            </a:pPr>
            <a:r>
              <a:rPr lang="en-US" sz="1800" b="0" i="0" u="none" strike="noStrike" cap="none">
                <a:solidFill>
                  <a:srgbClr val="CC0000"/>
                </a:solidFill>
                <a:latin typeface="Arial"/>
                <a:ea typeface="Arial"/>
                <a:cs typeface="Arial"/>
                <a:sym typeface="Arial"/>
              </a:rPr>
              <a:t>5</a:t>
            </a:r>
            <a:endParaRPr sz="2400" b="0" i="0" u="none" strike="noStrike" cap="none">
              <a:solidFill>
                <a:srgbClr val="CC0000"/>
              </a:solidFill>
              <a:latin typeface="Arial"/>
              <a:ea typeface="Arial"/>
              <a:cs typeface="Arial"/>
              <a:sym typeface="Arial"/>
            </a:endParaRPr>
          </a:p>
        </p:txBody>
      </p:sp>
      <p:sp>
        <p:nvSpPr>
          <p:cNvPr id="1080" name="Google Shape;1080;p22"/>
          <p:cNvSpPr txBox="1"/>
          <p:nvPr/>
        </p:nvSpPr>
        <p:spPr>
          <a:xfrm>
            <a:off x="9488023" y="4398055"/>
            <a:ext cx="311150" cy="36671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CC0000"/>
              </a:buClr>
              <a:buSzPts val="1800"/>
              <a:buFont typeface="Arial"/>
              <a:buNone/>
            </a:pPr>
            <a:r>
              <a:rPr lang="en-US" sz="1800" b="0" i="0" u="none" strike="noStrike" cap="none">
                <a:solidFill>
                  <a:srgbClr val="CC0000"/>
                </a:solidFill>
                <a:latin typeface="Arial"/>
                <a:ea typeface="Arial"/>
                <a:cs typeface="Arial"/>
                <a:sym typeface="Arial"/>
              </a:rPr>
              <a:t>6</a:t>
            </a:r>
            <a:endParaRPr sz="2400" b="0" i="0" u="none" strike="noStrike" cap="none">
              <a:solidFill>
                <a:srgbClr val="CC0000"/>
              </a:solidFill>
              <a:latin typeface="Arial"/>
              <a:ea typeface="Arial"/>
              <a:cs typeface="Arial"/>
              <a:sym typeface="Arial"/>
            </a:endParaRPr>
          </a:p>
        </p:txBody>
      </p:sp>
      <p:sp>
        <p:nvSpPr>
          <p:cNvPr id="1081" name="Google Shape;1081;p22"/>
          <p:cNvSpPr txBox="1"/>
          <p:nvPr/>
        </p:nvSpPr>
        <p:spPr>
          <a:xfrm>
            <a:off x="8921285" y="5214030"/>
            <a:ext cx="2397125" cy="58102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authoritative DNS server</a:t>
            </a:r>
            <a:endParaRPr sz="2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Arial"/>
                <a:ea typeface="Arial"/>
                <a:cs typeface="Arial"/>
                <a:sym typeface="Arial"/>
              </a:rPr>
              <a:t>dns.cs.umass.edu</a:t>
            </a:r>
            <a:endParaRPr sz="1600" b="0" i="0" u="none" strike="noStrike" cap="none">
              <a:solidFill>
                <a:srgbClr val="000000"/>
              </a:solidFill>
              <a:latin typeface="Arial"/>
              <a:ea typeface="Arial"/>
              <a:cs typeface="Arial"/>
              <a:sym typeface="Arial"/>
            </a:endParaRPr>
          </a:p>
        </p:txBody>
      </p:sp>
      <p:sp>
        <p:nvSpPr>
          <p:cNvPr id="1082" name="Google Shape;1082;p22"/>
          <p:cNvSpPr txBox="1"/>
          <p:nvPr/>
        </p:nvSpPr>
        <p:spPr>
          <a:xfrm>
            <a:off x="8860960" y="4428218"/>
            <a:ext cx="311150" cy="36671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CC0000"/>
              </a:buClr>
              <a:buSzPts val="1800"/>
              <a:buFont typeface="Arial"/>
              <a:buNone/>
            </a:pPr>
            <a:r>
              <a:rPr lang="en-US" sz="1800" b="0" i="0" u="none" strike="noStrike" cap="none">
                <a:solidFill>
                  <a:srgbClr val="CC0000"/>
                </a:solidFill>
                <a:latin typeface="Arial"/>
                <a:ea typeface="Arial"/>
                <a:cs typeface="Arial"/>
                <a:sym typeface="Arial"/>
              </a:rPr>
              <a:t>7</a:t>
            </a:r>
            <a:endParaRPr sz="2400" b="0" i="0" u="none" strike="noStrike" cap="none">
              <a:solidFill>
                <a:srgbClr val="CC0000"/>
              </a:solidFill>
              <a:latin typeface="Arial"/>
              <a:ea typeface="Arial"/>
              <a:cs typeface="Arial"/>
              <a:sym typeface="Arial"/>
            </a:endParaRPr>
          </a:p>
        </p:txBody>
      </p:sp>
      <p:sp>
        <p:nvSpPr>
          <p:cNvPr id="1083" name="Google Shape;1083;p22"/>
          <p:cNvSpPr txBox="1"/>
          <p:nvPr/>
        </p:nvSpPr>
        <p:spPr>
          <a:xfrm>
            <a:off x="6940022" y="3470502"/>
            <a:ext cx="311150" cy="36671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CC0000"/>
              </a:buClr>
              <a:buSzPts val="1800"/>
              <a:buFont typeface="Arial"/>
              <a:buNone/>
            </a:pPr>
            <a:r>
              <a:rPr lang="en-US" sz="1800" b="0" i="0" u="none" strike="noStrike" cap="none">
                <a:solidFill>
                  <a:srgbClr val="CC0000"/>
                </a:solidFill>
                <a:latin typeface="Arial"/>
                <a:ea typeface="Arial"/>
                <a:cs typeface="Arial"/>
                <a:sym typeface="Arial"/>
              </a:rPr>
              <a:t>8</a:t>
            </a:r>
            <a:endParaRPr sz="2400" b="0" i="0" u="none" strike="noStrike" cap="none">
              <a:solidFill>
                <a:srgbClr val="CC0000"/>
              </a:solidFill>
              <a:latin typeface="Arial"/>
              <a:ea typeface="Arial"/>
              <a:cs typeface="Arial"/>
              <a:sym typeface="Arial"/>
            </a:endParaRPr>
          </a:p>
        </p:txBody>
      </p:sp>
      <p:cxnSp>
        <p:nvCxnSpPr>
          <p:cNvPr id="1084" name="Google Shape;1084;p22"/>
          <p:cNvCxnSpPr/>
          <p:nvPr/>
        </p:nvCxnSpPr>
        <p:spPr>
          <a:xfrm>
            <a:off x="8187860" y="3499530"/>
            <a:ext cx="1493838" cy="1314450"/>
          </a:xfrm>
          <a:prstGeom prst="straightConnector1">
            <a:avLst/>
          </a:prstGeom>
          <a:noFill/>
          <a:ln w="25400" cap="flat" cmpd="sng">
            <a:solidFill>
              <a:srgbClr val="CC0000"/>
            </a:solidFill>
            <a:prstDash val="solid"/>
            <a:round/>
            <a:headEnd type="none" w="sm" len="sm"/>
            <a:tailEnd type="triangle" w="med" len="med"/>
          </a:ln>
        </p:spPr>
      </p:cxnSp>
      <p:cxnSp>
        <p:nvCxnSpPr>
          <p:cNvPr id="1085" name="Google Shape;1085;p22"/>
          <p:cNvCxnSpPr/>
          <p:nvPr/>
        </p:nvCxnSpPr>
        <p:spPr>
          <a:xfrm rot="10800000">
            <a:off x="8148173" y="3624943"/>
            <a:ext cx="1493837" cy="1301750"/>
          </a:xfrm>
          <a:prstGeom prst="straightConnector1">
            <a:avLst/>
          </a:prstGeom>
          <a:noFill/>
          <a:ln w="25400" cap="flat" cmpd="sng">
            <a:solidFill>
              <a:srgbClr val="CC0000"/>
            </a:solidFill>
            <a:prstDash val="solid"/>
            <a:round/>
            <a:headEnd type="none" w="sm" len="sm"/>
            <a:tailEnd type="triangle" w="med" len="med"/>
          </a:ln>
        </p:spPr>
      </p:cxnSp>
      <p:sp>
        <p:nvSpPr>
          <p:cNvPr id="1086" name="Google Shape;1086;p22"/>
          <p:cNvSpPr txBox="1"/>
          <p:nvPr/>
        </p:nvSpPr>
        <p:spPr>
          <a:xfrm>
            <a:off x="8974583" y="2608490"/>
            <a:ext cx="2011362" cy="36671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TLD DNS server</a:t>
            </a:r>
            <a:endParaRPr sz="1600" b="0" i="0" u="none" strike="noStrike" cap="none">
              <a:solidFill>
                <a:srgbClr val="000000"/>
              </a:solidFill>
              <a:latin typeface="Arial"/>
              <a:ea typeface="Arial"/>
              <a:cs typeface="Arial"/>
              <a:sym typeface="Arial"/>
            </a:endParaRPr>
          </a:p>
        </p:txBody>
      </p:sp>
      <p:grpSp>
        <p:nvGrpSpPr>
          <p:cNvPr id="1087" name="Google Shape;1087;p22"/>
          <p:cNvGrpSpPr/>
          <p:nvPr/>
        </p:nvGrpSpPr>
        <p:grpSpPr>
          <a:xfrm flipH="1">
            <a:off x="10659797" y="4619665"/>
            <a:ext cx="787391" cy="614055"/>
            <a:chOff x="-44" y="1473"/>
            <a:chExt cx="981" cy="1105"/>
          </a:xfrm>
        </p:grpSpPr>
        <p:pic>
          <p:nvPicPr>
            <p:cNvPr id="1088" name="Google Shape;1088;p22" descr="desktop_computer_stylized_medium"/>
            <p:cNvPicPr preferRelativeResize="0"/>
            <p:nvPr/>
          </p:nvPicPr>
          <p:blipFill rotWithShape="1">
            <a:blip r:embed="rId3">
              <a:alphaModFix/>
            </a:blip>
            <a:srcRect/>
            <a:stretch/>
          </p:blipFill>
          <p:spPr>
            <a:xfrm flipH="1">
              <a:off x="-44" y="1473"/>
              <a:ext cx="981" cy="1105"/>
            </a:xfrm>
            <a:prstGeom prst="rect">
              <a:avLst/>
            </a:prstGeom>
            <a:noFill/>
            <a:ln>
              <a:noFill/>
            </a:ln>
          </p:spPr>
        </p:pic>
        <p:sp>
          <p:nvSpPr>
            <p:cNvPr id="1089" name="Google Shape;1089;p22"/>
            <p:cNvSpPr/>
            <p:nvPr/>
          </p:nvSpPr>
          <p:spPr>
            <a:xfrm flipH="1">
              <a:off x="374" y="1579"/>
              <a:ext cx="477" cy="506"/>
            </a:xfrm>
            <a:custGeom>
              <a:avLst/>
              <a:gdLst/>
              <a:ahLst/>
              <a:cxnLst/>
              <a:rect l="l" t="t" r="r" b="b"/>
              <a:pathLst>
                <a:path w="356" h="368" extrusionOk="0">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grpSp>
        <p:nvGrpSpPr>
          <p:cNvPr id="1090" name="Google Shape;1090;p22"/>
          <p:cNvGrpSpPr/>
          <p:nvPr/>
        </p:nvGrpSpPr>
        <p:grpSpPr>
          <a:xfrm>
            <a:off x="5483417" y="3053085"/>
            <a:ext cx="883580" cy="766310"/>
            <a:chOff x="-44" y="1473"/>
            <a:chExt cx="981" cy="1105"/>
          </a:xfrm>
        </p:grpSpPr>
        <p:pic>
          <p:nvPicPr>
            <p:cNvPr id="1091" name="Google Shape;1091;p22" descr="desktop_computer_stylized_medium"/>
            <p:cNvPicPr preferRelativeResize="0"/>
            <p:nvPr/>
          </p:nvPicPr>
          <p:blipFill rotWithShape="1">
            <a:blip r:embed="rId3">
              <a:alphaModFix/>
            </a:blip>
            <a:srcRect/>
            <a:stretch/>
          </p:blipFill>
          <p:spPr>
            <a:xfrm flipH="1">
              <a:off x="-44" y="1473"/>
              <a:ext cx="981" cy="1105"/>
            </a:xfrm>
            <a:prstGeom prst="rect">
              <a:avLst/>
            </a:prstGeom>
            <a:noFill/>
            <a:ln>
              <a:noFill/>
            </a:ln>
          </p:spPr>
        </p:pic>
        <p:sp>
          <p:nvSpPr>
            <p:cNvPr id="1092" name="Google Shape;1092;p22"/>
            <p:cNvSpPr/>
            <p:nvPr/>
          </p:nvSpPr>
          <p:spPr>
            <a:xfrm flipH="1">
              <a:off x="374" y="1579"/>
              <a:ext cx="477" cy="506"/>
            </a:xfrm>
            <a:custGeom>
              <a:avLst/>
              <a:gdLst/>
              <a:ahLst/>
              <a:cxnLst/>
              <a:rect l="l" t="t" r="r" b="b"/>
              <a:pathLst>
                <a:path w="356" h="368" extrusionOk="0">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grpSp>
        <p:nvGrpSpPr>
          <p:cNvPr id="1093" name="Google Shape;1093;p22"/>
          <p:cNvGrpSpPr/>
          <p:nvPr/>
        </p:nvGrpSpPr>
        <p:grpSpPr>
          <a:xfrm>
            <a:off x="9794410" y="4528230"/>
            <a:ext cx="390525" cy="641350"/>
            <a:chOff x="4140" y="429"/>
            <a:chExt cx="1425" cy="2396"/>
          </a:xfrm>
        </p:grpSpPr>
        <p:sp>
          <p:nvSpPr>
            <p:cNvPr id="1094" name="Google Shape;1094;p22"/>
            <p:cNvSpPr/>
            <p:nvPr/>
          </p:nvSpPr>
          <p:spPr>
            <a:xfrm>
              <a:off x="5268" y="433"/>
              <a:ext cx="283" cy="2286"/>
            </a:xfrm>
            <a:custGeom>
              <a:avLst/>
              <a:gdLst/>
              <a:ahLst/>
              <a:cxnLst/>
              <a:rect l="l" t="t" r="r" b="b"/>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095" name="Google Shape;1095;p22"/>
            <p:cNvSpPr/>
            <p:nvPr/>
          </p:nvSpPr>
          <p:spPr>
            <a:xfrm>
              <a:off x="4204" y="429"/>
              <a:ext cx="1048" cy="2283"/>
            </a:xfrm>
            <a:prstGeom prst="rect">
              <a:avLst/>
            </a:prstGeom>
            <a:gradFill>
              <a:gsLst>
                <a:gs pos="0">
                  <a:srgbClr val="292929"/>
                </a:gs>
                <a:gs pos="100000">
                  <a:srgbClr val="808080"/>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096" name="Google Shape;1096;p22"/>
            <p:cNvSpPr/>
            <p:nvPr/>
          </p:nvSpPr>
          <p:spPr>
            <a:xfrm>
              <a:off x="5321" y="570"/>
              <a:ext cx="169" cy="2115"/>
            </a:xfrm>
            <a:custGeom>
              <a:avLst/>
              <a:gdLst/>
              <a:ahLst/>
              <a:cxnLst/>
              <a:rect l="l" t="t" r="r" b="b"/>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097" name="Google Shape;1097;p22"/>
            <p:cNvSpPr/>
            <p:nvPr/>
          </p:nvSpPr>
          <p:spPr>
            <a:xfrm>
              <a:off x="5284" y="1640"/>
              <a:ext cx="263" cy="189"/>
            </a:xfrm>
            <a:custGeom>
              <a:avLst/>
              <a:gdLst/>
              <a:ahLst/>
              <a:cxnLst/>
              <a:rect l="l" t="t" r="r" b="b"/>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098" name="Google Shape;1098;p22"/>
            <p:cNvSpPr/>
            <p:nvPr/>
          </p:nvSpPr>
          <p:spPr>
            <a:xfrm>
              <a:off x="4210" y="696"/>
              <a:ext cx="597" cy="42"/>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nvGrpSpPr>
            <p:cNvPr id="1099" name="Google Shape;1099;p22"/>
            <p:cNvGrpSpPr/>
            <p:nvPr/>
          </p:nvGrpSpPr>
          <p:grpSpPr>
            <a:xfrm>
              <a:off x="4748" y="666"/>
              <a:ext cx="579" cy="148"/>
              <a:chOff x="613" y="2566"/>
              <a:chExt cx="723" cy="142"/>
            </a:xfrm>
          </p:grpSpPr>
          <p:sp>
            <p:nvSpPr>
              <p:cNvPr id="1100" name="Google Shape;1100;p22"/>
              <p:cNvSpPr/>
              <p:nvPr/>
            </p:nvSpPr>
            <p:spPr>
              <a:xfrm>
                <a:off x="613" y="2566"/>
                <a:ext cx="723" cy="142"/>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101" name="Google Shape;1101;p22"/>
              <p:cNvSpPr/>
              <p:nvPr/>
            </p:nvSpPr>
            <p:spPr>
              <a:xfrm>
                <a:off x="628" y="2583"/>
                <a:ext cx="694" cy="108"/>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sp>
          <p:nvSpPr>
            <p:cNvPr id="1102" name="Google Shape;1102;p22"/>
            <p:cNvSpPr/>
            <p:nvPr/>
          </p:nvSpPr>
          <p:spPr>
            <a:xfrm>
              <a:off x="4227" y="1016"/>
              <a:ext cx="591" cy="47"/>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nvGrpSpPr>
            <p:cNvPr id="1103" name="Google Shape;1103;p22"/>
            <p:cNvGrpSpPr/>
            <p:nvPr/>
          </p:nvGrpSpPr>
          <p:grpSpPr>
            <a:xfrm>
              <a:off x="4749" y="992"/>
              <a:ext cx="579" cy="136"/>
              <a:chOff x="616" y="2566"/>
              <a:chExt cx="723" cy="141"/>
            </a:xfrm>
          </p:grpSpPr>
          <p:sp>
            <p:nvSpPr>
              <p:cNvPr id="1104" name="Google Shape;1104;p22"/>
              <p:cNvSpPr/>
              <p:nvPr/>
            </p:nvSpPr>
            <p:spPr>
              <a:xfrm>
                <a:off x="616" y="2566"/>
                <a:ext cx="723" cy="141"/>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105" name="Google Shape;1105;p22"/>
              <p:cNvSpPr/>
              <p:nvPr/>
            </p:nvSpPr>
            <p:spPr>
              <a:xfrm>
                <a:off x="630" y="2585"/>
                <a:ext cx="694" cy="105"/>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sp>
          <p:nvSpPr>
            <p:cNvPr id="1106" name="Google Shape;1106;p22"/>
            <p:cNvSpPr/>
            <p:nvPr/>
          </p:nvSpPr>
          <p:spPr>
            <a:xfrm>
              <a:off x="4215" y="1360"/>
              <a:ext cx="597" cy="42"/>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107" name="Google Shape;1107;p22"/>
            <p:cNvSpPr/>
            <p:nvPr/>
          </p:nvSpPr>
          <p:spPr>
            <a:xfrm>
              <a:off x="4227" y="1657"/>
              <a:ext cx="597" cy="47"/>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nvGrpSpPr>
            <p:cNvPr id="1108" name="Google Shape;1108;p22"/>
            <p:cNvGrpSpPr/>
            <p:nvPr/>
          </p:nvGrpSpPr>
          <p:grpSpPr>
            <a:xfrm>
              <a:off x="4737" y="1627"/>
              <a:ext cx="580" cy="142"/>
              <a:chOff x="616" y="2568"/>
              <a:chExt cx="722" cy="131"/>
            </a:xfrm>
          </p:grpSpPr>
          <p:sp>
            <p:nvSpPr>
              <p:cNvPr id="1109" name="Google Shape;1109;p22"/>
              <p:cNvSpPr/>
              <p:nvPr/>
            </p:nvSpPr>
            <p:spPr>
              <a:xfrm>
                <a:off x="616" y="2568"/>
                <a:ext cx="722" cy="131"/>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110" name="Google Shape;1110;p22"/>
              <p:cNvSpPr/>
              <p:nvPr/>
            </p:nvSpPr>
            <p:spPr>
              <a:xfrm>
                <a:off x="630" y="2584"/>
                <a:ext cx="693" cy="104"/>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sp>
          <p:nvSpPr>
            <p:cNvPr id="1111" name="Google Shape;1111;p22"/>
            <p:cNvSpPr/>
            <p:nvPr/>
          </p:nvSpPr>
          <p:spPr>
            <a:xfrm>
              <a:off x="5288" y="1354"/>
              <a:ext cx="263" cy="188"/>
            </a:xfrm>
            <a:custGeom>
              <a:avLst/>
              <a:gdLst/>
              <a:ahLst/>
              <a:cxnLst/>
              <a:rect l="l" t="t" r="r" b="b"/>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nvGrpSpPr>
            <p:cNvPr id="1112" name="Google Shape;1112;p22"/>
            <p:cNvGrpSpPr/>
            <p:nvPr/>
          </p:nvGrpSpPr>
          <p:grpSpPr>
            <a:xfrm>
              <a:off x="4737" y="1325"/>
              <a:ext cx="585" cy="142"/>
              <a:chOff x="611" y="2566"/>
              <a:chExt cx="729" cy="142"/>
            </a:xfrm>
          </p:grpSpPr>
          <p:sp>
            <p:nvSpPr>
              <p:cNvPr id="1113" name="Google Shape;1113;p22"/>
              <p:cNvSpPr/>
              <p:nvPr/>
            </p:nvSpPr>
            <p:spPr>
              <a:xfrm>
                <a:off x="611" y="2566"/>
                <a:ext cx="729" cy="142"/>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114" name="Google Shape;1114;p22"/>
              <p:cNvSpPr/>
              <p:nvPr/>
            </p:nvSpPr>
            <p:spPr>
              <a:xfrm>
                <a:off x="626" y="2583"/>
                <a:ext cx="693" cy="107"/>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sp>
          <p:nvSpPr>
            <p:cNvPr id="1115" name="Google Shape;1115;p22"/>
            <p:cNvSpPr/>
            <p:nvPr/>
          </p:nvSpPr>
          <p:spPr>
            <a:xfrm>
              <a:off x="5252" y="429"/>
              <a:ext cx="64" cy="2289"/>
            </a:xfrm>
            <a:prstGeom prst="rect">
              <a:avLst/>
            </a:prstGeom>
            <a:gradFill>
              <a:gsLst>
                <a:gs pos="0">
                  <a:srgbClr val="333333"/>
                </a:gs>
                <a:gs pos="50000">
                  <a:srgbClr val="DDDDDD"/>
                </a:gs>
                <a:gs pos="100000">
                  <a:srgbClr val="333333"/>
                </a:gs>
              </a:gsLst>
              <a:lin ang="0" scaled="0"/>
            </a:gra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116" name="Google Shape;1116;p22"/>
            <p:cNvSpPr/>
            <p:nvPr/>
          </p:nvSpPr>
          <p:spPr>
            <a:xfrm>
              <a:off x="5312" y="1007"/>
              <a:ext cx="237" cy="213"/>
            </a:xfrm>
            <a:custGeom>
              <a:avLst/>
              <a:gdLst/>
              <a:ahLst/>
              <a:cxnLst/>
              <a:rect l="l" t="t" r="r" b="b"/>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117" name="Google Shape;1117;p22"/>
            <p:cNvSpPr/>
            <p:nvPr/>
          </p:nvSpPr>
          <p:spPr>
            <a:xfrm>
              <a:off x="5315" y="680"/>
              <a:ext cx="244" cy="240"/>
            </a:xfrm>
            <a:custGeom>
              <a:avLst/>
              <a:gdLst/>
              <a:ahLst/>
              <a:cxnLst/>
              <a:rect l="l" t="t" r="r" b="b"/>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118" name="Google Shape;1118;p22"/>
            <p:cNvSpPr/>
            <p:nvPr/>
          </p:nvSpPr>
          <p:spPr>
            <a:xfrm>
              <a:off x="5519" y="2611"/>
              <a:ext cx="46" cy="95"/>
            </a:xfrm>
            <a:prstGeom prst="ellipse">
              <a:avLst/>
            </a:prstGeom>
            <a:solidFill>
              <a:srgbClr val="3333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119" name="Google Shape;1119;p22"/>
            <p:cNvSpPr/>
            <p:nvPr/>
          </p:nvSpPr>
          <p:spPr>
            <a:xfrm>
              <a:off x="5302" y="2614"/>
              <a:ext cx="245" cy="200"/>
            </a:xfrm>
            <a:custGeom>
              <a:avLst/>
              <a:gdLst/>
              <a:ahLst/>
              <a:cxnLst/>
              <a:rect l="l" t="t" r="r" b="b"/>
              <a:pathLst>
                <a:path w="306" h="240" extrusionOk="0">
                  <a:moveTo>
                    <a:pt x="0" y="106"/>
                  </a:moveTo>
                  <a:lnTo>
                    <a:pt x="2" y="240"/>
                  </a:lnTo>
                  <a:lnTo>
                    <a:pt x="306" y="110"/>
                  </a:lnTo>
                  <a:lnTo>
                    <a:pt x="300" y="0"/>
                  </a:lnTo>
                  <a:lnTo>
                    <a:pt x="0" y="106"/>
                  </a:lnTo>
                  <a:close/>
                </a:path>
              </a:pathLst>
            </a:custGeom>
            <a:solidFill>
              <a:srgbClr val="33333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120" name="Google Shape;1120;p22"/>
            <p:cNvSpPr/>
            <p:nvPr/>
          </p:nvSpPr>
          <p:spPr>
            <a:xfrm>
              <a:off x="4140" y="2677"/>
              <a:ext cx="1199" cy="148"/>
            </a:xfrm>
            <a:prstGeom prst="roundRect">
              <a:avLst>
                <a:gd name="adj" fmla="val 50000"/>
              </a:avLst>
            </a:prstGeom>
            <a:solidFill>
              <a:srgbClr val="DDDDDD"/>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121" name="Google Shape;1121;p22"/>
            <p:cNvSpPr/>
            <p:nvPr/>
          </p:nvSpPr>
          <p:spPr>
            <a:xfrm>
              <a:off x="4204" y="2712"/>
              <a:ext cx="1072" cy="83"/>
            </a:xfrm>
            <a:prstGeom prst="roundRect">
              <a:avLst>
                <a:gd name="adj" fmla="val 50000"/>
              </a:avLst>
            </a:prstGeom>
            <a:gradFill>
              <a:gsLst>
                <a:gs pos="0">
                  <a:srgbClr val="000000"/>
                </a:gs>
                <a:gs pos="100000">
                  <a:srgbClr val="808080"/>
                </a:gs>
              </a:gsLst>
              <a:lin ang="0" scaled="0"/>
            </a:gra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122" name="Google Shape;1122;p22"/>
            <p:cNvSpPr/>
            <p:nvPr/>
          </p:nvSpPr>
          <p:spPr>
            <a:xfrm>
              <a:off x="4308" y="2380"/>
              <a:ext cx="156" cy="148"/>
            </a:xfrm>
            <a:prstGeom prst="ellipse">
              <a:avLst/>
            </a:prstGeom>
            <a:solidFill>
              <a:srgbClr val="33CC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123" name="Google Shape;1123;p22"/>
            <p:cNvSpPr/>
            <p:nvPr/>
          </p:nvSpPr>
          <p:spPr>
            <a:xfrm>
              <a:off x="4488" y="2386"/>
              <a:ext cx="156" cy="142"/>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rgbClr val="FF0000"/>
                </a:solidFill>
                <a:latin typeface="Arial"/>
                <a:ea typeface="Arial"/>
                <a:cs typeface="Arial"/>
                <a:sym typeface="Arial"/>
              </a:endParaRPr>
            </a:p>
          </p:txBody>
        </p:sp>
        <p:sp>
          <p:nvSpPr>
            <p:cNvPr id="1124" name="Google Shape;1124;p22"/>
            <p:cNvSpPr/>
            <p:nvPr/>
          </p:nvSpPr>
          <p:spPr>
            <a:xfrm>
              <a:off x="4661" y="2380"/>
              <a:ext cx="156" cy="142"/>
            </a:xfrm>
            <a:prstGeom prst="ellipse">
              <a:avLst/>
            </a:prstGeom>
            <a:solidFill>
              <a:srgbClr val="33CC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125" name="Google Shape;1125;p22"/>
            <p:cNvSpPr/>
            <p:nvPr/>
          </p:nvSpPr>
          <p:spPr>
            <a:xfrm>
              <a:off x="5061" y="1835"/>
              <a:ext cx="87" cy="759"/>
            </a:xfrm>
            <a:prstGeom prst="rect">
              <a:avLst/>
            </a:prstGeom>
            <a:solidFill>
              <a:srgbClr val="292929"/>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grpSp>
        <p:nvGrpSpPr>
          <p:cNvPr id="1126" name="Google Shape;1126;p22"/>
          <p:cNvGrpSpPr/>
          <p:nvPr/>
        </p:nvGrpSpPr>
        <p:grpSpPr>
          <a:xfrm>
            <a:off x="7790985" y="3015343"/>
            <a:ext cx="390525" cy="641350"/>
            <a:chOff x="4140" y="429"/>
            <a:chExt cx="1425" cy="2396"/>
          </a:xfrm>
        </p:grpSpPr>
        <p:sp>
          <p:nvSpPr>
            <p:cNvPr id="1127" name="Google Shape;1127;p22"/>
            <p:cNvSpPr/>
            <p:nvPr/>
          </p:nvSpPr>
          <p:spPr>
            <a:xfrm>
              <a:off x="5268" y="433"/>
              <a:ext cx="283" cy="2286"/>
            </a:xfrm>
            <a:custGeom>
              <a:avLst/>
              <a:gdLst/>
              <a:ahLst/>
              <a:cxnLst/>
              <a:rect l="l" t="t" r="r" b="b"/>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128" name="Google Shape;1128;p22"/>
            <p:cNvSpPr/>
            <p:nvPr/>
          </p:nvSpPr>
          <p:spPr>
            <a:xfrm>
              <a:off x="4204" y="429"/>
              <a:ext cx="1048" cy="2283"/>
            </a:xfrm>
            <a:prstGeom prst="rect">
              <a:avLst/>
            </a:prstGeom>
            <a:gradFill>
              <a:gsLst>
                <a:gs pos="0">
                  <a:srgbClr val="292929"/>
                </a:gs>
                <a:gs pos="100000">
                  <a:srgbClr val="808080"/>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129" name="Google Shape;1129;p22"/>
            <p:cNvSpPr/>
            <p:nvPr/>
          </p:nvSpPr>
          <p:spPr>
            <a:xfrm>
              <a:off x="5321" y="570"/>
              <a:ext cx="169" cy="2115"/>
            </a:xfrm>
            <a:custGeom>
              <a:avLst/>
              <a:gdLst/>
              <a:ahLst/>
              <a:cxnLst/>
              <a:rect l="l" t="t" r="r" b="b"/>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130" name="Google Shape;1130;p22"/>
            <p:cNvSpPr/>
            <p:nvPr/>
          </p:nvSpPr>
          <p:spPr>
            <a:xfrm>
              <a:off x="5284" y="1640"/>
              <a:ext cx="263" cy="189"/>
            </a:xfrm>
            <a:custGeom>
              <a:avLst/>
              <a:gdLst/>
              <a:ahLst/>
              <a:cxnLst/>
              <a:rect l="l" t="t" r="r" b="b"/>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131" name="Google Shape;1131;p22"/>
            <p:cNvSpPr/>
            <p:nvPr/>
          </p:nvSpPr>
          <p:spPr>
            <a:xfrm>
              <a:off x="4210" y="696"/>
              <a:ext cx="597" cy="42"/>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nvGrpSpPr>
            <p:cNvPr id="1132" name="Google Shape;1132;p22"/>
            <p:cNvGrpSpPr/>
            <p:nvPr/>
          </p:nvGrpSpPr>
          <p:grpSpPr>
            <a:xfrm>
              <a:off x="4748" y="666"/>
              <a:ext cx="579" cy="148"/>
              <a:chOff x="613" y="2566"/>
              <a:chExt cx="723" cy="142"/>
            </a:xfrm>
          </p:grpSpPr>
          <p:sp>
            <p:nvSpPr>
              <p:cNvPr id="1133" name="Google Shape;1133;p22"/>
              <p:cNvSpPr/>
              <p:nvPr/>
            </p:nvSpPr>
            <p:spPr>
              <a:xfrm>
                <a:off x="613" y="2566"/>
                <a:ext cx="723" cy="142"/>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134" name="Google Shape;1134;p22"/>
              <p:cNvSpPr/>
              <p:nvPr/>
            </p:nvSpPr>
            <p:spPr>
              <a:xfrm>
                <a:off x="628" y="2583"/>
                <a:ext cx="694" cy="108"/>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sp>
          <p:nvSpPr>
            <p:cNvPr id="1135" name="Google Shape;1135;p22"/>
            <p:cNvSpPr/>
            <p:nvPr/>
          </p:nvSpPr>
          <p:spPr>
            <a:xfrm>
              <a:off x="4227" y="1016"/>
              <a:ext cx="591" cy="47"/>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nvGrpSpPr>
            <p:cNvPr id="1136" name="Google Shape;1136;p22"/>
            <p:cNvGrpSpPr/>
            <p:nvPr/>
          </p:nvGrpSpPr>
          <p:grpSpPr>
            <a:xfrm>
              <a:off x="4749" y="992"/>
              <a:ext cx="579" cy="136"/>
              <a:chOff x="616" y="2566"/>
              <a:chExt cx="723" cy="141"/>
            </a:xfrm>
          </p:grpSpPr>
          <p:sp>
            <p:nvSpPr>
              <p:cNvPr id="1137" name="Google Shape;1137;p22"/>
              <p:cNvSpPr/>
              <p:nvPr/>
            </p:nvSpPr>
            <p:spPr>
              <a:xfrm>
                <a:off x="616" y="2566"/>
                <a:ext cx="723" cy="141"/>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138" name="Google Shape;1138;p22"/>
              <p:cNvSpPr/>
              <p:nvPr/>
            </p:nvSpPr>
            <p:spPr>
              <a:xfrm>
                <a:off x="630" y="2585"/>
                <a:ext cx="694" cy="105"/>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sp>
          <p:nvSpPr>
            <p:cNvPr id="1139" name="Google Shape;1139;p22"/>
            <p:cNvSpPr/>
            <p:nvPr/>
          </p:nvSpPr>
          <p:spPr>
            <a:xfrm>
              <a:off x="4215" y="1360"/>
              <a:ext cx="597" cy="42"/>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140" name="Google Shape;1140;p22"/>
            <p:cNvSpPr/>
            <p:nvPr/>
          </p:nvSpPr>
          <p:spPr>
            <a:xfrm>
              <a:off x="4227" y="1657"/>
              <a:ext cx="597" cy="47"/>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nvGrpSpPr>
            <p:cNvPr id="1141" name="Google Shape;1141;p22"/>
            <p:cNvGrpSpPr/>
            <p:nvPr/>
          </p:nvGrpSpPr>
          <p:grpSpPr>
            <a:xfrm>
              <a:off x="4737" y="1627"/>
              <a:ext cx="580" cy="142"/>
              <a:chOff x="616" y="2568"/>
              <a:chExt cx="722" cy="131"/>
            </a:xfrm>
          </p:grpSpPr>
          <p:sp>
            <p:nvSpPr>
              <p:cNvPr id="1142" name="Google Shape;1142;p22"/>
              <p:cNvSpPr/>
              <p:nvPr/>
            </p:nvSpPr>
            <p:spPr>
              <a:xfrm>
                <a:off x="616" y="2568"/>
                <a:ext cx="722" cy="131"/>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143" name="Google Shape;1143;p22"/>
              <p:cNvSpPr/>
              <p:nvPr/>
            </p:nvSpPr>
            <p:spPr>
              <a:xfrm>
                <a:off x="630" y="2584"/>
                <a:ext cx="693" cy="104"/>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sp>
          <p:nvSpPr>
            <p:cNvPr id="1144" name="Google Shape;1144;p22"/>
            <p:cNvSpPr/>
            <p:nvPr/>
          </p:nvSpPr>
          <p:spPr>
            <a:xfrm>
              <a:off x="5288" y="1354"/>
              <a:ext cx="263" cy="188"/>
            </a:xfrm>
            <a:custGeom>
              <a:avLst/>
              <a:gdLst/>
              <a:ahLst/>
              <a:cxnLst/>
              <a:rect l="l" t="t" r="r" b="b"/>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nvGrpSpPr>
            <p:cNvPr id="1145" name="Google Shape;1145;p22"/>
            <p:cNvGrpSpPr/>
            <p:nvPr/>
          </p:nvGrpSpPr>
          <p:grpSpPr>
            <a:xfrm>
              <a:off x="4737" y="1325"/>
              <a:ext cx="585" cy="142"/>
              <a:chOff x="611" y="2566"/>
              <a:chExt cx="729" cy="142"/>
            </a:xfrm>
          </p:grpSpPr>
          <p:sp>
            <p:nvSpPr>
              <p:cNvPr id="1146" name="Google Shape;1146;p22"/>
              <p:cNvSpPr/>
              <p:nvPr/>
            </p:nvSpPr>
            <p:spPr>
              <a:xfrm>
                <a:off x="611" y="2566"/>
                <a:ext cx="729" cy="142"/>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147" name="Google Shape;1147;p22"/>
              <p:cNvSpPr/>
              <p:nvPr/>
            </p:nvSpPr>
            <p:spPr>
              <a:xfrm>
                <a:off x="626" y="2583"/>
                <a:ext cx="693" cy="107"/>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sp>
          <p:nvSpPr>
            <p:cNvPr id="1148" name="Google Shape;1148;p22"/>
            <p:cNvSpPr/>
            <p:nvPr/>
          </p:nvSpPr>
          <p:spPr>
            <a:xfrm>
              <a:off x="5252" y="429"/>
              <a:ext cx="64" cy="2289"/>
            </a:xfrm>
            <a:prstGeom prst="rect">
              <a:avLst/>
            </a:prstGeom>
            <a:gradFill>
              <a:gsLst>
                <a:gs pos="0">
                  <a:srgbClr val="333333"/>
                </a:gs>
                <a:gs pos="50000">
                  <a:srgbClr val="DDDDDD"/>
                </a:gs>
                <a:gs pos="100000">
                  <a:srgbClr val="333333"/>
                </a:gs>
              </a:gsLst>
              <a:lin ang="0" scaled="0"/>
            </a:gra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149" name="Google Shape;1149;p22"/>
            <p:cNvSpPr/>
            <p:nvPr/>
          </p:nvSpPr>
          <p:spPr>
            <a:xfrm>
              <a:off x="5312" y="1007"/>
              <a:ext cx="237" cy="213"/>
            </a:xfrm>
            <a:custGeom>
              <a:avLst/>
              <a:gdLst/>
              <a:ahLst/>
              <a:cxnLst/>
              <a:rect l="l" t="t" r="r" b="b"/>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150" name="Google Shape;1150;p22"/>
            <p:cNvSpPr/>
            <p:nvPr/>
          </p:nvSpPr>
          <p:spPr>
            <a:xfrm>
              <a:off x="5315" y="680"/>
              <a:ext cx="244" cy="240"/>
            </a:xfrm>
            <a:custGeom>
              <a:avLst/>
              <a:gdLst/>
              <a:ahLst/>
              <a:cxnLst/>
              <a:rect l="l" t="t" r="r" b="b"/>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151" name="Google Shape;1151;p22"/>
            <p:cNvSpPr/>
            <p:nvPr/>
          </p:nvSpPr>
          <p:spPr>
            <a:xfrm>
              <a:off x="5519" y="2611"/>
              <a:ext cx="46" cy="95"/>
            </a:xfrm>
            <a:prstGeom prst="ellipse">
              <a:avLst/>
            </a:prstGeom>
            <a:solidFill>
              <a:srgbClr val="3333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152" name="Google Shape;1152;p22"/>
            <p:cNvSpPr/>
            <p:nvPr/>
          </p:nvSpPr>
          <p:spPr>
            <a:xfrm>
              <a:off x="5302" y="2614"/>
              <a:ext cx="245" cy="200"/>
            </a:xfrm>
            <a:custGeom>
              <a:avLst/>
              <a:gdLst/>
              <a:ahLst/>
              <a:cxnLst/>
              <a:rect l="l" t="t" r="r" b="b"/>
              <a:pathLst>
                <a:path w="306" h="240" extrusionOk="0">
                  <a:moveTo>
                    <a:pt x="0" y="106"/>
                  </a:moveTo>
                  <a:lnTo>
                    <a:pt x="2" y="240"/>
                  </a:lnTo>
                  <a:lnTo>
                    <a:pt x="306" y="110"/>
                  </a:lnTo>
                  <a:lnTo>
                    <a:pt x="300" y="0"/>
                  </a:lnTo>
                  <a:lnTo>
                    <a:pt x="0" y="106"/>
                  </a:lnTo>
                  <a:close/>
                </a:path>
              </a:pathLst>
            </a:custGeom>
            <a:solidFill>
              <a:srgbClr val="33333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153" name="Google Shape;1153;p22"/>
            <p:cNvSpPr/>
            <p:nvPr/>
          </p:nvSpPr>
          <p:spPr>
            <a:xfrm>
              <a:off x="4140" y="2677"/>
              <a:ext cx="1199" cy="148"/>
            </a:xfrm>
            <a:prstGeom prst="roundRect">
              <a:avLst>
                <a:gd name="adj" fmla="val 50000"/>
              </a:avLst>
            </a:prstGeom>
            <a:solidFill>
              <a:srgbClr val="DDDDDD"/>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154" name="Google Shape;1154;p22"/>
            <p:cNvSpPr/>
            <p:nvPr/>
          </p:nvSpPr>
          <p:spPr>
            <a:xfrm>
              <a:off x="4204" y="2712"/>
              <a:ext cx="1072" cy="83"/>
            </a:xfrm>
            <a:prstGeom prst="roundRect">
              <a:avLst>
                <a:gd name="adj" fmla="val 50000"/>
              </a:avLst>
            </a:prstGeom>
            <a:gradFill>
              <a:gsLst>
                <a:gs pos="0">
                  <a:srgbClr val="000000"/>
                </a:gs>
                <a:gs pos="100000">
                  <a:srgbClr val="808080"/>
                </a:gs>
              </a:gsLst>
              <a:lin ang="0" scaled="0"/>
            </a:gra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155" name="Google Shape;1155;p22"/>
            <p:cNvSpPr/>
            <p:nvPr/>
          </p:nvSpPr>
          <p:spPr>
            <a:xfrm>
              <a:off x="4308" y="2380"/>
              <a:ext cx="156" cy="148"/>
            </a:xfrm>
            <a:prstGeom prst="ellipse">
              <a:avLst/>
            </a:prstGeom>
            <a:solidFill>
              <a:srgbClr val="33CC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156" name="Google Shape;1156;p22"/>
            <p:cNvSpPr/>
            <p:nvPr/>
          </p:nvSpPr>
          <p:spPr>
            <a:xfrm>
              <a:off x="4488" y="2386"/>
              <a:ext cx="156" cy="142"/>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rgbClr val="FF0000"/>
                </a:solidFill>
                <a:latin typeface="Arial"/>
                <a:ea typeface="Arial"/>
                <a:cs typeface="Arial"/>
                <a:sym typeface="Arial"/>
              </a:endParaRPr>
            </a:p>
          </p:txBody>
        </p:sp>
        <p:sp>
          <p:nvSpPr>
            <p:cNvPr id="1157" name="Google Shape;1157;p22"/>
            <p:cNvSpPr/>
            <p:nvPr/>
          </p:nvSpPr>
          <p:spPr>
            <a:xfrm>
              <a:off x="4661" y="2380"/>
              <a:ext cx="156" cy="142"/>
            </a:xfrm>
            <a:prstGeom prst="ellipse">
              <a:avLst/>
            </a:prstGeom>
            <a:solidFill>
              <a:srgbClr val="33CC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158" name="Google Shape;1158;p22"/>
            <p:cNvSpPr/>
            <p:nvPr/>
          </p:nvSpPr>
          <p:spPr>
            <a:xfrm>
              <a:off x="5061" y="1835"/>
              <a:ext cx="87" cy="759"/>
            </a:xfrm>
            <a:prstGeom prst="rect">
              <a:avLst/>
            </a:prstGeom>
            <a:solidFill>
              <a:srgbClr val="292929"/>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grpSp>
        <p:nvGrpSpPr>
          <p:cNvPr id="1159" name="Google Shape;1159;p22"/>
          <p:cNvGrpSpPr/>
          <p:nvPr/>
        </p:nvGrpSpPr>
        <p:grpSpPr>
          <a:xfrm>
            <a:off x="8945098" y="1753280"/>
            <a:ext cx="390525" cy="641350"/>
            <a:chOff x="4140" y="429"/>
            <a:chExt cx="1425" cy="2396"/>
          </a:xfrm>
        </p:grpSpPr>
        <p:sp>
          <p:nvSpPr>
            <p:cNvPr id="1160" name="Google Shape;1160;p22"/>
            <p:cNvSpPr/>
            <p:nvPr/>
          </p:nvSpPr>
          <p:spPr>
            <a:xfrm>
              <a:off x="5268" y="433"/>
              <a:ext cx="283" cy="2286"/>
            </a:xfrm>
            <a:custGeom>
              <a:avLst/>
              <a:gdLst/>
              <a:ahLst/>
              <a:cxnLst/>
              <a:rect l="l" t="t" r="r" b="b"/>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161" name="Google Shape;1161;p22"/>
            <p:cNvSpPr/>
            <p:nvPr/>
          </p:nvSpPr>
          <p:spPr>
            <a:xfrm>
              <a:off x="4204" y="429"/>
              <a:ext cx="1048" cy="2283"/>
            </a:xfrm>
            <a:prstGeom prst="rect">
              <a:avLst/>
            </a:prstGeom>
            <a:gradFill>
              <a:gsLst>
                <a:gs pos="0">
                  <a:srgbClr val="292929"/>
                </a:gs>
                <a:gs pos="100000">
                  <a:srgbClr val="808080"/>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162" name="Google Shape;1162;p22"/>
            <p:cNvSpPr/>
            <p:nvPr/>
          </p:nvSpPr>
          <p:spPr>
            <a:xfrm>
              <a:off x="5321" y="570"/>
              <a:ext cx="169" cy="2115"/>
            </a:xfrm>
            <a:custGeom>
              <a:avLst/>
              <a:gdLst/>
              <a:ahLst/>
              <a:cxnLst/>
              <a:rect l="l" t="t" r="r" b="b"/>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163" name="Google Shape;1163;p22"/>
            <p:cNvSpPr/>
            <p:nvPr/>
          </p:nvSpPr>
          <p:spPr>
            <a:xfrm>
              <a:off x="5284" y="1640"/>
              <a:ext cx="263" cy="189"/>
            </a:xfrm>
            <a:custGeom>
              <a:avLst/>
              <a:gdLst/>
              <a:ahLst/>
              <a:cxnLst/>
              <a:rect l="l" t="t" r="r" b="b"/>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164" name="Google Shape;1164;p22"/>
            <p:cNvSpPr/>
            <p:nvPr/>
          </p:nvSpPr>
          <p:spPr>
            <a:xfrm>
              <a:off x="4210" y="696"/>
              <a:ext cx="597" cy="42"/>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nvGrpSpPr>
            <p:cNvPr id="1165" name="Google Shape;1165;p22"/>
            <p:cNvGrpSpPr/>
            <p:nvPr/>
          </p:nvGrpSpPr>
          <p:grpSpPr>
            <a:xfrm>
              <a:off x="4748" y="666"/>
              <a:ext cx="579" cy="148"/>
              <a:chOff x="613" y="2566"/>
              <a:chExt cx="723" cy="142"/>
            </a:xfrm>
          </p:grpSpPr>
          <p:sp>
            <p:nvSpPr>
              <p:cNvPr id="1166" name="Google Shape;1166;p22"/>
              <p:cNvSpPr/>
              <p:nvPr/>
            </p:nvSpPr>
            <p:spPr>
              <a:xfrm>
                <a:off x="613" y="2566"/>
                <a:ext cx="723" cy="142"/>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167" name="Google Shape;1167;p22"/>
              <p:cNvSpPr/>
              <p:nvPr/>
            </p:nvSpPr>
            <p:spPr>
              <a:xfrm>
                <a:off x="627" y="2583"/>
                <a:ext cx="694" cy="108"/>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sp>
          <p:nvSpPr>
            <p:cNvPr id="1168" name="Google Shape;1168;p22"/>
            <p:cNvSpPr/>
            <p:nvPr/>
          </p:nvSpPr>
          <p:spPr>
            <a:xfrm>
              <a:off x="4227" y="1016"/>
              <a:ext cx="591" cy="47"/>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nvGrpSpPr>
            <p:cNvPr id="1169" name="Google Shape;1169;p22"/>
            <p:cNvGrpSpPr/>
            <p:nvPr/>
          </p:nvGrpSpPr>
          <p:grpSpPr>
            <a:xfrm>
              <a:off x="4749" y="992"/>
              <a:ext cx="579" cy="136"/>
              <a:chOff x="616" y="2566"/>
              <a:chExt cx="723" cy="141"/>
            </a:xfrm>
          </p:grpSpPr>
          <p:sp>
            <p:nvSpPr>
              <p:cNvPr id="1170" name="Google Shape;1170;p22"/>
              <p:cNvSpPr/>
              <p:nvPr/>
            </p:nvSpPr>
            <p:spPr>
              <a:xfrm>
                <a:off x="616" y="2566"/>
                <a:ext cx="723" cy="141"/>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171" name="Google Shape;1171;p22"/>
              <p:cNvSpPr/>
              <p:nvPr/>
            </p:nvSpPr>
            <p:spPr>
              <a:xfrm>
                <a:off x="630" y="2585"/>
                <a:ext cx="694" cy="105"/>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sp>
          <p:nvSpPr>
            <p:cNvPr id="1172" name="Google Shape;1172;p22"/>
            <p:cNvSpPr/>
            <p:nvPr/>
          </p:nvSpPr>
          <p:spPr>
            <a:xfrm>
              <a:off x="4215" y="1360"/>
              <a:ext cx="597" cy="42"/>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173" name="Google Shape;1173;p22"/>
            <p:cNvSpPr/>
            <p:nvPr/>
          </p:nvSpPr>
          <p:spPr>
            <a:xfrm>
              <a:off x="4227" y="1657"/>
              <a:ext cx="597" cy="47"/>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nvGrpSpPr>
            <p:cNvPr id="1174" name="Google Shape;1174;p22"/>
            <p:cNvGrpSpPr/>
            <p:nvPr/>
          </p:nvGrpSpPr>
          <p:grpSpPr>
            <a:xfrm>
              <a:off x="4737" y="1627"/>
              <a:ext cx="580" cy="142"/>
              <a:chOff x="616" y="2568"/>
              <a:chExt cx="722" cy="131"/>
            </a:xfrm>
          </p:grpSpPr>
          <p:sp>
            <p:nvSpPr>
              <p:cNvPr id="1175" name="Google Shape;1175;p22"/>
              <p:cNvSpPr/>
              <p:nvPr/>
            </p:nvSpPr>
            <p:spPr>
              <a:xfrm>
                <a:off x="616" y="2568"/>
                <a:ext cx="722" cy="131"/>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176" name="Google Shape;1176;p22"/>
              <p:cNvSpPr/>
              <p:nvPr/>
            </p:nvSpPr>
            <p:spPr>
              <a:xfrm>
                <a:off x="630" y="2584"/>
                <a:ext cx="693" cy="104"/>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sp>
          <p:nvSpPr>
            <p:cNvPr id="1177" name="Google Shape;1177;p22"/>
            <p:cNvSpPr/>
            <p:nvPr/>
          </p:nvSpPr>
          <p:spPr>
            <a:xfrm>
              <a:off x="5288" y="1354"/>
              <a:ext cx="263" cy="188"/>
            </a:xfrm>
            <a:custGeom>
              <a:avLst/>
              <a:gdLst/>
              <a:ahLst/>
              <a:cxnLst/>
              <a:rect l="l" t="t" r="r" b="b"/>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nvGrpSpPr>
            <p:cNvPr id="1178" name="Google Shape;1178;p22"/>
            <p:cNvGrpSpPr/>
            <p:nvPr/>
          </p:nvGrpSpPr>
          <p:grpSpPr>
            <a:xfrm>
              <a:off x="4737" y="1325"/>
              <a:ext cx="585" cy="142"/>
              <a:chOff x="611" y="2566"/>
              <a:chExt cx="729" cy="142"/>
            </a:xfrm>
          </p:grpSpPr>
          <p:sp>
            <p:nvSpPr>
              <p:cNvPr id="1179" name="Google Shape;1179;p22"/>
              <p:cNvSpPr/>
              <p:nvPr/>
            </p:nvSpPr>
            <p:spPr>
              <a:xfrm>
                <a:off x="611" y="2566"/>
                <a:ext cx="729" cy="142"/>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180" name="Google Shape;1180;p22"/>
              <p:cNvSpPr/>
              <p:nvPr/>
            </p:nvSpPr>
            <p:spPr>
              <a:xfrm>
                <a:off x="625" y="2583"/>
                <a:ext cx="693" cy="107"/>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sp>
          <p:nvSpPr>
            <p:cNvPr id="1181" name="Google Shape;1181;p22"/>
            <p:cNvSpPr/>
            <p:nvPr/>
          </p:nvSpPr>
          <p:spPr>
            <a:xfrm>
              <a:off x="5252" y="429"/>
              <a:ext cx="64" cy="2289"/>
            </a:xfrm>
            <a:prstGeom prst="rect">
              <a:avLst/>
            </a:prstGeom>
            <a:gradFill>
              <a:gsLst>
                <a:gs pos="0">
                  <a:srgbClr val="333333"/>
                </a:gs>
                <a:gs pos="50000">
                  <a:srgbClr val="DDDDDD"/>
                </a:gs>
                <a:gs pos="100000">
                  <a:srgbClr val="333333"/>
                </a:gs>
              </a:gsLst>
              <a:lin ang="0" scaled="0"/>
            </a:gra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182" name="Google Shape;1182;p22"/>
            <p:cNvSpPr/>
            <p:nvPr/>
          </p:nvSpPr>
          <p:spPr>
            <a:xfrm>
              <a:off x="5312" y="1007"/>
              <a:ext cx="237" cy="213"/>
            </a:xfrm>
            <a:custGeom>
              <a:avLst/>
              <a:gdLst/>
              <a:ahLst/>
              <a:cxnLst/>
              <a:rect l="l" t="t" r="r" b="b"/>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183" name="Google Shape;1183;p22"/>
            <p:cNvSpPr/>
            <p:nvPr/>
          </p:nvSpPr>
          <p:spPr>
            <a:xfrm>
              <a:off x="5315" y="680"/>
              <a:ext cx="244" cy="240"/>
            </a:xfrm>
            <a:custGeom>
              <a:avLst/>
              <a:gdLst/>
              <a:ahLst/>
              <a:cxnLst/>
              <a:rect l="l" t="t" r="r" b="b"/>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184" name="Google Shape;1184;p22"/>
            <p:cNvSpPr/>
            <p:nvPr/>
          </p:nvSpPr>
          <p:spPr>
            <a:xfrm>
              <a:off x="5519" y="2611"/>
              <a:ext cx="46" cy="95"/>
            </a:xfrm>
            <a:prstGeom prst="ellipse">
              <a:avLst/>
            </a:prstGeom>
            <a:solidFill>
              <a:srgbClr val="3333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185" name="Google Shape;1185;p22"/>
            <p:cNvSpPr/>
            <p:nvPr/>
          </p:nvSpPr>
          <p:spPr>
            <a:xfrm>
              <a:off x="5302" y="2614"/>
              <a:ext cx="245" cy="200"/>
            </a:xfrm>
            <a:custGeom>
              <a:avLst/>
              <a:gdLst/>
              <a:ahLst/>
              <a:cxnLst/>
              <a:rect l="l" t="t" r="r" b="b"/>
              <a:pathLst>
                <a:path w="306" h="240" extrusionOk="0">
                  <a:moveTo>
                    <a:pt x="0" y="106"/>
                  </a:moveTo>
                  <a:lnTo>
                    <a:pt x="2" y="240"/>
                  </a:lnTo>
                  <a:lnTo>
                    <a:pt x="306" y="110"/>
                  </a:lnTo>
                  <a:lnTo>
                    <a:pt x="300" y="0"/>
                  </a:lnTo>
                  <a:lnTo>
                    <a:pt x="0" y="106"/>
                  </a:lnTo>
                  <a:close/>
                </a:path>
              </a:pathLst>
            </a:custGeom>
            <a:solidFill>
              <a:srgbClr val="33333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186" name="Google Shape;1186;p22"/>
            <p:cNvSpPr/>
            <p:nvPr/>
          </p:nvSpPr>
          <p:spPr>
            <a:xfrm>
              <a:off x="4140" y="2677"/>
              <a:ext cx="1199" cy="148"/>
            </a:xfrm>
            <a:prstGeom prst="roundRect">
              <a:avLst>
                <a:gd name="adj" fmla="val 50000"/>
              </a:avLst>
            </a:prstGeom>
            <a:solidFill>
              <a:srgbClr val="DDDDDD"/>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187" name="Google Shape;1187;p22"/>
            <p:cNvSpPr/>
            <p:nvPr/>
          </p:nvSpPr>
          <p:spPr>
            <a:xfrm>
              <a:off x="4204" y="2712"/>
              <a:ext cx="1072" cy="83"/>
            </a:xfrm>
            <a:prstGeom prst="roundRect">
              <a:avLst>
                <a:gd name="adj" fmla="val 50000"/>
              </a:avLst>
            </a:prstGeom>
            <a:gradFill>
              <a:gsLst>
                <a:gs pos="0">
                  <a:srgbClr val="000000"/>
                </a:gs>
                <a:gs pos="100000">
                  <a:srgbClr val="808080"/>
                </a:gs>
              </a:gsLst>
              <a:lin ang="0" scaled="0"/>
            </a:gra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188" name="Google Shape;1188;p22"/>
            <p:cNvSpPr/>
            <p:nvPr/>
          </p:nvSpPr>
          <p:spPr>
            <a:xfrm>
              <a:off x="4308" y="2380"/>
              <a:ext cx="156" cy="148"/>
            </a:xfrm>
            <a:prstGeom prst="ellipse">
              <a:avLst/>
            </a:prstGeom>
            <a:solidFill>
              <a:srgbClr val="33CC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189" name="Google Shape;1189;p22"/>
            <p:cNvSpPr/>
            <p:nvPr/>
          </p:nvSpPr>
          <p:spPr>
            <a:xfrm>
              <a:off x="4488" y="2386"/>
              <a:ext cx="156" cy="142"/>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rgbClr val="FF0000"/>
                </a:solidFill>
                <a:latin typeface="Arial"/>
                <a:ea typeface="Arial"/>
                <a:cs typeface="Arial"/>
                <a:sym typeface="Arial"/>
              </a:endParaRPr>
            </a:p>
          </p:txBody>
        </p:sp>
        <p:sp>
          <p:nvSpPr>
            <p:cNvPr id="1190" name="Google Shape;1190;p22"/>
            <p:cNvSpPr/>
            <p:nvPr/>
          </p:nvSpPr>
          <p:spPr>
            <a:xfrm>
              <a:off x="4661" y="2380"/>
              <a:ext cx="156" cy="142"/>
            </a:xfrm>
            <a:prstGeom prst="ellipse">
              <a:avLst/>
            </a:prstGeom>
            <a:solidFill>
              <a:srgbClr val="33CC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191" name="Google Shape;1191;p22"/>
            <p:cNvSpPr/>
            <p:nvPr/>
          </p:nvSpPr>
          <p:spPr>
            <a:xfrm>
              <a:off x="5061" y="1835"/>
              <a:ext cx="87" cy="759"/>
            </a:xfrm>
            <a:prstGeom prst="rect">
              <a:avLst/>
            </a:prstGeom>
            <a:solidFill>
              <a:srgbClr val="292929"/>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grpSp>
        <p:nvGrpSpPr>
          <p:cNvPr id="1192" name="Google Shape;1192;p22"/>
          <p:cNvGrpSpPr/>
          <p:nvPr/>
        </p:nvGrpSpPr>
        <p:grpSpPr>
          <a:xfrm>
            <a:off x="9761073" y="3005818"/>
            <a:ext cx="390525" cy="641350"/>
            <a:chOff x="4140" y="429"/>
            <a:chExt cx="1425" cy="2396"/>
          </a:xfrm>
        </p:grpSpPr>
        <p:sp>
          <p:nvSpPr>
            <p:cNvPr id="1193" name="Google Shape;1193;p22"/>
            <p:cNvSpPr/>
            <p:nvPr/>
          </p:nvSpPr>
          <p:spPr>
            <a:xfrm>
              <a:off x="5268" y="433"/>
              <a:ext cx="283" cy="2286"/>
            </a:xfrm>
            <a:custGeom>
              <a:avLst/>
              <a:gdLst/>
              <a:ahLst/>
              <a:cxnLst/>
              <a:rect l="l" t="t" r="r" b="b"/>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194" name="Google Shape;1194;p22"/>
            <p:cNvSpPr/>
            <p:nvPr/>
          </p:nvSpPr>
          <p:spPr>
            <a:xfrm>
              <a:off x="4204" y="429"/>
              <a:ext cx="1048" cy="2283"/>
            </a:xfrm>
            <a:prstGeom prst="rect">
              <a:avLst/>
            </a:prstGeom>
            <a:gradFill>
              <a:gsLst>
                <a:gs pos="0">
                  <a:srgbClr val="292929"/>
                </a:gs>
                <a:gs pos="100000">
                  <a:srgbClr val="808080"/>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195" name="Google Shape;1195;p22"/>
            <p:cNvSpPr/>
            <p:nvPr/>
          </p:nvSpPr>
          <p:spPr>
            <a:xfrm>
              <a:off x="5321" y="570"/>
              <a:ext cx="169" cy="2115"/>
            </a:xfrm>
            <a:custGeom>
              <a:avLst/>
              <a:gdLst/>
              <a:ahLst/>
              <a:cxnLst/>
              <a:rect l="l" t="t" r="r" b="b"/>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196" name="Google Shape;1196;p22"/>
            <p:cNvSpPr/>
            <p:nvPr/>
          </p:nvSpPr>
          <p:spPr>
            <a:xfrm>
              <a:off x="5284" y="1640"/>
              <a:ext cx="263" cy="189"/>
            </a:xfrm>
            <a:custGeom>
              <a:avLst/>
              <a:gdLst/>
              <a:ahLst/>
              <a:cxnLst/>
              <a:rect l="l" t="t" r="r" b="b"/>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197" name="Google Shape;1197;p22"/>
            <p:cNvSpPr/>
            <p:nvPr/>
          </p:nvSpPr>
          <p:spPr>
            <a:xfrm>
              <a:off x="4210" y="696"/>
              <a:ext cx="597" cy="42"/>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nvGrpSpPr>
            <p:cNvPr id="1198" name="Google Shape;1198;p22"/>
            <p:cNvGrpSpPr/>
            <p:nvPr/>
          </p:nvGrpSpPr>
          <p:grpSpPr>
            <a:xfrm>
              <a:off x="4748" y="666"/>
              <a:ext cx="579" cy="148"/>
              <a:chOff x="613" y="2566"/>
              <a:chExt cx="723" cy="142"/>
            </a:xfrm>
          </p:grpSpPr>
          <p:sp>
            <p:nvSpPr>
              <p:cNvPr id="1199" name="Google Shape;1199;p22"/>
              <p:cNvSpPr/>
              <p:nvPr/>
            </p:nvSpPr>
            <p:spPr>
              <a:xfrm>
                <a:off x="613" y="2566"/>
                <a:ext cx="723" cy="142"/>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200" name="Google Shape;1200;p22"/>
              <p:cNvSpPr/>
              <p:nvPr/>
            </p:nvSpPr>
            <p:spPr>
              <a:xfrm>
                <a:off x="627" y="2583"/>
                <a:ext cx="694" cy="108"/>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sp>
          <p:nvSpPr>
            <p:cNvPr id="1201" name="Google Shape;1201;p22"/>
            <p:cNvSpPr/>
            <p:nvPr/>
          </p:nvSpPr>
          <p:spPr>
            <a:xfrm>
              <a:off x="4227" y="1016"/>
              <a:ext cx="591" cy="47"/>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nvGrpSpPr>
            <p:cNvPr id="1202" name="Google Shape;1202;p22"/>
            <p:cNvGrpSpPr/>
            <p:nvPr/>
          </p:nvGrpSpPr>
          <p:grpSpPr>
            <a:xfrm>
              <a:off x="4749" y="992"/>
              <a:ext cx="579" cy="136"/>
              <a:chOff x="616" y="2566"/>
              <a:chExt cx="723" cy="141"/>
            </a:xfrm>
          </p:grpSpPr>
          <p:sp>
            <p:nvSpPr>
              <p:cNvPr id="1203" name="Google Shape;1203;p22"/>
              <p:cNvSpPr/>
              <p:nvPr/>
            </p:nvSpPr>
            <p:spPr>
              <a:xfrm>
                <a:off x="616" y="2566"/>
                <a:ext cx="723" cy="141"/>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204" name="Google Shape;1204;p22"/>
              <p:cNvSpPr/>
              <p:nvPr/>
            </p:nvSpPr>
            <p:spPr>
              <a:xfrm>
                <a:off x="630" y="2585"/>
                <a:ext cx="694" cy="105"/>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sp>
          <p:nvSpPr>
            <p:cNvPr id="1205" name="Google Shape;1205;p22"/>
            <p:cNvSpPr/>
            <p:nvPr/>
          </p:nvSpPr>
          <p:spPr>
            <a:xfrm>
              <a:off x="4215" y="1360"/>
              <a:ext cx="597" cy="42"/>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206" name="Google Shape;1206;p22"/>
            <p:cNvSpPr/>
            <p:nvPr/>
          </p:nvSpPr>
          <p:spPr>
            <a:xfrm>
              <a:off x="4227" y="1657"/>
              <a:ext cx="597" cy="47"/>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nvGrpSpPr>
            <p:cNvPr id="1207" name="Google Shape;1207;p22"/>
            <p:cNvGrpSpPr/>
            <p:nvPr/>
          </p:nvGrpSpPr>
          <p:grpSpPr>
            <a:xfrm>
              <a:off x="4737" y="1627"/>
              <a:ext cx="580" cy="142"/>
              <a:chOff x="616" y="2568"/>
              <a:chExt cx="722" cy="131"/>
            </a:xfrm>
          </p:grpSpPr>
          <p:sp>
            <p:nvSpPr>
              <p:cNvPr id="1208" name="Google Shape;1208;p22"/>
              <p:cNvSpPr/>
              <p:nvPr/>
            </p:nvSpPr>
            <p:spPr>
              <a:xfrm>
                <a:off x="616" y="2568"/>
                <a:ext cx="722" cy="131"/>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209" name="Google Shape;1209;p22"/>
              <p:cNvSpPr/>
              <p:nvPr/>
            </p:nvSpPr>
            <p:spPr>
              <a:xfrm>
                <a:off x="630" y="2584"/>
                <a:ext cx="693" cy="104"/>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sp>
          <p:nvSpPr>
            <p:cNvPr id="1210" name="Google Shape;1210;p22"/>
            <p:cNvSpPr/>
            <p:nvPr/>
          </p:nvSpPr>
          <p:spPr>
            <a:xfrm>
              <a:off x="5288" y="1354"/>
              <a:ext cx="263" cy="188"/>
            </a:xfrm>
            <a:custGeom>
              <a:avLst/>
              <a:gdLst/>
              <a:ahLst/>
              <a:cxnLst/>
              <a:rect l="l" t="t" r="r" b="b"/>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nvGrpSpPr>
            <p:cNvPr id="1211" name="Google Shape;1211;p22"/>
            <p:cNvGrpSpPr/>
            <p:nvPr/>
          </p:nvGrpSpPr>
          <p:grpSpPr>
            <a:xfrm>
              <a:off x="4737" y="1325"/>
              <a:ext cx="585" cy="142"/>
              <a:chOff x="611" y="2566"/>
              <a:chExt cx="729" cy="142"/>
            </a:xfrm>
          </p:grpSpPr>
          <p:sp>
            <p:nvSpPr>
              <p:cNvPr id="1212" name="Google Shape;1212;p22"/>
              <p:cNvSpPr/>
              <p:nvPr/>
            </p:nvSpPr>
            <p:spPr>
              <a:xfrm>
                <a:off x="611" y="2566"/>
                <a:ext cx="729" cy="142"/>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213" name="Google Shape;1213;p22"/>
              <p:cNvSpPr/>
              <p:nvPr/>
            </p:nvSpPr>
            <p:spPr>
              <a:xfrm>
                <a:off x="625" y="2583"/>
                <a:ext cx="693" cy="107"/>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sp>
          <p:nvSpPr>
            <p:cNvPr id="1214" name="Google Shape;1214;p22"/>
            <p:cNvSpPr/>
            <p:nvPr/>
          </p:nvSpPr>
          <p:spPr>
            <a:xfrm>
              <a:off x="5252" y="429"/>
              <a:ext cx="64" cy="2289"/>
            </a:xfrm>
            <a:prstGeom prst="rect">
              <a:avLst/>
            </a:prstGeom>
            <a:gradFill>
              <a:gsLst>
                <a:gs pos="0">
                  <a:srgbClr val="333333"/>
                </a:gs>
                <a:gs pos="50000">
                  <a:srgbClr val="DDDDDD"/>
                </a:gs>
                <a:gs pos="100000">
                  <a:srgbClr val="333333"/>
                </a:gs>
              </a:gsLst>
              <a:lin ang="0" scaled="0"/>
            </a:gra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215" name="Google Shape;1215;p22"/>
            <p:cNvSpPr/>
            <p:nvPr/>
          </p:nvSpPr>
          <p:spPr>
            <a:xfrm>
              <a:off x="5312" y="1007"/>
              <a:ext cx="237" cy="213"/>
            </a:xfrm>
            <a:custGeom>
              <a:avLst/>
              <a:gdLst/>
              <a:ahLst/>
              <a:cxnLst/>
              <a:rect l="l" t="t" r="r" b="b"/>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216" name="Google Shape;1216;p22"/>
            <p:cNvSpPr/>
            <p:nvPr/>
          </p:nvSpPr>
          <p:spPr>
            <a:xfrm>
              <a:off x="5315" y="680"/>
              <a:ext cx="244" cy="240"/>
            </a:xfrm>
            <a:custGeom>
              <a:avLst/>
              <a:gdLst/>
              <a:ahLst/>
              <a:cxnLst/>
              <a:rect l="l" t="t" r="r" b="b"/>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217" name="Google Shape;1217;p22"/>
            <p:cNvSpPr/>
            <p:nvPr/>
          </p:nvSpPr>
          <p:spPr>
            <a:xfrm>
              <a:off x="5519" y="2611"/>
              <a:ext cx="46" cy="95"/>
            </a:xfrm>
            <a:prstGeom prst="ellipse">
              <a:avLst/>
            </a:prstGeom>
            <a:solidFill>
              <a:srgbClr val="3333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218" name="Google Shape;1218;p22"/>
            <p:cNvSpPr/>
            <p:nvPr/>
          </p:nvSpPr>
          <p:spPr>
            <a:xfrm>
              <a:off x="5302" y="2614"/>
              <a:ext cx="245" cy="200"/>
            </a:xfrm>
            <a:custGeom>
              <a:avLst/>
              <a:gdLst/>
              <a:ahLst/>
              <a:cxnLst/>
              <a:rect l="l" t="t" r="r" b="b"/>
              <a:pathLst>
                <a:path w="306" h="240" extrusionOk="0">
                  <a:moveTo>
                    <a:pt x="0" y="106"/>
                  </a:moveTo>
                  <a:lnTo>
                    <a:pt x="2" y="240"/>
                  </a:lnTo>
                  <a:lnTo>
                    <a:pt x="306" y="110"/>
                  </a:lnTo>
                  <a:lnTo>
                    <a:pt x="300" y="0"/>
                  </a:lnTo>
                  <a:lnTo>
                    <a:pt x="0" y="106"/>
                  </a:lnTo>
                  <a:close/>
                </a:path>
              </a:pathLst>
            </a:custGeom>
            <a:solidFill>
              <a:srgbClr val="33333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219" name="Google Shape;1219;p22"/>
            <p:cNvSpPr/>
            <p:nvPr/>
          </p:nvSpPr>
          <p:spPr>
            <a:xfrm>
              <a:off x="4140" y="2677"/>
              <a:ext cx="1199" cy="148"/>
            </a:xfrm>
            <a:prstGeom prst="roundRect">
              <a:avLst>
                <a:gd name="adj" fmla="val 50000"/>
              </a:avLst>
            </a:prstGeom>
            <a:solidFill>
              <a:srgbClr val="DDDDDD"/>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220" name="Google Shape;1220;p22"/>
            <p:cNvSpPr/>
            <p:nvPr/>
          </p:nvSpPr>
          <p:spPr>
            <a:xfrm>
              <a:off x="4204" y="2712"/>
              <a:ext cx="1072" cy="83"/>
            </a:xfrm>
            <a:prstGeom prst="roundRect">
              <a:avLst>
                <a:gd name="adj" fmla="val 50000"/>
              </a:avLst>
            </a:prstGeom>
            <a:gradFill>
              <a:gsLst>
                <a:gs pos="0">
                  <a:srgbClr val="000000"/>
                </a:gs>
                <a:gs pos="100000">
                  <a:srgbClr val="808080"/>
                </a:gs>
              </a:gsLst>
              <a:lin ang="0" scaled="0"/>
            </a:gra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221" name="Google Shape;1221;p22"/>
            <p:cNvSpPr/>
            <p:nvPr/>
          </p:nvSpPr>
          <p:spPr>
            <a:xfrm>
              <a:off x="4308" y="2380"/>
              <a:ext cx="156" cy="148"/>
            </a:xfrm>
            <a:prstGeom prst="ellipse">
              <a:avLst/>
            </a:prstGeom>
            <a:solidFill>
              <a:srgbClr val="33CC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222" name="Google Shape;1222;p22"/>
            <p:cNvSpPr/>
            <p:nvPr/>
          </p:nvSpPr>
          <p:spPr>
            <a:xfrm>
              <a:off x="4488" y="2386"/>
              <a:ext cx="156" cy="142"/>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rgbClr val="FF0000"/>
                </a:solidFill>
                <a:latin typeface="Arial"/>
                <a:ea typeface="Arial"/>
                <a:cs typeface="Arial"/>
                <a:sym typeface="Arial"/>
              </a:endParaRPr>
            </a:p>
          </p:txBody>
        </p:sp>
        <p:sp>
          <p:nvSpPr>
            <p:cNvPr id="1223" name="Google Shape;1223;p22"/>
            <p:cNvSpPr/>
            <p:nvPr/>
          </p:nvSpPr>
          <p:spPr>
            <a:xfrm>
              <a:off x="4661" y="2380"/>
              <a:ext cx="156" cy="142"/>
            </a:xfrm>
            <a:prstGeom prst="ellipse">
              <a:avLst/>
            </a:prstGeom>
            <a:solidFill>
              <a:srgbClr val="33CC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224" name="Google Shape;1224;p22"/>
            <p:cNvSpPr/>
            <p:nvPr/>
          </p:nvSpPr>
          <p:spPr>
            <a:xfrm>
              <a:off x="5061" y="1835"/>
              <a:ext cx="87" cy="759"/>
            </a:xfrm>
            <a:prstGeom prst="rect">
              <a:avLst/>
            </a:prstGeom>
            <a:solidFill>
              <a:srgbClr val="292929"/>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sp>
        <p:nvSpPr>
          <p:cNvPr id="1225" name="Google Shape;1225;p22"/>
          <p:cNvSpPr txBox="1">
            <a:spLocks noGrp="1"/>
          </p:cNvSpPr>
          <p:nvPr>
            <p:ph type="sldNum" idx="4294967295"/>
          </p:nvPr>
        </p:nvSpPr>
        <p:spPr>
          <a:xfrm>
            <a:off x="9219616" y="6443089"/>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r>
              <a:rPr lang="en-US"/>
              <a:t>Application Layer: 2-</a:t>
            </a:r>
            <a:fld id="{00000000-1234-1234-1234-123412341234}" type="slidenum">
              <a:rPr lang="en-US"/>
              <a:t>25</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62"/>
                                        </p:tgtEl>
                                        <p:attrNameLst>
                                          <p:attrName>style.visibility</p:attrName>
                                        </p:attrNameLst>
                                      </p:cBhvr>
                                      <p:to>
                                        <p:strVal val="visible"/>
                                      </p:to>
                                    </p:set>
                                    <p:animEffect transition="in" filter="fade">
                                      <p:cBhvr>
                                        <p:cTn id="7" dur="500"/>
                                        <p:tgtEl>
                                          <p:spTgt spid="106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066"/>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107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067"/>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1076"/>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070"/>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1077"/>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1068"/>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1078"/>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1069"/>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1079"/>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1084"/>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1080"/>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1085"/>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0"/>
                                          </p:stCondLst>
                                        </p:cTn>
                                        <p:tgtEl>
                                          <p:spTgt spid="1082"/>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1071"/>
                                        </p:tgtEl>
                                        <p:attrNameLst>
                                          <p:attrName>style.visibility</p:attrName>
                                        </p:attrNameLst>
                                      </p:cBhvr>
                                      <p:to>
                                        <p:strVal val="visible"/>
                                      </p:to>
                                    </p:set>
                                  </p:childTnLst>
                                </p:cTn>
                              </p:par>
                              <p:par>
                                <p:cTn id="54" presetID="1" presetClass="entr" presetSubtype="0" fill="hold" nodeType="withEffect">
                                  <p:stCondLst>
                                    <p:cond delay="0"/>
                                  </p:stCondLst>
                                  <p:childTnLst>
                                    <p:set>
                                      <p:cBhvr>
                                        <p:cTn id="55" dur="1" fill="hold">
                                          <p:stCondLst>
                                            <p:cond delay="0"/>
                                          </p:stCondLst>
                                        </p:cTn>
                                        <p:tgtEl>
                                          <p:spTgt spid="10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230"/>
        <p:cNvGrpSpPr/>
        <p:nvPr/>
      </p:nvGrpSpPr>
      <p:grpSpPr>
        <a:xfrm>
          <a:off x="0" y="0"/>
          <a:ext cx="0" cy="0"/>
          <a:chOff x="0" y="0"/>
          <a:chExt cx="0" cy="0"/>
        </a:xfrm>
      </p:grpSpPr>
      <p:sp>
        <p:nvSpPr>
          <p:cNvPr id="1231" name="Google Shape;1231;p23"/>
          <p:cNvSpPr txBox="1">
            <a:spLocks noGrp="1"/>
          </p:cNvSpPr>
          <p:nvPr>
            <p:ph type="title"/>
          </p:nvPr>
        </p:nvSpPr>
        <p:spPr>
          <a:xfrm>
            <a:off x="798691" y="289325"/>
            <a:ext cx="10515600" cy="894622"/>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orbel"/>
              <a:buNone/>
            </a:pPr>
            <a:r>
              <a:rPr lang="en-US" sz="4400"/>
              <a:t>DNS name resolution: </a:t>
            </a:r>
            <a:r>
              <a:rPr lang="en-US" sz="4400" b="1">
                <a:solidFill>
                  <a:srgbClr val="7D28CD"/>
                </a:solidFill>
              </a:rPr>
              <a:t>recursive query</a:t>
            </a:r>
            <a:endParaRPr sz="4400" b="1">
              <a:solidFill>
                <a:srgbClr val="7D28CD"/>
              </a:solidFill>
            </a:endParaRPr>
          </a:p>
        </p:txBody>
      </p:sp>
      <p:sp>
        <p:nvSpPr>
          <p:cNvPr id="1232" name="Google Shape;1232;p23"/>
          <p:cNvSpPr txBox="1"/>
          <p:nvPr/>
        </p:nvSpPr>
        <p:spPr>
          <a:xfrm>
            <a:off x="4588154" y="3848735"/>
            <a:ext cx="1816524" cy="55399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requesting host at</a:t>
            </a:r>
            <a:endParaRPr sz="20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99"/>
              </a:buClr>
              <a:buSzPts val="1400"/>
              <a:buFont typeface="Arial"/>
              <a:buNone/>
            </a:pPr>
            <a:r>
              <a:rPr lang="en-US" sz="1400" b="0" i="1" u="none" strike="noStrike" cap="none">
                <a:solidFill>
                  <a:srgbClr val="000099"/>
                </a:solidFill>
                <a:latin typeface="Arial"/>
                <a:ea typeface="Arial"/>
                <a:cs typeface="Arial"/>
                <a:sym typeface="Arial"/>
              </a:rPr>
              <a:t>engineering.nyu.edu</a:t>
            </a:r>
            <a:endParaRPr sz="1400" b="0" i="1" u="none" strike="noStrike" cap="none">
              <a:solidFill>
                <a:srgbClr val="000099"/>
              </a:solidFill>
              <a:latin typeface="Arial"/>
              <a:ea typeface="Arial"/>
              <a:cs typeface="Arial"/>
              <a:sym typeface="Arial"/>
            </a:endParaRPr>
          </a:p>
        </p:txBody>
      </p:sp>
      <p:sp>
        <p:nvSpPr>
          <p:cNvPr id="1233" name="Google Shape;1233;p23"/>
          <p:cNvSpPr txBox="1"/>
          <p:nvPr/>
        </p:nvSpPr>
        <p:spPr>
          <a:xfrm>
            <a:off x="10049161" y="4208147"/>
            <a:ext cx="1878013" cy="3365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1" u="none" strike="noStrike" cap="none">
                <a:solidFill>
                  <a:srgbClr val="000000"/>
                </a:solidFill>
                <a:latin typeface="Arial"/>
                <a:ea typeface="Arial"/>
                <a:cs typeface="Arial"/>
                <a:sym typeface="Arial"/>
              </a:rPr>
              <a:t>gaia.cs.umass.edu</a:t>
            </a:r>
            <a:endParaRPr sz="1600" b="0" i="1" u="none" strike="noStrike" cap="none">
              <a:solidFill>
                <a:srgbClr val="000000"/>
              </a:solidFill>
              <a:latin typeface="Arial"/>
              <a:ea typeface="Arial"/>
              <a:cs typeface="Arial"/>
              <a:sym typeface="Arial"/>
            </a:endParaRPr>
          </a:p>
        </p:txBody>
      </p:sp>
      <p:sp>
        <p:nvSpPr>
          <p:cNvPr id="1234" name="Google Shape;1234;p23"/>
          <p:cNvSpPr txBox="1"/>
          <p:nvPr/>
        </p:nvSpPr>
        <p:spPr>
          <a:xfrm>
            <a:off x="7788588" y="1322438"/>
            <a:ext cx="2011363" cy="36671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root DNS server</a:t>
            </a:r>
            <a:endParaRPr sz="1600" b="0" i="0" u="none" strike="noStrike" cap="none">
              <a:solidFill>
                <a:srgbClr val="000000"/>
              </a:solidFill>
              <a:latin typeface="Arial"/>
              <a:ea typeface="Arial"/>
              <a:cs typeface="Arial"/>
              <a:sym typeface="Arial"/>
            </a:endParaRPr>
          </a:p>
        </p:txBody>
      </p:sp>
      <p:cxnSp>
        <p:nvCxnSpPr>
          <p:cNvPr id="1235" name="Google Shape;1235;p23"/>
          <p:cNvCxnSpPr/>
          <p:nvPr/>
        </p:nvCxnSpPr>
        <p:spPr>
          <a:xfrm>
            <a:off x="6104927" y="3275781"/>
            <a:ext cx="1196994" cy="0"/>
          </a:xfrm>
          <a:prstGeom prst="straightConnector1">
            <a:avLst/>
          </a:prstGeom>
          <a:noFill/>
          <a:ln w="28575" cap="flat" cmpd="sng">
            <a:solidFill>
              <a:srgbClr val="CC0000"/>
            </a:solidFill>
            <a:prstDash val="solid"/>
            <a:round/>
            <a:headEnd type="none" w="sm" len="sm"/>
            <a:tailEnd type="triangle" w="med" len="med"/>
          </a:ln>
        </p:spPr>
      </p:cxnSp>
      <p:cxnSp>
        <p:nvCxnSpPr>
          <p:cNvPr id="1236" name="Google Shape;1236;p23"/>
          <p:cNvCxnSpPr/>
          <p:nvPr/>
        </p:nvCxnSpPr>
        <p:spPr>
          <a:xfrm rot="10800000" flipH="1">
            <a:off x="7584477" y="2005693"/>
            <a:ext cx="914400" cy="971550"/>
          </a:xfrm>
          <a:prstGeom prst="straightConnector1">
            <a:avLst/>
          </a:prstGeom>
          <a:noFill/>
          <a:ln w="28575" cap="flat" cmpd="sng">
            <a:solidFill>
              <a:srgbClr val="CC0000"/>
            </a:solidFill>
            <a:prstDash val="solid"/>
            <a:round/>
            <a:headEnd type="none" w="sm" len="sm"/>
            <a:tailEnd type="triangle" w="med" len="med"/>
          </a:ln>
        </p:spPr>
      </p:cxnSp>
      <p:cxnSp>
        <p:nvCxnSpPr>
          <p:cNvPr id="1237" name="Google Shape;1237;p23"/>
          <p:cNvCxnSpPr/>
          <p:nvPr/>
        </p:nvCxnSpPr>
        <p:spPr>
          <a:xfrm>
            <a:off x="9672062" y="3760198"/>
            <a:ext cx="2427" cy="702311"/>
          </a:xfrm>
          <a:prstGeom prst="straightConnector1">
            <a:avLst/>
          </a:prstGeom>
          <a:noFill/>
          <a:ln w="28575" cap="flat" cmpd="sng">
            <a:solidFill>
              <a:srgbClr val="CC0000"/>
            </a:solidFill>
            <a:prstDash val="solid"/>
            <a:round/>
            <a:headEnd type="none" w="sm" len="sm"/>
            <a:tailEnd type="triangle" w="med" len="med"/>
          </a:ln>
        </p:spPr>
      </p:cxnSp>
      <p:cxnSp>
        <p:nvCxnSpPr>
          <p:cNvPr id="1238" name="Google Shape;1238;p23"/>
          <p:cNvCxnSpPr/>
          <p:nvPr/>
        </p:nvCxnSpPr>
        <p:spPr>
          <a:xfrm rot="10800000">
            <a:off x="9491701" y="3747010"/>
            <a:ext cx="2427" cy="734919"/>
          </a:xfrm>
          <a:prstGeom prst="straightConnector1">
            <a:avLst/>
          </a:prstGeom>
          <a:noFill/>
          <a:ln w="28575" cap="flat" cmpd="sng">
            <a:solidFill>
              <a:srgbClr val="CC0000"/>
            </a:solidFill>
            <a:prstDash val="solid"/>
            <a:round/>
            <a:headEnd type="none" w="sm" len="sm"/>
            <a:tailEnd type="triangle" w="med" len="med"/>
          </a:ln>
        </p:spPr>
      </p:cxnSp>
      <p:cxnSp>
        <p:nvCxnSpPr>
          <p:cNvPr id="1239" name="Google Shape;1239;p23"/>
          <p:cNvCxnSpPr/>
          <p:nvPr/>
        </p:nvCxnSpPr>
        <p:spPr>
          <a:xfrm>
            <a:off x="9038381" y="2075731"/>
            <a:ext cx="405154" cy="841218"/>
          </a:xfrm>
          <a:prstGeom prst="straightConnector1">
            <a:avLst/>
          </a:prstGeom>
          <a:noFill/>
          <a:ln w="28575" cap="flat" cmpd="sng">
            <a:solidFill>
              <a:srgbClr val="CC0000"/>
            </a:solidFill>
            <a:prstDash val="solid"/>
            <a:round/>
            <a:headEnd type="none" w="sm" len="sm"/>
            <a:tailEnd type="triangle" w="med" len="med"/>
          </a:ln>
        </p:spPr>
      </p:cxnSp>
      <p:cxnSp>
        <p:nvCxnSpPr>
          <p:cNvPr id="1240" name="Google Shape;1240;p23"/>
          <p:cNvCxnSpPr/>
          <p:nvPr/>
        </p:nvCxnSpPr>
        <p:spPr>
          <a:xfrm rot="10800000">
            <a:off x="5997203" y="3439703"/>
            <a:ext cx="1319232" cy="0"/>
          </a:xfrm>
          <a:prstGeom prst="straightConnector1">
            <a:avLst/>
          </a:prstGeom>
          <a:noFill/>
          <a:ln w="28575" cap="flat" cmpd="sng">
            <a:solidFill>
              <a:srgbClr val="CC0000"/>
            </a:solidFill>
            <a:prstDash val="solid"/>
            <a:round/>
            <a:headEnd type="none" w="sm" len="sm"/>
            <a:tailEnd type="triangle" w="med" len="med"/>
          </a:ln>
        </p:spPr>
      </p:cxnSp>
      <p:grpSp>
        <p:nvGrpSpPr>
          <p:cNvPr id="1241" name="Google Shape;1241;p23"/>
          <p:cNvGrpSpPr/>
          <p:nvPr/>
        </p:nvGrpSpPr>
        <p:grpSpPr>
          <a:xfrm>
            <a:off x="6374803" y="3847199"/>
            <a:ext cx="1876425" cy="554038"/>
            <a:chOff x="2838" y="2132"/>
            <a:chExt cx="1182" cy="349"/>
          </a:xfrm>
        </p:grpSpPr>
        <p:sp>
          <p:nvSpPr>
            <p:cNvPr id="1242" name="Google Shape;1242;p23"/>
            <p:cNvSpPr/>
            <p:nvPr/>
          </p:nvSpPr>
          <p:spPr>
            <a:xfrm>
              <a:off x="2838" y="2178"/>
              <a:ext cx="1182" cy="3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2040"/>
                <a:buFont typeface="Arial"/>
                <a:buNone/>
              </a:pPr>
              <a:endParaRPr sz="2400" b="0" i="0" u="none" strike="noStrike" cap="none">
                <a:solidFill>
                  <a:srgbClr val="000000"/>
                </a:solidFill>
                <a:latin typeface="Arial"/>
                <a:ea typeface="Arial"/>
                <a:cs typeface="Arial"/>
                <a:sym typeface="Arial"/>
              </a:endParaRPr>
            </a:p>
          </p:txBody>
        </p:sp>
        <p:sp>
          <p:nvSpPr>
            <p:cNvPr id="1243" name="Google Shape;1243;p23"/>
            <p:cNvSpPr txBox="1"/>
            <p:nvPr/>
          </p:nvSpPr>
          <p:spPr>
            <a:xfrm>
              <a:off x="2887" y="2132"/>
              <a:ext cx="1085" cy="34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local DNS server</a:t>
              </a:r>
              <a:endParaRPr sz="20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99"/>
                </a:buClr>
                <a:buSzPts val="1400"/>
                <a:buFont typeface="Arial"/>
                <a:buNone/>
              </a:pPr>
              <a:r>
                <a:rPr lang="en-US" sz="1400" b="0" i="1" u="none" strike="noStrike" cap="none">
                  <a:solidFill>
                    <a:srgbClr val="000099"/>
                  </a:solidFill>
                  <a:latin typeface="Arial"/>
                  <a:ea typeface="Arial"/>
                  <a:cs typeface="Arial"/>
                  <a:sym typeface="Arial"/>
                </a:rPr>
                <a:t>dns.nyu.edu</a:t>
              </a:r>
              <a:endParaRPr sz="1400" b="0" i="1" u="none" strike="noStrike" cap="none">
                <a:solidFill>
                  <a:srgbClr val="000099"/>
                </a:solidFill>
                <a:latin typeface="Arial"/>
                <a:ea typeface="Arial"/>
                <a:cs typeface="Arial"/>
                <a:sym typeface="Arial"/>
              </a:endParaRPr>
            </a:p>
          </p:txBody>
        </p:sp>
      </p:grpSp>
      <p:sp>
        <p:nvSpPr>
          <p:cNvPr id="1244" name="Google Shape;1244;p23"/>
          <p:cNvSpPr txBox="1"/>
          <p:nvPr/>
        </p:nvSpPr>
        <p:spPr>
          <a:xfrm>
            <a:off x="6555191" y="2886705"/>
            <a:ext cx="311150" cy="36671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CC0000"/>
              </a:buClr>
              <a:buSzPts val="1800"/>
              <a:buFont typeface="Arial"/>
              <a:buNone/>
            </a:pPr>
            <a:r>
              <a:rPr lang="en-US" sz="1800" b="0" i="0" u="none" strike="noStrike" cap="none">
                <a:solidFill>
                  <a:srgbClr val="CC0000"/>
                </a:solidFill>
                <a:latin typeface="Arial"/>
                <a:ea typeface="Arial"/>
                <a:cs typeface="Arial"/>
                <a:sym typeface="Arial"/>
              </a:rPr>
              <a:t>1</a:t>
            </a:r>
            <a:endParaRPr sz="2400" b="0" i="0" u="none" strike="noStrike" cap="none">
              <a:solidFill>
                <a:srgbClr val="CC0000"/>
              </a:solidFill>
              <a:latin typeface="Arial"/>
              <a:ea typeface="Arial"/>
              <a:cs typeface="Arial"/>
              <a:sym typeface="Arial"/>
            </a:endParaRPr>
          </a:p>
        </p:txBody>
      </p:sp>
      <p:sp>
        <p:nvSpPr>
          <p:cNvPr id="1245" name="Google Shape;1245;p23"/>
          <p:cNvSpPr txBox="1"/>
          <p:nvPr/>
        </p:nvSpPr>
        <p:spPr>
          <a:xfrm>
            <a:off x="7724177" y="2223180"/>
            <a:ext cx="311150" cy="36671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CC0000"/>
              </a:buClr>
              <a:buSzPts val="1800"/>
              <a:buFont typeface="Arial"/>
              <a:buNone/>
            </a:pPr>
            <a:r>
              <a:rPr lang="en-US" sz="1800" b="0" i="0" u="none" strike="noStrike" cap="none">
                <a:solidFill>
                  <a:srgbClr val="CC0000"/>
                </a:solidFill>
                <a:latin typeface="Arial"/>
                <a:ea typeface="Arial"/>
                <a:cs typeface="Arial"/>
                <a:sym typeface="Arial"/>
              </a:rPr>
              <a:t>2</a:t>
            </a:r>
            <a:endParaRPr sz="2400" b="0" i="0" u="none" strike="noStrike" cap="none">
              <a:solidFill>
                <a:srgbClr val="CC0000"/>
              </a:solidFill>
              <a:latin typeface="Arial"/>
              <a:ea typeface="Arial"/>
              <a:cs typeface="Arial"/>
              <a:sym typeface="Arial"/>
            </a:endParaRPr>
          </a:p>
        </p:txBody>
      </p:sp>
      <p:sp>
        <p:nvSpPr>
          <p:cNvPr id="1246" name="Google Shape;1246;p23"/>
          <p:cNvSpPr txBox="1"/>
          <p:nvPr/>
        </p:nvSpPr>
        <p:spPr>
          <a:xfrm>
            <a:off x="8785965" y="2130702"/>
            <a:ext cx="1196599"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CC0000"/>
              </a:buClr>
              <a:buSzPts val="1800"/>
              <a:buFont typeface="Arial"/>
              <a:buNone/>
            </a:pPr>
            <a:r>
              <a:rPr lang="en-US" sz="1800" b="0" i="0" u="none" strike="noStrike" cap="none">
                <a:solidFill>
                  <a:srgbClr val="CC0000"/>
                </a:solidFill>
                <a:latin typeface="Arial"/>
                <a:ea typeface="Arial"/>
                <a:cs typeface="Arial"/>
                <a:sym typeface="Arial"/>
              </a:rPr>
              <a:t>3</a:t>
            </a:r>
            <a:endParaRPr sz="2400" b="0" i="0" u="none" strike="noStrike" cap="none">
              <a:solidFill>
                <a:srgbClr val="CC0000"/>
              </a:solidFill>
              <a:latin typeface="Arial"/>
              <a:ea typeface="Arial"/>
              <a:cs typeface="Arial"/>
              <a:sym typeface="Arial"/>
            </a:endParaRPr>
          </a:p>
        </p:txBody>
      </p:sp>
      <p:sp>
        <p:nvSpPr>
          <p:cNvPr id="1247" name="Google Shape;1247;p23"/>
          <p:cNvSpPr txBox="1"/>
          <p:nvPr/>
        </p:nvSpPr>
        <p:spPr>
          <a:xfrm>
            <a:off x="9681511" y="3917024"/>
            <a:ext cx="311150" cy="36671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CC0000"/>
              </a:buClr>
              <a:buSzPts val="1800"/>
              <a:buFont typeface="Arial"/>
              <a:buNone/>
            </a:pPr>
            <a:r>
              <a:rPr lang="en-US" sz="1800" b="0" i="0" u="none" strike="noStrike" cap="none">
                <a:solidFill>
                  <a:srgbClr val="CC0000"/>
                </a:solidFill>
                <a:latin typeface="Arial"/>
                <a:ea typeface="Arial"/>
                <a:cs typeface="Arial"/>
                <a:sym typeface="Arial"/>
              </a:rPr>
              <a:t>4</a:t>
            </a:r>
            <a:endParaRPr sz="2400" b="0" i="0" u="none" strike="noStrike" cap="none">
              <a:solidFill>
                <a:srgbClr val="CC0000"/>
              </a:solidFill>
              <a:latin typeface="Arial"/>
              <a:ea typeface="Arial"/>
              <a:cs typeface="Arial"/>
              <a:sym typeface="Arial"/>
            </a:endParaRPr>
          </a:p>
        </p:txBody>
      </p:sp>
      <p:sp>
        <p:nvSpPr>
          <p:cNvPr id="1248" name="Google Shape;1248;p23"/>
          <p:cNvSpPr txBox="1"/>
          <p:nvPr/>
        </p:nvSpPr>
        <p:spPr>
          <a:xfrm>
            <a:off x="9130827" y="3968637"/>
            <a:ext cx="311150" cy="36671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CC0000"/>
              </a:buClr>
              <a:buSzPts val="1800"/>
              <a:buFont typeface="Arial"/>
              <a:buNone/>
            </a:pPr>
            <a:r>
              <a:rPr lang="en-US" sz="1800" b="0" i="0" u="none" strike="noStrike" cap="none">
                <a:solidFill>
                  <a:srgbClr val="CC0000"/>
                </a:solidFill>
                <a:latin typeface="Arial"/>
                <a:ea typeface="Arial"/>
                <a:cs typeface="Arial"/>
                <a:sym typeface="Arial"/>
              </a:rPr>
              <a:t>5</a:t>
            </a:r>
            <a:endParaRPr sz="2400" b="0" i="0" u="none" strike="noStrike" cap="none">
              <a:solidFill>
                <a:srgbClr val="CC0000"/>
              </a:solidFill>
              <a:latin typeface="Arial"/>
              <a:ea typeface="Arial"/>
              <a:cs typeface="Arial"/>
              <a:sym typeface="Arial"/>
            </a:endParaRPr>
          </a:p>
        </p:txBody>
      </p:sp>
      <p:sp>
        <p:nvSpPr>
          <p:cNvPr id="1249" name="Google Shape;1249;p23"/>
          <p:cNvSpPr txBox="1"/>
          <p:nvPr/>
        </p:nvSpPr>
        <p:spPr>
          <a:xfrm>
            <a:off x="8914934" y="2685260"/>
            <a:ext cx="311150" cy="36671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CC0000"/>
              </a:buClr>
              <a:buSzPts val="1800"/>
              <a:buFont typeface="Arial"/>
              <a:buNone/>
            </a:pPr>
            <a:r>
              <a:rPr lang="en-US" sz="1800" b="0" i="0" u="none" strike="noStrike" cap="none">
                <a:solidFill>
                  <a:srgbClr val="CC0000"/>
                </a:solidFill>
                <a:latin typeface="Arial"/>
                <a:ea typeface="Arial"/>
                <a:cs typeface="Arial"/>
                <a:sym typeface="Arial"/>
              </a:rPr>
              <a:t>6</a:t>
            </a:r>
            <a:endParaRPr sz="2400" b="0" i="0" u="none" strike="noStrike" cap="none">
              <a:solidFill>
                <a:srgbClr val="CC0000"/>
              </a:solidFill>
              <a:latin typeface="Arial"/>
              <a:ea typeface="Arial"/>
              <a:cs typeface="Arial"/>
              <a:sym typeface="Arial"/>
            </a:endParaRPr>
          </a:p>
        </p:txBody>
      </p:sp>
      <p:sp>
        <p:nvSpPr>
          <p:cNvPr id="1250" name="Google Shape;1250;p23"/>
          <p:cNvSpPr txBox="1"/>
          <p:nvPr/>
        </p:nvSpPr>
        <p:spPr>
          <a:xfrm>
            <a:off x="8536977" y="5214030"/>
            <a:ext cx="2397125" cy="58102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authoritative DNS server</a:t>
            </a:r>
            <a:endParaRPr sz="2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Arial"/>
                <a:ea typeface="Arial"/>
                <a:cs typeface="Arial"/>
                <a:sym typeface="Arial"/>
              </a:rPr>
              <a:t>dns.cs.umass.edu</a:t>
            </a:r>
            <a:endParaRPr sz="1600" b="0" i="0" u="none" strike="noStrike" cap="none">
              <a:solidFill>
                <a:srgbClr val="000000"/>
              </a:solidFill>
              <a:latin typeface="Arial"/>
              <a:ea typeface="Arial"/>
              <a:cs typeface="Arial"/>
              <a:sym typeface="Arial"/>
            </a:endParaRPr>
          </a:p>
        </p:txBody>
      </p:sp>
      <p:sp>
        <p:nvSpPr>
          <p:cNvPr id="1251" name="Google Shape;1251;p23"/>
          <p:cNvSpPr txBox="1"/>
          <p:nvPr/>
        </p:nvSpPr>
        <p:spPr>
          <a:xfrm>
            <a:off x="8122727" y="2626662"/>
            <a:ext cx="311150" cy="36671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CC0000"/>
              </a:buClr>
              <a:buSzPts val="1800"/>
              <a:buFont typeface="Arial"/>
              <a:buNone/>
            </a:pPr>
            <a:r>
              <a:rPr lang="en-US" sz="1800" b="0" i="0" u="none" strike="noStrike" cap="none">
                <a:solidFill>
                  <a:srgbClr val="CC0000"/>
                </a:solidFill>
                <a:latin typeface="Arial"/>
                <a:ea typeface="Arial"/>
                <a:cs typeface="Arial"/>
                <a:sym typeface="Arial"/>
              </a:rPr>
              <a:t>7</a:t>
            </a:r>
            <a:endParaRPr sz="2400" b="0" i="0" u="none" strike="noStrike" cap="none">
              <a:solidFill>
                <a:srgbClr val="CC0000"/>
              </a:solidFill>
              <a:latin typeface="Arial"/>
              <a:ea typeface="Arial"/>
              <a:cs typeface="Arial"/>
              <a:sym typeface="Arial"/>
            </a:endParaRPr>
          </a:p>
        </p:txBody>
      </p:sp>
      <p:sp>
        <p:nvSpPr>
          <p:cNvPr id="1252" name="Google Shape;1252;p23"/>
          <p:cNvSpPr txBox="1"/>
          <p:nvPr/>
        </p:nvSpPr>
        <p:spPr>
          <a:xfrm>
            <a:off x="6555714" y="3470502"/>
            <a:ext cx="311150" cy="36671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CC0000"/>
              </a:buClr>
              <a:buSzPts val="1800"/>
              <a:buFont typeface="Arial"/>
              <a:buNone/>
            </a:pPr>
            <a:r>
              <a:rPr lang="en-US" sz="1800" b="0" i="0" u="none" strike="noStrike" cap="none">
                <a:solidFill>
                  <a:srgbClr val="CC0000"/>
                </a:solidFill>
                <a:latin typeface="Arial"/>
                <a:ea typeface="Arial"/>
                <a:cs typeface="Arial"/>
                <a:sym typeface="Arial"/>
              </a:rPr>
              <a:t>8</a:t>
            </a:r>
            <a:endParaRPr sz="2400" b="0" i="0" u="none" strike="noStrike" cap="none">
              <a:solidFill>
                <a:srgbClr val="CC0000"/>
              </a:solidFill>
              <a:latin typeface="Arial"/>
              <a:ea typeface="Arial"/>
              <a:cs typeface="Arial"/>
              <a:sym typeface="Arial"/>
            </a:endParaRPr>
          </a:p>
        </p:txBody>
      </p:sp>
      <p:cxnSp>
        <p:nvCxnSpPr>
          <p:cNvPr id="1253" name="Google Shape;1253;p23"/>
          <p:cNvCxnSpPr/>
          <p:nvPr/>
        </p:nvCxnSpPr>
        <p:spPr>
          <a:xfrm rot="10800000">
            <a:off x="8981775" y="2427554"/>
            <a:ext cx="344289" cy="645450"/>
          </a:xfrm>
          <a:prstGeom prst="straightConnector1">
            <a:avLst/>
          </a:prstGeom>
          <a:noFill/>
          <a:ln w="25400" cap="flat" cmpd="sng">
            <a:solidFill>
              <a:srgbClr val="CC0000"/>
            </a:solidFill>
            <a:prstDash val="solid"/>
            <a:round/>
            <a:headEnd type="none" w="sm" len="sm"/>
            <a:tailEnd type="triangle" w="med" len="med"/>
          </a:ln>
        </p:spPr>
      </p:cxnSp>
      <p:cxnSp>
        <p:nvCxnSpPr>
          <p:cNvPr id="1254" name="Google Shape;1254;p23"/>
          <p:cNvCxnSpPr/>
          <p:nvPr/>
        </p:nvCxnSpPr>
        <p:spPr>
          <a:xfrm flipH="1">
            <a:off x="7792268" y="2275514"/>
            <a:ext cx="710991" cy="774754"/>
          </a:xfrm>
          <a:prstGeom prst="straightConnector1">
            <a:avLst/>
          </a:prstGeom>
          <a:noFill/>
          <a:ln w="25400" cap="flat" cmpd="sng">
            <a:solidFill>
              <a:srgbClr val="CC0000"/>
            </a:solidFill>
            <a:prstDash val="solid"/>
            <a:round/>
            <a:headEnd type="none" w="sm" len="sm"/>
            <a:tailEnd type="triangle" w="med" len="med"/>
          </a:ln>
        </p:spPr>
      </p:cxnSp>
      <p:sp>
        <p:nvSpPr>
          <p:cNvPr id="1255" name="Google Shape;1255;p23"/>
          <p:cNvSpPr txBox="1"/>
          <p:nvPr/>
        </p:nvSpPr>
        <p:spPr>
          <a:xfrm>
            <a:off x="9662504" y="2971557"/>
            <a:ext cx="2011362" cy="36671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TLD DNS server</a:t>
            </a:r>
            <a:endParaRPr sz="1600" b="0" i="0" u="none" strike="noStrike" cap="none">
              <a:solidFill>
                <a:srgbClr val="000000"/>
              </a:solidFill>
              <a:latin typeface="Arial"/>
              <a:ea typeface="Arial"/>
              <a:cs typeface="Arial"/>
              <a:sym typeface="Arial"/>
            </a:endParaRPr>
          </a:p>
        </p:txBody>
      </p:sp>
      <p:grpSp>
        <p:nvGrpSpPr>
          <p:cNvPr id="1256" name="Google Shape;1256;p23"/>
          <p:cNvGrpSpPr/>
          <p:nvPr/>
        </p:nvGrpSpPr>
        <p:grpSpPr>
          <a:xfrm flipH="1">
            <a:off x="10526900" y="4590027"/>
            <a:ext cx="787391" cy="614055"/>
            <a:chOff x="-44" y="1473"/>
            <a:chExt cx="981" cy="1105"/>
          </a:xfrm>
        </p:grpSpPr>
        <p:pic>
          <p:nvPicPr>
            <p:cNvPr id="1257" name="Google Shape;1257;p23" descr="desktop_computer_stylized_medium"/>
            <p:cNvPicPr preferRelativeResize="0"/>
            <p:nvPr/>
          </p:nvPicPr>
          <p:blipFill rotWithShape="1">
            <a:blip r:embed="rId3">
              <a:alphaModFix/>
            </a:blip>
            <a:srcRect/>
            <a:stretch/>
          </p:blipFill>
          <p:spPr>
            <a:xfrm flipH="1">
              <a:off x="-44" y="1473"/>
              <a:ext cx="981" cy="1105"/>
            </a:xfrm>
            <a:prstGeom prst="rect">
              <a:avLst/>
            </a:prstGeom>
            <a:noFill/>
            <a:ln>
              <a:noFill/>
            </a:ln>
          </p:spPr>
        </p:pic>
        <p:sp>
          <p:nvSpPr>
            <p:cNvPr id="1258" name="Google Shape;1258;p23"/>
            <p:cNvSpPr/>
            <p:nvPr/>
          </p:nvSpPr>
          <p:spPr>
            <a:xfrm flipH="1">
              <a:off x="374" y="1579"/>
              <a:ext cx="477" cy="506"/>
            </a:xfrm>
            <a:custGeom>
              <a:avLst/>
              <a:gdLst/>
              <a:ahLst/>
              <a:cxnLst/>
              <a:rect l="l" t="t" r="r" b="b"/>
              <a:pathLst>
                <a:path w="356" h="368" extrusionOk="0">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grpSp>
        <p:nvGrpSpPr>
          <p:cNvPr id="1259" name="Google Shape;1259;p23"/>
          <p:cNvGrpSpPr/>
          <p:nvPr/>
        </p:nvGrpSpPr>
        <p:grpSpPr>
          <a:xfrm>
            <a:off x="5099109" y="3053085"/>
            <a:ext cx="883580" cy="766310"/>
            <a:chOff x="-44" y="1473"/>
            <a:chExt cx="981" cy="1105"/>
          </a:xfrm>
        </p:grpSpPr>
        <p:pic>
          <p:nvPicPr>
            <p:cNvPr id="1260" name="Google Shape;1260;p23" descr="desktop_computer_stylized_medium"/>
            <p:cNvPicPr preferRelativeResize="0"/>
            <p:nvPr/>
          </p:nvPicPr>
          <p:blipFill rotWithShape="1">
            <a:blip r:embed="rId3">
              <a:alphaModFix/>
            </a:blip>
            <a:srcRect/>
            <a:stretch/>
          </p:blipFill>
          <p:spPr>
            <a:xfrm flipH="1">
              <a:off x="-44" y="1473"/>
              <a:ext cx="981" cy="1105"/>
            </a:xfrm>
            <a:prstGeom prst="rect">
              <a:avLst/>
            </a:prstGeom>
            <a:noFill/>
            <a:ln>
              <a:noFill/>
            </a:ln>
          </p:spPr>
        </p:pic>
        <p:sp>
          <p:nvSpPr>
            <p:cNvPr id="1261" name="Google Shape;1261;p23"/>
            <p:cNvSpPr/>
            <p:nvPr/>
          </p:nvSpPr>
          <p:spPr>
            <a:xfrm flipH="1">
              <a:off x="374" y="1579"/>
              <a:ext cx="477" cy="506"/>
            </a:xfrm>
            <a:custGeom>
              <a:avLst/>
              <a:gdLst/>
              <a:ahLst/>
              <a:cxnLst/>
              <a:rect l="l" t="t" r="r" b="b"/>
              <a:pathLst>
                <a:path w="356" h="368" extrusionOk="0">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grpSp>
        <p:nvGrpSpPr>
          <p:cNvPr id="1262" name="Google Shape;1262;p23"/>
          <p:cNvGrpSpPr/>
          <p:nvPr/>
        </p:nvGrpSpPr>
        <p:grpSpPr>
          <a:xfrm>
            <a:off x="9410102" y="4528230"/>
            <a:ext cx="390525" cy="641350"/>
            <a:chOff x="4140" y="429"/>
            <a:chExt cx="1425" cy="2396"/>
          </a:xfrm>
        </p:grpSpPr>
        <p:sp>
          <p:nvSpPr>
            <p:cNvPr id="1263" name="Google Shape;1263;p23"/>
            <p:cNvSpPr/>
            <p:nvPr/>
          </p:nvSpPr>
          <p:spPr>
            <a:xfrm>
              <a:off x="5268" y="433"/>
              <a:ext cx="283" cy="2286"/>
            </a:xfrm>
            <a:custGeom>
              <a:avLst/>
              <a:gdLst/>
              <a:ahLst/>
              <a:cxnLst/>
              <a:rect l="l" t="t" r="r" b="b"/>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264" name="Google Shape;1264;p23"/>
            <p:cNvSpPr/>
            <p:nvPr/>
          </p:nvSpPr>
          <p:spPr>
            <a:xfrm>
              <a:off x="4204" y="429"/>
              <a:ext cx="1048" cy="2283"/>
            </a:xfrm>
            <a:prstGeom prst="rect">
              <a:avLst/>
            </a:prstGeom>
            <a:gradFill>
              <a:gsLst>
                <a:gs pos="0">
                  <a:srgbClr val="292929"/>
                </a:gs>
                <a:gs pos="100000">
                  <a:srgbClr val="808080"/>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265" name="Google Shape;1265;p23"/>
            <p:cNvSpPr/>
            <p:nvPr/>
          </p:nvSpPr>
          <p:spPr>
            <a:xfrm>
              <a:off x="5321" y="570"/>
              <a:ext cx="169" cy="2115"/>
            </a:xfrm>
            <a:custGeom>
              <a:avLst/>
              <a:gdLst/>
              <a:ahLst/>
              <a:cxnLst/>
              <a:rect l="l" t="t" r="r" b="b"/>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266" name="Google Shape;1266;p23"/>
            <p:cNvSpPr/>
            <p:nvPr/>
          </p:nvSpPr>
          <p:spPr>
            <a:xfrm>
              <a:off x="5284" y="1640"/>
              <a:ext cx="263" cy="189"/>
            </a:xfrm>
            <a:custGeom>
              <a:avLst/>
              <a:gdLst/>
              <a:ahLst/>
              <a:cxnLst/>
              <a:rect l="l" t="t" r="r" b="b"/>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267" name="Google Shape;1267;p23"/>
            <p:cNvSpPr/>
            <p:nvPr/>
          </p:nvSpPr>
          <p:spPr>
            <a:xfrm>
              <a:off x="4210" y="696"/>
              <a:ext cx="597" cy="42"/>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nvGrpSpPr>
            <p:cNvPr id="1268" name="Google Shape;1268;p23"/>
            <p:cNvGrpSpPr/>
            <p:nvPr/>
          </p:nvGrpSpPr>
          <p:grpSpPr>
            <a:xfrm>
              <a:off x="4748" y="666"/>
              <a:ext cx="579" cy="148"/>
              <a:chOff x="613" y="2566"/>
              <a:chExt cx="723" cy="142"/>
            </a:xfrm>
          </p:grpSpPr>
          <p:sp>
            <p:nvSpPr>
              <p:cNvPr id="1269" name="Google Shape;1269;p23"/>
              <p:cNvSpPr/>
              <p:nvPr/>
            </p:nvSpPr>
            <p:spPr>
              <a:xfrm>
                <a:off x="613" y="2566"/>
                <a:ext cx="723" cy="142"/>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270" name="Google Shape;1270;p23"/>
              <p:cNvSpPr/>
              <p:nvPr/>
            </p:nvSpPr>
            <p:spPr>
              <a:xfrm>
                <a:off x="628" y="2583"/>
                <a:ext cx="694" cy="108"/>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sp>
          <p:nvSpPr>
            <p:cNvPr id="1271" name="Google Shape;1271;p23"/>
            <p:cNvSpPr/>
            <p:nvPr/>
          </p:nvSpPr>
          <p:spPr>
            <a:xfrm>
              <a:off x="4227" y="1016"/>
              <a:ext cx="591" cy="47"/>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nvGrpSpPr>
            <p:cNvPr id="1272" name="Google Shape;1272;p23"/>
            <p:cNvGrpSpPr/>
            <p:nvPr/>
          </p:nvGrpSpPr>
          <p:grpSpPr>
            <a:xfrm>
              <a:off x="4749" y="992"/>
              <a:ext cx="579" cy="136"/>
              <a:chOff x="616" y="2566"/>
              <a:chExt cx="723" cy="141"/>
            </a:xfrm>
          </p:grpSpPr>
          <p:sp>
            <p:nvSpPr>
              <p:cNvPr id="1273" name="Google Shape;1273;p23"/>
              <p:cNvSpPr/>
              <p:nvPr/>
            </p:nvSpPr>
            <p:spPr>
              <a:xfrm>
                <a:off x="616" y="2566"/>
                <a:ext cx="723" cy="141"/>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274" name="Google Shape;1274;p23"/>
              <p:cNvSpPr/>
              <p:nvPr/>
            </p:nvSpPr>
            <p:spPr>
              <a:xfrm>
                <a:off x="630" y="2585"/>
                <a:ext cx="694" cy="105"/>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sp>
          <p:nvSpPr>
            <p:cNvPr id="1275" name="Google Shape;1275;p23"/>
            <p:cNvSpPr/>
            <p:nvPr/>
          </p:nvSpPr>
          <p:spPr>
            <a:xfrm>
              <a:off x="4215" y="1360"/>
              <a:ext cx="597" cy="42"/>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276" name="Google Shape;1276;p23"/>
            <p:cNvSpPr/>
            <p:nvPr/>
          </p:nvSpPr>
          <p:spPr>
            <a:xfrm>
              <a:off x="4227" y="1657"/>
              <a:ext cx="597" cy="47"/>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nvGrpSpPr>
            <p:cNvPr id="1277" name="Google Shape;1277;p23"/>
            <p:cNvGrpSpPr/>
            <p:nvPr/>
          </p:nvGrpSpPr>
          <p:grpSpPr>
            <a:xfrm>
              <a:off x="4737" y="1627"/>
              <a:ext cx="580" cy="142"/>
              <a:chOff x="616" y="2568"/>
              <a:chExt cx="722" cy="131"/>
            </a:xfrm>
          </p:grpSpPr>
          <p:sp>
            <p:nvSpPr>
              <p:cNvPr id="1278" name="Google Shape;1278;p23"/>
              <p:cNvSpPr/>
              <p:nvPr/>
            </p:nvSpPr>
            <p:spPr>
              <a:xfrm>
                <a:off x="616" y="2568"/>
                <a:ext cx="722" cy="131"/>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279" name="Google Shape;1279;p23"/>
              <p:cNvSpPr/>
              <p:nvPr/>
            </p:nvSpPr>
            <p:spPr>
              <a:xfrm>
                <a:off x="630" y="2584"/>
                <a:ext cx="693" cy="104"/>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sp>
          <p:nvSpPr>
            <p:cNvPr id="1280" name="Google Shape;1280;p23"/>
            <p:cNvSpPr/>
            <p:nvPr/>
          </p:nvSpPr>
          <p:spPr>
            <a:xfrm>
              <a:off x="5288" y="1354"/>
              <a:ext cx="263" cy="188"/>
            </a:xfrm>
            <a:custGeom>
              <a:avLst/>
              <a:gdLst/>
              <a:ahLst/>
              <a:cxnLst/>
              <a:rect l="l" t="t" r="r" b="b"/>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nvGrpSpPr>
            <p:cNvPr id="1281" name="Google Shape;1281;p23"/>
            <p:cNvGrpSpPr/>
            <p:nvPr/>
          </p:nvGrpSpPr>
          <p:grpSpPr>
            <a:xfrm>
              <a:off x="4737" y="1325"/>
              <a:ext cx="585" cy="142"/>
              <a:chOff x="611" y="2566"/>
              <a:chExt cx="729" cy="142"/>
            </a:xfrm>
          </p:grpSpPr>
          <p:sp>
            <p:nvSpPr>
              <p:cNvPr id="1282" name="Google Shape;1282;p23"/>
              <p:cNvSpPr/>
              <p:nvPr/>
            </p:nvSpPr>
            <p:spPr>
              <a:xfrm>
                <a:off x="611" y="2566"/>
                <a:ext cx="729" cy="142"/>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283" name="Google Shape;1283;p23"/>
              <p:cNvSpPr/>
              <p:nvPr/>
            </p:nvSpPr>
            <p:spPr>
              <a:xfrm>
                <a:off x="626" y="2583"/>
                <a:ext cx="693" cy="107"/>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sp>
          <p:nvSpPr>
            <p:cNvPr id="1284" name="Google Shape;1284;p23"/>
            <p:cNvSpPr/>
            <p:nvPr/>
          </p:nvSpPr>
          <p:spPr>
            <a:xfrm>
              <a:off x="5252" y="429"/>
              <a:ext cx="64" cy="2289"/>
            </a:xfrm>
            <a:prstGeom prst="rect">
              <a:avLst/>
            </a:prstGeom>
            <a:gradFill>
              <a:gsLst>
                <a:gs pos="0">
                  <a:srgbClr val="333333"/>
                </a:gs>
                <a:gs pos="50000">
                  <a:srgbClr val="DDDDDD"/>
                </a:gs>
                <a:gs pos="100000">
                  <a:srgbClr val="333333"/>
                </a:gs>
              </a:gsLst>
              <a:lin ang="0" scaled="0"/>
            </a:gra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285" name="Google Shape;1285;p23"/>
            <p:cNvSpPr/>
            <p:nvPr/>
          </p:nvSpPr>
          <p:spPr>
            <a:xfrm>
              <a:off x="5312" y="1007"/>
              <a:ext cx="237" cy="213"/>
            </a:xfrm>
            <a:custGeom>
              <a:avLst/>
              <a:gdLst/>
              <a:ahLst/>
              <a:cxnLst/>
              <a:rect l="l" t="t" r="r" b="b"/>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286" name="Google Shape;1286;p23"/>
            <p:cNvSpPr/>
            <p:nvPr/>
          </p:nvSpPr>
          <p:spPr>
            <a:xfrm>
              <a:off x="5315" y="680"/>
              <a:ext cx="244" cy="240"/>
            </a:xfrm>
            <a:custGeom>
              <a:avLst/>
              <a:gdLst/>
              <a:ahLst/>
              <a:cxnLst/>
              <a:rect l="l" t="t" r="r" b="b"/>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287" name="Google Shape;1287;p23"/>
            <p:cNvSpPr/>
            <p:nvPr/>
          </p:nvSpPr>
          <p:spPr>
            <a:xfrm>
              <a:off x="5519" y="2611"/>
              <a:ext cx="46" cy="95"/>
            </a:xfrm>
            <a:prstGeom prst="ellipse">
              <a:avLst/>
            </a:prstGeom>
            <a:solidFill>
              <a:srgbClr val="3333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288" name="Google Shape;1288;p23"/>
            <p:cNvSpPr/>
            <p:nvPr/>
          </p:nvSpPr>
          <p:spPr>
            <a:xfrm>
              <a:off x="5302" y="2614"/>
              <a:ext cx="245" cy="200"/>
            </a:xfrm>
            <a:custGeom>
              <a:avLst/>
              <a:gdLst/>
              <a:ahLst/>
              <a:cxnLst/>
              <a:rect l="l" t="t" r="r" b="b"/>
              <a:pathLst>
                <a:path w="306" h="240" extrusionOk="0">
                  <a:moveTo>
                    <a:pt x="0" y="106"/>
                  </a:moveTo>
                  <a:lnTo>
                    <a:pt x="2" y="240"/>
                  </a:lnTo>
                  <a:lnTo>
                    <a:pt x="306" y="110"/>
                  </a:lnTo>
                  <a:lnTo>
                    <a:pt x="300" y="0"/>
                  </a:lnTo>
                  <a:lnTo>
                    <a:pt x="0" y="106"/>
                  </a:lnTo>
                  <a:close/>
                </a:path>
              </a:pathLst>
            </a:custGeom>
            <a:solidFill>
              <a:srgbClr val="33333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289" name="Google Shape;1289;p23"/>
            <p:cNvSpPr/>
            <p:nvPr/>
          </p:nvSpPr>
          <p:spPr>
            <a:xfrm>
              <a:off x="4140" y="2677"/>
              <a:ext cx="1199" cy="148"/>
            </a:xfrm>
            <a:prstGeom prst="roundRect">
              <a:avLst>
                <a:gd name="adj" fmla="val 50000"/>
              </a:avLst>
            </a:prstGeom>
            <a:solidFill>
              <a:srgbClr val="DDDDDD"/>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290" name="Google Shape;1290;p23"/>
            <p:cNvSpPr/>
            <p:nvPr/>
          </p:nvSpPr>
          <p:spPr>
            <a:xfrm>
              <a:off x="4204" y="2712"/>
              <a:ext cx="1072" cy="83"/>
            </a:xfrm>
            <a:prstGeom prst="roundRect">
              <a:avLst>
                <a:gd name="adj" fmla="val 50000"/>
              </a:avLst>
            </a:prstGeom>
            <a:gradFill>
              <a:gsLst>
                <a:gs pos="0">
                  <a:srgbClr val="000000"/>
                </a:gs>
                <a:gs pos="100000">
                  <a:srgbClr val="808080"/>
                </a:gs>
              </a:gsLst>
              <a:lin ang="0" scaled="0"/>
            </a:gra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291" name="Google Shape;1291;p23"/>
            <p:cNvSpPr/>
            <p:nvPr/>
          </p:nvSpPr>
          <p:spPr>
            <a:xfrm>
              <a:off x="4308" y="2380"/>
              <a:ext cx="156" cy="148"/>
            </a:xfrm>
            <a:prstGeom prst="ellipse">
              <a:avLst/>
            </a:prstGeom>
            <a:solidFill>
              <a:srgbClr val="33CC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292" name="Google Shape;1292;p23"/>
            <p:cNvSpPr/>
            <p:nvPr/>
          </p:nvSpPr>
          <p:spPr>
            <a:xfrm>
              <a:off x="4488" y="2386"/>
              <a:ext cx="156" cy="142"/>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rgbClr val="FF0000"/>
                </a:solidFill>
                <a:latin typeface="Arial"/>
                <a:ea typeface="Arial"/>
                <a:cs typeface="Arial"/>
                <a:sym typeface="Arial"/>
              </a:endParaRPr>
            </a:p>
          </p:txBody>
        </p:sp>
        <p:sp>
          <p:nvSpPr>
            <p:cNvPr id="1293" name="Google Shape;1293;p23"/>
            <p:cNvSpPr/>
            <p:nvPr/>
          </p:nvSpPr>
          <p:spPr>
            <a:xfrm>
              <a:off x="4661" y="2380"/>
              <a:ext cx="156" cy="142"/>
            </a:xfrm>
            <a:prstGeom prst="ellipse">
              <a:avLst/>
            </a:prstGeom>
            <a:solidFill>
              <a:srgbClr val="33CC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294" name="Google Shape;1294;p23"/>
            <p:cNvSpPr/>
            <p:nvPr/>
          </p:nvSpPr>
          <p:spPr>
            <a:xfrm>
              <a:off x="5061" y="1835"/>
              <a:ext cx="87" cy="759"/>
            </a:xfrm>
            <a:prstGeom prst="rect">
              <a:avLst/>
            </a:prstGeom>
            <a:solidFill>
              <a:srgbClr val="292929"/>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grpSp>
        <p:nvGrpSpPr>
          <p:cNvPr id="1295" name="Google Shape;1295;p23"/>
          <p:cNvGrpSpPr/>
          <p:nvPr/>
        </p:nvGrpSpPr>
        <p:grpSpPr>
          <a:xfrm>
            <a:off x="7406677" y="3015343"/>
            <a:ext cx="390525" cy="641350"/>
            <a:chOff x="4140" y="429"/>
            <a:chExt cx="1425" cy="2396"/>
          </a:xfrm>
        </p:grpSpPr>
        <p:sp>
          <p:nvSpPr>
            <p:cNvPr id="1296" name="Google Shape;1296;p23"/>
            <p:cNvSpPr/>
            <p:nvPr/>
          </p:nvSpPr>
          <p:spPr>
            <a:xfrm>
              <a:off x="5268" y="433"/>
              <a:ext cx="283" cy="2286"/>
            </a:xfrm>
            <a:custGeom>
              <a:avLst/>
              <a:gdLst/>
              <a:ahLst/>
              <a:cxnLst/>
              <a:rect l="l" t="t" r="r" b="b"/>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297" name="Google Shape;1297;p23"/>
            <p:cNvSpPr/>
            <p:nvPr/>
          </p:nvSpPr>
          <p:spPr>
            <a:xfrm>
              <a:off x="4204" y="429"/>
              <a:ext cx="1048" cy="2283"/>
            </a:xfrm>
            <a:prstGeom prst="rect">
              <a:avLst/>
            </a:prstGeom>
            <a:gradFill>
              <a:gsLst>
                <a:gs pos="0">
                  <a:srgbClr val="292929"/>
                </a:gs>
                <a:gs pos="100000">
                  <a:srgbClr val="808080"/>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298" name="Google Shape;1298;p23"/>
            <p:cNvSpPr/>
            <p:nvPr/>
          </p:nvSpPr>
          <p:spPr>
            <a:xfrm>
              <a:off x="5321" y="570"/>
              <a:ext cx="169" cy="2115"/>
            </a:xfrm>
            <a:custGeom>
              <a:avLst/>
              <a:gdLst/>
              <a:ahLst/>
              <a:cxnLst/>
              <a:rect l="l" t="t" r="r" b="b"/>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299" name="Google Shape;1299;p23"/>
            <p:cNvSpPr/>
            <p:nvPr/>
          </p:nvSpPr>
          <p:spPr>
            <a:xfrm>
              <a:off x="5284" y="1640"/>
              <a:ext cx="263" cy="189"/>
            </a:xfrm>
            <a:custGeom>
              <a:avLst/>
              <a:gdLst/>
              <a:ahLst/>
              <a:cxnLst/>
              <a:rect l="l" t="t" r="r" b="b"/>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300" name="Google Shape;1300;p23"/>
            <p:cNvSpPr/>
            <p:nvPr/>
          </p:nvSpPr>
          <p:spPr>
            <a:xfrm>
              <a:off x="4210" y="696"/>
              <a:ext cx="597" cy="42"/>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nvGrpSpPr>
            <p:cNvPr id="1301" name="Google Shape;1301;p23"/>
            <p:cNvGrpSpPr/>
            <p:nvPr/>
          </p:nvGrpSpPr>
          <p:grpSpPr>
            <a:xfrm>
              <a:off x="4748" y="666"/>
              <a:ext cx="579" cy="148"/>
              <a:chOff x="613" y="2566"/>
              <a:chExt cx="723" cy="142"/>
            </a:xfrm>
          </p:grpSpPr>
          <p:sp>
            <p:nvSpPr>
              <p:cNvPr id="1302" name="Google Shape;1302;p23"/>
              <p:cNvSpPr/>
              <p:nvPr/>
            </p:nvSpPr>
            <p:spPr>
              <a:xfrm>
                <a:off x="613" y="2566"/>
                <a:ext cx="723" cy="142"/>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303" name="Google Shape;1303;p23"/>
              <p:cNvSpPr/>
              <p:nvPr/>
            </p:nvSpPr>
            <p:spPr>
              <a:xfrm>
                <a:off x="628" y="2583"/>
                <a:ext cx="694" cy="108"/>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sp>
          <p:nvSpPr>
            <p:cNvPr id="1304" name="Google Shape;1304;p23"/>
            <p:cNvSpPr/>
            <p:nvPr/>
          </p:nvSpPr>
          <p:spPr>
            <a:xfrm>
              <a:off x="4227" y="1016"/>
              <a:ext cx="591" cy="47"/>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nvGrpSpPr>
            <p:cNvPr id="1305" name="Google Shape;1305;p23"/>
            <p:cNvGrpSpPr/>
            <p:nvPr/>
          </p:nvGrpSpPr>
          <p:grpSpPr>
            <a:xfrm>
              <a:off x="4749" y="992"/>
              <a:ext cx="579" cy="136"/>
              <a:chOff x="616" y="2566"/>
              <a:chExt cx="723" cy="141"/>
            </a:xfrm>
          </p:grpSpPr>
          <p:sp>
            <p:nvSpPr>
              <p:cNvPr id="1306" name="Google Shape;1306;p23"/>
              <p:cNvSpPr/>
              <p:nvPr/>
            </p:nvSpPr>
            <p:spPr>
              <a:xfrm>
                <a:off x="616" y="2566"/>
                <a:ext cx="723" cy="141"/>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307" name="Google Shape;1307;p23"/>
              <p:cNvSpPr/>
              <p:nvPr/>
            </p:nvSpPr>
            <p:spPr>
              <a:xfrm>
                <a:off x="630" y="2585"/>
                <a:ext cx="694" cy="105"/>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sp>
          <p:nvSpPr>
            <p:cNvPr id="1308" name="Google Shape;1308;p23"/>
            <p:cNvSpPr/>
            <p:nvPr/>
          </p:nvSpPr>
          <p:spPr>
            <a:xfrm>
              <a:off x="4215" y="1360"/>
              <a:ext cx="597" cy="42"/>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309" name="Google Shape;1309;p23"/>
            <p:cNvSpPr/>
            <p:nvPr/>
          </p:nvSpPr>
          <p:spPr>
            <a:xfrm>
              <a:off x="4227" y="1657"/>
              <a:ext cx="597" cy="47"/>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nvGrpSpPr>
            <p:cNvPr id="1310" name="Google Shape;1310;p23"/>
            <p:cNvGrpSpPr/>
            <p:nvPr/>
          </p:nvGrpSpPr>
          <p:grpSpPr>
            <a:xfrm>
              <a:off x="4737" y="1627"/>
              <a:ext cx="580" cy="142"/>
              <a:chOff x="616" y="2568"/>
              <a:chExt cx="722" cy="131"/>
            </a:xfrm>
          </p:grpSpPr>
          <p:sp>
            <p:nvSpPr>
              <p:cNvPr id="1311" name="Google Shape;1311;p23"/>
              <p:cNvSpPr/>
              <p:nvPr/>
            </p:nvSpPr>
            <p:spPr>
              <a:xfrm>
                <a:off x="616" y="2568"/>
                <a:ext cx="722" cy="131"/>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312" name="Google Shape;1312;p23"/>
              <p:cNvSpPr/>
              <p:nvPr/>
            </p:nvSpPr>
            <p:spPr>
              <a:xfrm>
                <a:off x="630" y="2584"/>
                <a:ext cx="693" cy="104"/>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sp>
          <p:nvSpPr>
            <p:cNvPr id="1313" name="Google Shape;1313;p23"/>
            <p:cNvSpPr/>
            <p:nvPr/>
          </p:nvSpPr>
          <p:spPr>
            <a:xfrm>
              <a:off x="5288" y="1354"/>
              <a:ext cx="263" cy="188"/>
            </a:xfrm>
            <a:custGeom>
              <a:avLst/>
              <a:gdLst/>
              <a:ahLst/>
              <a:cxnLst/>
              <a:rect l="l" t="t" r="r" b="b"/>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nvGrpSpPr>
            <p:cNvPr id="1314" name="Google Shape;1314;p23"/>
            <p:cNvGrpSpPr/>
            <p:nvPr/>
          </p:nvGrpSpPr>
          <p:grpSpPr>
            <a:xfrm>
              <a:off x="4737" y="1325"/>
              <a:ext cx="585" cy="142"/>
              <a:chOff x="611" y="2566"/>
              <a:chExt cx="729" cy="142"/>
            </a:xfrm>
          </p:grpSpPr>
          <p:sp>
            <p:nvSpPr>
              <p:cNvPr id="1315" name="Google Shape;1315;p23"/>
              <p:cNvSpPr/>
              <p:nvPr/>
            </p:nvSpPr>
            <p:spPr>
              <a:xfrm>
                <a:off x="611" y="2566"/>
                <a:ext cx="729" cy="142"/>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316" name="Google Shape;1316;p23"/>
              <p:cNvSpPr/>
              <p:nvPr/>
            </p:nvSpPr>
            <p:spPr>
              <a:xfrm>
                <a:off x="626" y="2583"/>
                <a:ext cx="693" cy="107"/>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sp>
          <p:nvSpPr>
            <p:cNvPr id="1317" name="Google Shape;1317;p23"/>
            <p:cNvSpPr/>
            <p:nvPr/>
          </p:nvSpPr>
          <p:spPr>
            <a:xfrm>
              <a:off x="5252" y="429"/>
              <a:ext cx="64" cy="2289"/>
            </a:xfrm>
            <a:prstGeom prst="rect">
              <a:avLst/>
            </a:prstGeom>
            <a:gradFill>
              <a:gsLst>
                <a:gs pos="0">
                  <a:srgbClr val="333333"/>
                </a:gs>
                <a:gs pos="50000">
                  <a:srgbClr val="DDDDDD"/>
                </a:gs>
                <a:gs pos="100000">
                  <a:srgbClr val="333333"/>
                </a:gs>
              </a:gsLst>
              <a:lin ang="0" scaled="0"/>
            </a:gra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318" name="Google Shape;1318;p23"/>
            <p:cNvSpPr/>
            <p:nvPr/>
          </p:nvSpPr>
          <p:spPr>
            <a:xfrm>
              <a:off x="5312" y="1007"/>
              <a:ext cx="237" cy="213"/>
            </a:xfrm>
            <a:custGeom>
              <a:avLst/>
              <a:gdLst/>
              <a:ahLst/>
              <a:cxnLst/>
              <a:rect l="l" t="t" r="r" b="b"/>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319" name="Google Shape;1319;p23"/>
            <p:cNvSpPr/>
            <p:nvPr/>
          </p:nvSpPr>
          <p:spPr>
            <a:xfrm>
              <a:off x="5315" y="680"/>
              <a:ext cx="244" cy="240"/>
            </a:xfrm>
            <a:custGeom>
              <a:avLst/>
              <a:gdLst/>
              <a:ahLst/>
              <a:cxnLst/>
              <a:rect l="l" t="t" r="r" b="b"/>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320" name="Google Shape;1320;p23"/>
            <p:cNvSpPr/>
            <p:nvPr/>
          </p:nvSpPr>
          <p:spPr>
            <a:xfrm>
              <a:off x="5519" y="2611"/>
              <a:ext cx="46" cy="95"/>
            </a:xfrm>
            <a:prstGeom prst="ellipse">
              <a:avLst/>
            </a:prstGeom>
            <a:solidFill>
              <a:srgbClr val="3333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321" name="Google Shape;1321;p23"/>
            <p:cNvSpPr/>
            <p:nvPr/>
          </p:nvSpPr>
          <p:spPr>
            <a:xfrm>
              <a:off x="5302" y="2614"/>
              <a:ext cx="245" cy="200"/>
            </a:xfrm>
            <a:custGeom>
              <a:avLst/>
              <a:gdLst/>
              <a:ahLst/>
              <a:cxnLst/>
              <a:rect l="l" t="t" r="r" b="b"/>
              <a:pathLst>
                <a:path w="306" h="240" extrusionOk="0">
                  <a:moveTo>
                    <a:pt x="0" y="106"/>
                  </a:moveTo>
                  <a:lnTo>
                    <a:pt x="2" y="240"/>
                  </a:lnTo>
                  <a:lnTo>
                    <a:pt x="306" y="110"/>
                  </a:lnTo>
                  <a:lnTo>
                    <a:pt x="300" y="0"/>
                  </a:lnTo>
                  <a:lnTo>
                    <a:pt x="0" y="106"/>
                  </a:lnTo>
                  <a:close/>
                </a:path>
              </a:pathLst>
            </a:custGeom>
            <a:solidFill>
              <a:srgbClr val="33333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322" name="Google Shape;1322;p23"/>
            <p:cNvSpPr/>
            <p:nvPr/>
          </p:nvSpPr>
          <p:spPr>
            <a:xfrm>
              <a:off x="4140" y="2677"/>
              <a:ext cx="1199" cy="148"/>
            </a:xfrm>
            <a:prstGeom prst="roundRect">
              <a:avLst>
                <a:gd name="adj" fmla="val 50000"/>
              </a:avLst>
            </a:prstGeom>
            <a:solidFill>
              <a:srgbClr val="DDDDDD"/>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323" name="Google Shape;1323;p23"/>
            <p:cNvSpPr/>
            <p:nvPr/>
          </p:nvSpPr>
          <p:spPr>
            <a:xfrm>
              <a:off x="4204" y="2712"/>
              <a:ext cx="1072" cy="83"/>
            </a:xfrm>
            <a:prstGeom prst="roundRect">
              <a:avLst>
                <a:gd name="adj" fmla="val 50000"/>
              </a:avLst>
            </a:prstGeom>
            <a:gradFill>
              <a:gsLst>
                <a:gs pos="0">
                  <a:srgbClr val="000000"/>
                </a:gs>
                <a:gs pos="100000">
                  <a:srgbClr val="808080"/>
                </a:gs>
              </a:gsLst>
              <a:lin ang="0" scaled="0"/>
            </a:gra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324" name="Google Shape;1324;p23"/>
            <p:cNvSpPr/>
            <p:nvPr/>
          </p:nvSpPr>
          <p:spPr>
            <a:xfrm>
              <a:off x="4308" y="2380"/>
              <a:ext cx="156" cy="148"/>
            </a:xfrm>
            <a:prstGeom prst="ellipse">
              <a:avLst/>
            </a:prstGeom>
            <a:solidFill>
              <a:srgbClr val="33CC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325" name="Google Shape;1325;p23"/>
            <p:cNvSpPr/>
            <p:nvPr/>
          </p:nvSpPr>
          <p:spPr>
            <a:xfrm>
              <a:off x="4488" y="2386"/>
              <a:ext cx="156" cy="142"/>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rgbClr val="FF0000"/>
                </a:solidFill>
                <a:latin typeface="Arial"/>
                <a:ea typeface="Arial"/>
                <a:cs typeface="Arial"/>
                <a:sym typeface="Arial"/>
              </a:endParaRPr>
            </a:p>
          </p:txBody>
        </p:sp>
        <p:sp>
          <p:nvSpPr>
            <p:cNvPr id="1326" name="Google Shape;1326;p23"/>
            <p:cNvSpPr/>
            <p:nvPr/>
          </p:nvSpPr>
          <p:spPr>
            <a:xfrm>
              <a:off x="4661" y="2380"/>
              <a:ext cx="156" cy="142"/>
            </a:xfrm>
            <a:prstGeom prst="ellipse">
              <a:avLst/>
            </a:prstGeom>
            <a:solidFill>
              <a:srgbClr val="33CC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327" name="Google Shape;1327;p23"/>
            <p:cNvSpPr/>
            <p:nvPr/>
          </p:nvSpPr>
          <p:spPr>
            <a:xfrm>
              <a:off x="5061" y="1835"/>
              <a:ext cx="87" cy="759"/>
            </a:xfrm>
            <a:prstGeom prst="rect">
              <a:avLst/>
            </a:prstGeom>
            <a:solidFill>
              <a:srgbClr val="292929"/>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grpSp>
        <p:nvGrpSpPr>
          <p:cNvPr id="1328" name="Google Shape;1328;p23"/>
          <p:cNvGrpSpPr/>
          <p:nvPr/>
        </p:nvGrpSpPr>
        <p:grpSpPr>
          <a:xfrm>
            <a:off x="8560790" y="1753280"/>
            <a:ext cx="390525" cy="641350"/>
            <a:chOff x="4140" y="429"/>
            <a:chExt cx="1425" cy="2396"/>
          </a:xfrm>
        </p:grpSpPr>
        <p:sp>
          <p:nvSpPr>
            <p:cNvPr id="1329" name="Google Shape;1329;p23"/>
            <p:cNvSpPr/>
            <p:nvPr/>
          </p:nvSpPr>
          <p:spPr>
            <a:xfrm>
              <a:off x="5268" y="433"/>
              <a:ext cx="283" cy="2286"/>
            </a:xfrm>
            <a:custGeom>
              <a:avLst/>
              <a:gdLst/>
              <a:ahLst/>
              <a:cxnLst/>
              <a:rect l="l" t="t" r="r" b="b"/>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330" name="Google Shape;1330;p23"/>
            <p:cNvSpPr/>
            <p:nvPr/>
          </p:nvSpPr>
          <p:spPr>
            <a:xfrm>
              <a:off x="4204" y="429"/>
              <a:ext cx="1048" cy="2283"/>
            </a:xfrm>
            <a:prstGeom prst="rect">
              <a:avLst/>
            </a:prstGeom>
            <a:gradFill>
              <a:gsLst>
                <a:gs pos="0">
                  <a:srgbClr val="292929"/>
                </a:gs>
                <a:gs pos="100000">
                  <a:srgbClr val="808080"/>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331" name="Google Shape;1331;p23"/>
            <p:cNvSpPr/>
            <p:nvPr/>
          </p:nvSpPr>
          <p:spPr>
            <a:xfrm>
              <a:off x="5321" y="570"/>
              <a:ext cx="169" cy="2115"/>
            </a:xfrm>
            <a:custGeom>
              <a:avLst/>
              <a:gdLst/>
              <a:ahLst/>
              <a:cxnLst/>
              <a:rect l="l" t="t" r="r" b="b"/>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332" name="Google Shape;1332;p23"/>
            <p:cNvSpPr/>
            <p:nvPr/>
          </p:nvSpPr>
          <p:spPr>
            <a:xfrm>
              <a:off x="5284" y="1640"/>
              <a:ext cx="263" cy="189"/>
            </a:xfrm>
            <a:custGeom>
              <a:avLst/>
              <a:gdLst/>
              <a:ahLst/>
              <a:cxnLst/>
              <a:rect l="l" t="t" r="r" b="b"/>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333" name="Google Shape;1333;p23"/>
            <p:cNvSpPr/>
            <p:nvPr/>
          </p:nvSpPr>
          <p:spPr>
            <a:xfrm>
              <a:off x="4210" y="696"/>
              <a:ext cx="597" cy="42"/>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nvGrpSpPr>
            <p:cNvPr id="1334" name="Google Shape;1334;p23"/>
            <p:cNvGrpSpPr/>
            <p:nvPr/>
          </p:nvGrpSpPr>
          <p:grpSpPr>
            <a:xfrm>
              <a:off x="4748" y="666"/>
              <a:ext cx="579" cy="148"/>
              <a:chOff x="613" y="2566"/>
              <a:chExt cx="723" cy="142"/>
            </a:xfrm>
          </p:grpSpPr>
          <p:sp>
            <p:nvSpPr>
              <p:cNvPr id="1335" name="Google Shape;1335;p23"/>
              <p:cNvSpPr/>
              <p:nvPr/>
            </p:nvSpPr>
            <p:spPr>
              <a:xfrm>
                <a:off x="613" y="2566"/>
                <a:ext cx="723" cy="142"/>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336" name="Google Shape;1336;p23"/>
              <p:cNvSpPr/>
              <p:nvPr/>
            </p:nvSpPr>
            <p:spPr>
              <a:xfrm>
                <a:off x="627" y="2583"/>
                <a:ext cx="694" cy="108"/>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sp>
          <p:nvSpPr>
            <p:cNvPr id="1337" name="Google Shape;1337;p23"/>
            <p:cNvSpPr/>
            <p:nvPr/>
          </p:nvSpPr>
          <p:spPr>
            <a:xfrm>
              <a:off x="4227" y="1016"/>
              <a:ext cx="591" cy="47"/>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nvGrpSpPr>
            <p:cNvPr id="1338" name="Google Shape;1338;p23"/>
            <p:cNvGrpSpPr/>
            <p:nvPr/>
          </p:nvGrpSpPr>
          <p:grpSpPr>
            <a:xfrm>
              <a:off x="4749" y="992"/>
              <a:ext cx="579" cy="136"/>
              <a:chOff x="616" y="2566"/>
              <a:chExt cx="723" cy="141"/>
            </a:xfrm>
          </p:grpSpPr>
          <p:sp>
            <p:nvSpPr>
              <p:cNvPr id="1339" name="Google Shape;1339;p23"/>
              <p:cNvSpPr/>
              <p:nvPr/>
            </p:nvSpPr>
            <p:spPr>
              <a:xfrm>
                <a:off x="616" y="2566"/>
                <a:ext cx="723" cy="141"/>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340" name="Google Shape;1340;p23"/>
              <p:cNvSpPr/>
              <p:nvPr/>
            </p:nvSpPr>
            <p:spPr>
              <a:xfrm>
                <a:off x="630" y="2585"/>
                <a:ext cx="694" cy="105"/>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sp>
          <p:nvSpPr>
            <p:cNvPr id="1341" name="Google Shape;1341;p23"/>
            <p:cNvSpPr/>
            <p:nvPr/>
          </p:nvSpPr>
          <p:spPr>
            <a:xfrm>
              <a:off x="4215" y="1360"/>
              <a:ext cx="597" cy="42"/>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342" name="Google Shape;1342;p23"/>
            <p:cNvSpPr/>
            <p:nvPr/>
          </p:nvSpPr>
          <p:spPr>
            <a:xfrm>
              <a:off x="4227" y="1657"/>
              <a:ext cx="597" cy="47"/>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nvGrpSpPr>
            <p:cNvPr id="1343" name="Google Shape;1343;p23"/>
            <p:cNvGrpSpPr/>
            <p:nvPr/>
          </p:nvGrpSpPr>
          <p:grpSpPr>
            <a:xfrm>
              <a:off x="4737" y="1627"/>
              <a:ext cx="580" cy="142"/>
              <a:chOff x="616" y="2568"/>
              <a:chExt cx="722" cy="131"/>
            </a:xfrm>
          </p:grpSpPr>
          <p:sp>
            <p:nvSpPr>
              <p:cNvPr id="1344" name="Google Shape;1344;p23"/>
              <p:cNvSpPr/>
              <p:nvPr/>
            </p:nvSpPr>
            <p:spPr>
              <a:xfrm>
                <a:off x="616" y="2568"/>
                <a:ext cx="722" cy="131"/>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345" name="Google Shape;1345;p23"/>
              <p:cNvSpPr/>
              <p:nvPr/>
            </p:nvSpPr>
            <p:spPr>
              <a:xfrm>
                <a:off x="630" y="2584"/>
                <a:ext cx="693" cy="104"/>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sp>
          <p:nvSpPr>
            <p:cNvPr id="1346" name="Google Shape;1346;p23"/>
            <p:cNvSpPr/>
            <p:nvPr/>
          </p:nvSpPr>
          <p:spPr>
            <a:xfrm>
              <a:off x="5288" y="1354"/>
              <a:ext cx="263" cy="188"/>
            </a:xfrm>
            <a:custGeom>
              <a:avLst/>
              <a:gdLst/>
              <a:ahLst/>
              <a:cxnLst/>
              <a:rect l="l" t="t" r="r" b="b"/>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nvGrpSpPr>
            <p:cNvPr id="1347" name="Google Shape;1347;p23"/>
            <p:cNvGrpSpPr/>
            <p:nvPr/>
          </p:nvGrpSpPr>
          <p:grpSpPr>
            <a:xfrm>
              <a:off x="4737" y="1325"/>
              <a:ext cx="585" cy="142"/>
              <a:chOff x="611" y="2566"/>
              <a:chExt cx="729" cy="142"/>
            </a:xfrm>
          </p:grpSpPr>
          <p:sp>
            <p:nvSpPr>
              <p:cNvPr id="1348" name="Google Shape;1348;p23"/>
              <p:cNvSpPr/>
              <p:nvPr/>
            </p:nvSpPr>
            <p:spPr>
              <a:xfrm>
                <a:off x="611" y="2566"/>
                <a:ext cx="729" cy="142"/>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349" name="Google Shape;1349;p23"/>
              <p:cNvSpPr/>
              <p:nvPr/>
            </p:nvSpPr>
            <p:spPr>
              <a:xfrm>
                <a:off x="625" y="2583"/>
                <a:ext cx="693" cy="107"/>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sp>
          <p:nvSpPr>
            <p:cNvPr id="1350" name="Google Shape;1350;p23"/>
            <p:cNvSpPr/>
            <p:nvPr/>
          </p:nvSpPr>
          <p:spPr>
            <a:xfrm>
              <a:off x="5252" y="429"/>
              <a:ext cx="64" cy="2289"/>
            </a:xfrm>
            <a:prstGeom prst="rect">
              <a:avLst/>
            </a:prstGeom>
            <a:gradFill>
              <a:gsLst>
                <a:gs pos="0">
                  <a:srgbClr val="333333"/>
                </a:gs>
                <a:gs pos="50000">
                  <a:srgbClr val="DDDDDD"/>
                </a:gs>
                <a:gs pos="100000">
                  <a:srgbClr val="333333"/>
                </a:gs>
              </a:gsLst>
              <a:lin ang="0" scaled="0"/>
            </a:gra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351" name="Google Shape;1351;p23"/>
            <p:cNvSpPr/>
            <p:nvPr/>
          </p:nvSpPr>
          <p:spPr>
            <a:xfrm>
              <a:off x="5312" y="1007"/>
              <a:ext cx="237" cy="213"/>
            </a:xfrm>
            <a:custGeom>
              <a:avLst/>
              <a:gdLst/>
              <a:ahLst/>
              <a:cxnLst/>
              <a:rect l="l" t="t" r="r" b="b"/>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352" name="Google Shape;1352;p23"/>
            <p:cNvSpPr/>
            <p:nvPr/>
          </p:nvSpPr>
          <p:spPr>
            <a:xfrm>
              <a:off x="5315" y="680"/>
              <a:ext cx="244" cy="240"/>
            </a:xfrm>
            <a:custGeom>
              <a:avLst/>
              <a:gdLst/>
              <a:ahLst/>
              <a:cxnLst/>
              <a:rect l="l" t="t" r="r" b="b"/>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353" name="Google Shape;1353;p23"/>
            <p:cNvSpPr/>
            <p:nvPr/>
          </p:nvSpPr>
          <p:spPr>
            <a:xfrm>
              <a:off x="5519" y="2611"/>
              <a:ext cx="46" cy="95"/>
            </a:xfrm>
            <a:prstGeom prst="ellipse">
              <a:avLst/>
            </a:prstGeom>
            <a:solidFill>
              <a:srgbClr val="3333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354" name="Google Shape;1354;p23"/>
            <p:cNvSpPr/>
            <p:nvPr/>
          </p:nvSpPr>
          <p:spPr>
            <a:xfrm>
              <a:off x="5302" y="2614"/>
              <a:ext cx="245" cy="200"/>
            </a:xfrm>
            <a:custGeom>
              <a:avLst/>
              <a:gdLst/>
              <a:ahLst/>
              <a:cxnLst/>
              <a:rect l="l" t="t" r="r" b="b"/>
              <a:pathLst>
                <a:path w="306" h="240" extrusionOk="0">
                  <a:moveTo>
                    <a:pt x="0" y="106"/>
                  </a:moveTo>
                  <a:lnTo>
                    <a:pt x="2" y="240"/>
                  </a:lnTo>
                  <a:lnTo>
                    <a:pt x="306" y="110"/>
                  </a:lnTo>
                  <a:lnTo>
                    <a:pt x="300" y="0"/>
                  </a:lnTo>
                  <a:lnTo>
                    <a:pt x="0" y="106"/>
                  </a:lnTo>
                  <a:close/>
                </a:path>
              </a:pathLst>
            </a:custGeom>
            <a:solidFill>
              <a:srgbClr val="33333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355" name="Google Shape;1355;p23"/>
            <p:cNvSpPr/>
            <p:nvPr/>
          </p:nvSpPr>
          <p:spPr>
            <a:xfrm>
              <a:off x="4140" y="2677"/>
              <a:ext cx="1199" cy="148"/>
            </a:xfrm>
            <a:prstGeom prst="roundRect">
              <a:avLst>
                <a:gd name="adj" fmla="val 50000"/>
              </a:avLst>
            </a:prstGeom>
            <a:solidFill>
              <a:srgbClr val="DDDDDD"/>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356" name="Google Shape;1356;p23"/>
            <p:cNvSpPr/>
            <p:nvPr/>
          </p:nvSpPr>
          <p:spPr>
            <a:xfrm>
              <a:off x="4204" y="2712"/>
              <a:ext cx="1072" cy="83"/>
            </a:xfrm>
            <a:prstGeom prst="roundRect">
              <a:avLst>
                <a:gd name="adj" fmla="val 50000"/>
              </a:avLst>
            </a:prstGeom>
            <a:gradFill>
              <a:gsLst>
                <a:gs pos="0">
                  <a:srgbClr val="000000"/>
                </a:gs>
                <a:gs pos="100000">
                  <a:srgbClr val="808080"/>
                </a:gs>
              </a:gsLst>
              <a:lin ang="0" scaled="0"/>
            </a:gra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357" name="Google Shape;1357;p23"/>
            <p:cNvSpPr/>
            <p:nvPr/>
          </p:nvSpPr>
          <p:spPr>
            <a:xfrm>
              <a:off x="4308" y="2380"/>
              <a:ext cx="156" cy="148"/>
            </a:xfrm>
            <a:prstGeom prst="ellipse">
              <a:avLst/>
            </a:prstGeom>
            <a:solidFill>
              <a:srgbClr val="33CC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358" name="Google Shape;1358;p23"/>
            <p:cNvSpPr/>
            <p:nvPr/>
          </p:nvSpPr>
          <p:spPr>
            <a:xfrm>
              <a:off x="4488" y="2386"/>
              <a:ext cx="156" cy="142"/>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rgbClr val="FF0000"/>
                </a:solidFill>
                <a:latin typeface="Arial"/>
                <a:ea typeface="Arial"/>
                <a:cs typeface="Arial"/>
                <a:sym typeface="Arial"/>
              </a:endParaRPr>
            </a:p>
          </p:txBody>
        </p:sp>
        <p:sp>
          <p:nvSpPr>
            <p:cNvPr id="1359" name="Google Shape;1359;p23"/>
            <p:cNvSpPr/>
            <p:nvPr/>
          </p:nvSpPr>
          <p:spPr>
            <a:xfrm>
              <a:off x="4661" y="2380"/>
              <a:ext cx="156" cy="142"/>
            </a:xfrm>
            <a:prstGeom prst="ellipse">
              <a:avLst/>
            </a:prstGeom>
            <a:solidFill>
              <a:srgbClr val="33CC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360" name="Google Shape;1360;p23"/>
            <p:cNvSpPr/>
            <p:nvPr/>
          </p:nvSpPr>
          <p:spPr>
            <a:xfrm>
              <a:off x="5061" y="1835"/>
              <a:ext cx="87" cy="759"/>
            </a:xfrm>
            <a:prstGeom prst="rect">
              <a:avLst/>
            </a:prstGeom>
            <a:solidFill>
              <a:srgbClr val="292929"/>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grpSp>
        <p:nvGrpSpPr>
          <p:cNvPr id="1361" name="Google Shape;1361;p23"/>
          <p:cNvGrpSpPr/>
          <p:nvPr/>
        </p:nvGrpSpPr>
        <p:grpSpPr>
          <a:xfrm>
            <a:off x="9376765" y="3005818"/>
            <a:ext cx="390525" cy="641350"/>
            <a:chOff x="4140" y="429"/>
            <a:chExt cx="1425" cy="2396"/>
          </a:xfrm>
        </p:grpSpPr>
        <p:sp>
          <p:nvSpPr>
            <p:cNvPr id="1362" name="Google Shape;1362;p23"/>
            <p:cNvSpPr/>
            <p:nvPr/>
          </p:nvSpPr>
          <p:spPr>
            <a:xfrm>
              <a:off x="5268" y="433"/>
              <a:ext cx="283" cy="2286"/>
            </a:xfrm>
            <a:custGeom>
              <a:avLst/>
              <a:gdLst/>
              <a:ahLst/>
              <a:cxnLst/>
              <a:rect l="l" t="t" r="r" b="b"/>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363" name="Google Shape;1363;p23"/>
            <p:cNvSpPr/>
            <p:nvPr/>
          </p:nvSpPr>
          <p:spPr>
            <a:xfrm>
              <a:off x="4204" y="429"/>
              <a:ext cx="1048" cy="2283"/>
            </a:xfrm>
            <a:prstGeom prst="rect">
              <a:avLst/>
            </a:prstGeom>
            <a:gradFill>
              <a:gsLst>
                <a:gs pos="0">
                  <a:srgbClr val="292929"/>
                </a:gs>
                <a:gs pos="100000">
                  <a:srgbClr val="808080"/>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364" name="Google Shape;1364;p23"/>
            <p:cNvSpPr/>
            <p:nvPr/>
          </p:nvSpPr>
          <p:spPr>
            <a:xfrm>
              <a:off x="5321" y="570"/>
              <a:ext cx="169" cy="2115"/>
            </a:xfrm>
            <a:custGeom>
              <a:avLst/>
              <a:gdLst/>
              <a:ahLst/>
              <a:cxnLst/>
              <a:rect l="l" t="t" r="r" b="b"/>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365" name="Google Shape;1365;p23"/>
            <p:cNvSpPr/>
            <p:nvPr/>
          </p:nvSpPr>
          <p:spPr>
            <a:xfrm>
              <a:off x="5284" y="1640"/>
              <a:ext cx="263" cy="189"/>
            </a:xfrm>
            <a:custGeom>
              <a:avLst/>
              <a:gdLst/>
              <a:ahLst/>
              <a:cxnLst/>
              <a:rect l="l" t="t" r="r" b="b"/>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366" name="Google Shape;1366;p23"/>
            <p:cNvSpPr/>
            <p:nvPr/>
          </p:nvSpPr>
          <p:spPr>
            <a:xfrm>
              <a:off x="4210" y="696"/>
              <a:ext cx="597" cy="42"/>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nvGrpSpPr>
            <p:cNvPr id="1367" name="Google Shape;1367;p23"/>
            <p:cNvGrpSpPr/>
            <p:nvPr/>
          </p:nvGrpSpPr>
          <p:grpSpPr>
            <a:xfrm>
              <a:off x="4748" y="666"/>
              <a:ext cx="579" cy="148"/>
              <a:chOff x="613" y="2566"/>
              <a:chExt cx="723" cy="142"/>
            </a:xfrm>
          </p:grpSpPr>
          <p:sp>
            <p:nvSpPr>
              <p:cNvPr id="1368" name="Google Shape;1368;p23"/>
              <p:cNvSpPr/>
              <p:nvPr/>
            </p:nvSpPr>
            <p:spPr>
              <a:xfrm>
                <a:off x="613" y="2566"/>
                <a:ext cx="723" cy="142"/>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369" name="Google Shape;1369;p23"/>
              <p:cNvSpPr/>
              <p:nvPr/>
            </p:nvSpPr>
            <p:spPr>
              <a:xfrm>
                <a:off x="627" y="2583"/>
                <a:ext cx="694" cy="108"/>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sp>
          <p:nvSpPr>
            <p:cNvPr id="1370" name="Google Shape;1370;p23"/>
            <p:cNvSpPr/>
            <p:nvPr/>
          </p:nvSpPr>
          <p:spPr>
            <a:xfrm>
              <a:off x="4227" y="1016"/>
              <a:ext cx="591" cy="47"/>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nvGrpSpPr>
            <p:cNvPr id="1371" name="Google Shape;1371;p23"/>
            <p:cNvGrpSpPr/>
            <p:nvPr/>
          </p:nvGrpSpPr>
          <p:grpSpPr>
            <a:xfrm>
              <a:off x="4749" y="992"/>
              <a:ext cx="579" cy="136"/>
              <a:chOff x="616" y="2566"/>
              <a:chExt cx="723" cy="141"/>
            </a:xfrm>
          </p:grpSpPr>
          <p:sp>
            <p:nvSpPr>
              <p:cNvPr id="1372" name="Google Shape;1372;p23"/>
              <p:cNvSpPr/>
              <p:nvPr/>
            </p:nvSpPr>
            <p:spPr>
              <a:xfrm>
                <a:off x="616" y="2566"/>
                <a:ext cx="723" cy="141"/>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373" name="Google Shape;1373;p23"/>
              <p:cNvSpPr/>
              <p:nvPr/>
            </p:nvSpPr>
            <p:spPr>
              <a:xfrm>
                <a:off x="630" y="2585"/>
                <a:ext cx="694" cy="105"/>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sp>
          <p:nvSpPr>
            <p:cNvPr id="1374" name="Google Shape;1374;p23"/>
            <p:cNvSpPr/>
            <p:nvPr/>
          </p:nvSpPr>
          <p:spPr>
            <a:xfrm>
              <a:off x="4215" y="1360"/>
              <a:ext cx="597" cy="42"/>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375" name="Google Shape;1375;p23"/>
            <p:cNvSpPr/>
            <p:nvPr/>
          </p:nvSpPr>
          <p:spPr>
            <a:xfrm>
              <a:off x="4227" y="1657"/>
              <a:ext cx="597" cy="47"/>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nvGrpSpPr>
            <p:cNvPr id="1376" name="Google Shape;1376;p23"/>
            <p:cNvGrpSpPr/>
            <p:nvPr/>
          </p:nvGrpSpPr>
          <p:grpSpPr>
            <a:xfrm>
              <a:off x="4737" y="1627"/>
              <a:ext cx="580" cy="142"/>
              <a:chOff x="616" y="2568"/>
              <a:chExt cx="722" cy="131"/>
            </a:xfrm>
          </p:grpSpPr>
          <p:sp>
            <p:nvSpPr>
              <p:cNvPr id="1377" name="Google Shape;1377;p23"/>
              <p:cNvSpPr/>
              <p:nvPr/>
            </p:nvSpPr>
            <p:spPr>
              <a:xfrm>
                <a:off x="616" y="2568"/>
                <a:ext cx="722" cy="131"/>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378" name="Google Shape;1378;p23"/>
              <p:cNvSpPr/>
              <p:nvPr/>
            </p:nvSpPr>
            <p:spPr>
              <a:xfrm>
                <a:off x="630" y="2584"/>
                <a:ext cx="693" cy="104"/>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sp>
          <p:nvSpPr>
            <p:cNvPr id="1379" name="Google Shape;1379;p23"/>
            <p:cNvSpPr/>
            <p:nvPr/>
          </p:nvSpPr>
          <p:spPr>
            <a:xfrm>
              <a:off x="5288" y="1354"/>
              <a:ext cx="263" cy="188"/>
            </a:xfrm>
            <a:custGeom>
              <a:avLst/>
              <a:gdLst/>
              <a:ahLst/>
              <a:cxnLst/>
              <a:rect l="l" t="t" r="r" b="b"/>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nvGrpSpPr>
            <p:cNvPr id="1380" name="Google Shape;1380;p23"/>
            <p:cNvGrpSpPr/>
            <p:nvPr/>
          </p:nvGrpSpPr>
          <p:grpSpPr>
            <a:xfrm>
              <a:off x="4737" y="1325"/>
              <a:ext cx="585" cy="142"/>
              <a:chOff x="611" y="2566"/>
              <a:chExt cx="729" cy="142"/>
            </a:xfrm>
          </p:grpSpPr>
          <p:sp>
            <p:nvSpPr>
              <p:cNvPr id="1381" name="Google Shape;1381;p23"/>
              <p:cNvSpPr/>
              <p:nvPr/>
            </p:nvSpPr>
            <p:spPr>
              <a:xfrm>
                <a:off x="611" y="2566"/>
                <a:ext cx="729" cy="142"/>
              </a:xfrm>
              <a:prstGeom prst="roundRect">
                <a:avLst>
                  <a:gd name="adj" fmla="val 50000"/>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382" name="Google Shape;1382;p23"/>
              <p:cNvSpPr/>
              <p:nvPr/>
            </p:nvSpPr>
            <p:spPr>
              <a:xfrm>
                <a:off x="625" y="2583"/>
                <a:ext cx="693" cy="107"/>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sp>
          <p:nvSpPr>
            <p:cNvPr id="1383" name="Google Shape;1383;p23"/>
            <p:cNvSpPr/>
            <p:nvPr/>
          </p:nvSpPr>
          <p:spPr>
            <a:xfrm>
              <a:off x="5252" y="429"/>
              <a:ext cx="64" cy="2289"/>
            </a:xfrm>
            <a:prstGeom prst="rect">
              <a:avLst/>
            </a:prstGeom>
            <a:gradFill>
              <a:gsLst>
                <a:gs pos="0">
                  <a:srgbClr val="333333"/>
                </a:gs>
                <a:gs pos="50000">
                  <a:srgbClr val="DDDDDD"/>
                </a:gs>
                <a:gs pos="100000">
                  <a:srgbClr val="333333"/>
                </a:gs>
              </a:gsLst>
              <a:lin ang="0" scaled="0"/>
            </a:gra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384" name="Google Shape;1384;p23"/>
            <p:cNvSpPr/>
            <p:nvPr/>
          </p:nvSpPr>
          <p:spPr>
            <a:xfrm>
              <a:off x="5312" y="1007"/>
              <a:ext cx="237" cy="213"/>
            </a:xfrm>
            <a:custGeom>
              <a:avLst/>
              <a:gdLst/>
              <a:ahLst/>
              <a:cxnLst/>
              <a:rect l="l" t="t" r="r" b="b"/>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385" name="Google Shape;1385;p23"/>
            <p:cNvSpPr/>
            <p:nvPr/>
          </p:nvSpPr>
          <p:spPr>
            <a:xfrm>
              <a:off x="5315" y="680"/>
              <a:ext cx="244" cy="240"/>
            </a:xfrm>
            <a:custGeom>
              <a:avLst/>
              <a:gdLst/>
              <a:ahLst/>
              <a:cxnLst/>
              <a:rect l="l" t="t" r="r" b="b"/>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386" name="Google Shape;1386;p23"/>
            <p:cNvSpPr/>
            <p:nvPr/>
          </p:nvSpPr>
          <p:spPr>
            <a:xfrm>
              <a:off x="5519" y="2611"/>
              <a:ext cx="46" cy="95"/>
            </a:xfrm>
            <a:prstGeom prst="ellipse">
              <a:avLst/>
            </a:prstGeom>
            <a:solidFill>
              <a:srgbClr val="3333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387" name="Google Shape;1387;p23"/>
            <p:cNvSpPr/>
            <p:nvPr/>
          </p:nvSpPr>
          <p:spPr>
            <a:xfrm>
              <a:off x="5302" y="2614"/>
              <a:ext cx="245" cy="200"/>
            </a:xfrm>
            <a:custGeom>
              <a:avLst/>
              <a:gdLst/>
              <a:ahLst/>
              <a:cxnLst/>
              <a:rect l="l" t="t" r="r" b="b"/>
              <a:pathLst>
                <a:path w="306" h="240" extrusionOk="0">
                  <a:moveTo>
                    <a:pt x="0" y="106"/>
                  </a:moveTo>
                  <a:lnTo>
                    <a:pt x="2" y="240"/>
                  </a:lnTo>
                  <a:lnTo>
                    <a:pt x="306" y="110"/>
                  </a:lnTo>
                  <a:lnTo>
                    <a:pt x="300" y="0"/>
                  </a:lnTo>
                  <a:lnTo>
                    <a:pt x="0" y="106"/>
                  </a:lnTo>
                  <a:close/>
                </a:path>
              </a:pathLst>
            </a:custGeom>
            <a:solidFill>
              <a:srgbClr val="33333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388" name="Google Shape;1388;p23"/>
            <p:cNvSpPr/>
            <p:nvPr/>
          </p:nvSpPr>
          <p:spPr>
            <a:xfrm>
              <a:off x="4140" y="2677"/>
              <a:ext cx="1199" cy="148"/>
            </a:xfrm>
            <a:prstGeom prst="roundRect">
              <a:avLst>
                <a:gd name="adj" fmla="val 50000"/>
              </a:avLst>
            </a:prstGeom>
            <a:solidFill>
              <a:srgbClr val="DDDDDD"/>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389" name="Google Shape;1389;p23"/>
            <p:cNvSpPr/>
            <p:nvPr/>
          </p:nvSpPr>
          <p:spPr>
            <a:xfrm>
              <a:off x="4204" y="2712"/>
              <a:ext cx="1072" cy="83"/>
            </a:xfrm>
            <a:prstGeom prst="roundRect">
              <a:avLst>
                <a:gd name="adj" fmla="val 50000"/>
              </a:avLst>
            </a:prstGeom>
            <a:gradFill>
              <a:gsLst>
                <a:gs pos="0">
                  <a:srgbClr val="000000"/>
                </a:gs>
                <a:gs pos="100000">
                  <a:srgbClr val="808080"/>
                </a:gs>
              </a:gsLst>
              <a:lin ang="0" scaled="0"/>
            </a:gra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390" name="Google Shape;1390;p23"/>
            <p:cNvSpPr/>
            <p:nvPr/>
          </p:nvSpPr>
          <p:spPr>
            <a:xfrm>
              <a:off x="4308" y="2380"/>
              <a:ext cx="156" cy="148"/>
            </a:xfrm>
            <a:prstGeom prst="ellipse">
              <a:avLst/>
            </a:prstGeom>
            <a:solidFill>
              <a:srgbClr val="33CC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391" name="Google Shape;1391;p23"/>
            <p:cNvSpPr/>
            <p:nvPr/>
          </p:nvSpPr>
          <p:spPr>
            <a:xfrm>
              <a:off x="4488" y="2386"/>
              <a:ext cx="156" cy="142"/>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rgbClr val="FF0000"/>
                </a:solidFill>
                <a:latin typeface="Arial"/>
                <a:ea typeface="Arial"/>
                <a:cs typeface="Arial"/>
                <a:sym typeface="Arial"/>
              </a:endParaRPr>
            </a:p>
          </p:txBody>
        </p:sp>
        <p:sp>
          <p:nvSpPr>
            <p:cNvPr id="1392" name="Google Shape;1392;p23"/>
            <p:cNvSpPr/>
            <p:nvPr/>
          </p:nvSpPr>
          <p:spPr>
            <a:xfrm>
              <a:off x="4661" y="2380"/>
              <a:ext cx="156" cy="142"/>
            </a:xfrm>
            <a:prstGeom prst="ellipse">
              <a:avLst/>
            </a:prstGeom>
            <a:solidFill>
              <a:srgbClr val="33CC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1393" name="Google Shape;1393;p23"/>
            <p:cNvSpPr/>
            <p:nvPr/>
          </p:nvSpPr>
          <p:spPr>
            <a:xfrm>
              <a:off x="5061" y="1835"/>
              <a:ext cx="87" cy="759"/>
            </a:xfrm>
            <a:prstGeom prst="rect">
              <a:avLst/>
            </a:prstGeom>
            <a:solidFill>
              <a:srgbClr val="292929"/>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sp>
        <p:nvSpPr>
          <p:cNvPr id="1394" name="Google Shape;1394;p23"/>
          <p:cNvSpPr/>
          <p:nvPr/>
        </p:nvSpPr>
        <p:spPr>
          <a:xfrm>
            <a:off x="810552" y="2790656"/>
            <a:ext cx="3704869" cy="3241844"/>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CC0000"/>
              </a:buClr>
              <a:buSzPts val="3200"/>
              <a:buFont typeface="Calibri"/>
              <a:buNone/>
            </a:pPr>
            <a:r>
              <a:rPr lang="en-US" sz="3200" b="0" i="0" u="none" strike="noStrike" cap="none">
                <a:solidFill>
                  <a:srgbClr val="CC0000"/>
                </a:solidFill>
                <a:latin typeface="Calibri"/>
                <a:ea typeface="Calibri"/>
                <a:cs typeface="Calibri"/>
                <a:sym typeface="Calibri"/>
              </a:rPr>
              <a:t>Recursive query:</a:t>
            </a:r>
            <a:endParaRPr sz="1400" b="0" i="0" u="none" strike="noStrike" cap="none">
              <a:solidFill>
                <a:srgbClr val="000000"/>
              </a:solidFill>
              <a:latin typeface="Arial"/>
              <a:ea typeface="Arial"/>
              <a:cs typeface="Arial"/>
              <a:sym typeface="Arial"/>
            </a:endParaRPr>
          </a:p>
          <a:p>
            <a:pPr marL="403225" marR="0" lvl="0" indent="-288925" algn="l" rtl="0">
              <a:lnSpc>
                <a:spcPct val="100000"/>
              </a:lnSpc>
              <a:spcBef>
                <a:spcPts val="0"/>
              </a:spcBef>
              <a:spcAft>
                <a:spcPts val="0"/>
              </a:spcAft>
              <a:buClr>
                <a:srgbClr val="000099"/>
              </a:buClr>
              <a:buSzPts val="2800"/>
              <a:buFont typeface="Noto Sans"/>
              <a:buChar char="▪"/>
            </a:pPr>
            <a:r>
              <a:rPr lang="en-US" sz="2800" b="0" i="0" u="none" strike="noStrike" cap="none">
                <a:solidFill>
                  <a:srgbClr val="000000"/>
                </a:solidFill>
                <a:latin typeface="Calibri"/>
                <a:ea typeface="Calibri"/>
                <a:cs typeface="Calibri"/>
                <a:sym typeface="Calibri"/>
              </a:rPr>
              <a:t>puts burden of name resolution on contacted name server</a:t>
            </a:r>
            <a:endParaRPr sz="1400" b="0" i="0" u="none" strike="noStrike" cap="none">
              <a:solidFill>
                <a:srgbClr val="000000"/>
              </a:solidFill>
              <a:latin typeface="Arial"/>
              <a:ea typeface="Arial"/>
              <a:cs typeface="Arial"/>
              <a:sym typeface="Arial"/>
            </a:endParaRPr>
          </a:p>
          <a:p>
            <a:pPr marL="403225" marR="0" lvl="0" indent="-288925" algn="l" rtl="0">
              <a:lnSpc>
                <a:spcPct val="100000"/>
              </a:lnSpc>
              <a:spcBef>
                <a:spcPts val="0"/>
              </a:spcBef>
              <a:spcAft>
                <a:spcPts val="0"/>
              </a:spcAft>
              <a:buClr>
                <a:srgbClr val="000099"/>
              </a:buClr>
              <a:buSzPts val="2800"/>
              <a:buFont typeface="Noto Sans"/>
              <a:buChar char="▪"/>
            </a:pPr>
            <a:r>
              <a:rPr lang="en-US" sz="2800" b="0" i="0" u="none" strike="noStrike" cap="none">
                <a:solidFill>
                  <a:srgbClr val="000000"/>
                </a:solidFill>
                <a:latin typeface="Calibri"/>
                <a:ea typeface="Calibri"/>
                <a:cs typeface="Calibri"/>
                <a:sym typeface="Calibri"/>
              </a:rPr>
              <a:t>heavy load at upper levels of hierarchy</a:t>
            </a:r>
            <a:r>
              <a:rPr lang="en-US" sz="2400" b="0" i="0" u="none" strike="noStrike" cap="none">
                <a:solidFill>
                  <a:srgbClr val="000000"/>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1395" name="Google Shape;1395;p23"/>
          <p:cNvSpPr txBox="1"/>
          <p:nvPr/>
        </p:nvSpPr>
        <p:spPr>
          <a:xfrm>
            <a:off x="684201" y="1617338"/>
            <a:ext cx="5664200" cy="1061130"/>
          </a:xfrm>
          <a:prstGeom prst="rect">
            <a:avLst/>
          </a:prstGeom>
          <a:noFill/>
          <a:ln>
            <a:noFill/>
          </a:ln>
        </p:spPr>
        <p:txBody>
          <a:bodyPr spcFirstLastPara="1" wrap="square" lIns="91425" tIns="45700" rIns="91425" bIns="45700" anchor="t" anchorCtr="0">
            <a:noAutofit/>
          </a:bodyPr>
          <a:lstStyle/>
          <a:p>
            <a:pPr marL="130175" marR="0" lvl="0" indent="0" algn="l" rtl="0">
              <a:lnSpc>
                <a:spcPct val="90000"/>
              </a:lnSpc>
              <a:spcBef>
                <a:spcPts val="0"/>
              </a:spcBef>
              <a:spcAft>
                <a:spcPts val="0"/>
              </a:spcAft>
              <a:buClr>
                <a:srgbClr val="0000A3"/>
              </a:buClr>
              <a:buSzPts val="2800"/>
              <a:buFont typeface="Noto Sans"/>
              <a:buNone/>
            </a:pPr>
            <a:r>
              <a:rPr lang="en-US" sz="2800" b="0" i="0" u="none" strike="noStrike" cap="none">
                <a:solidFill>
                  <a:srgbClr val="0000A3"/>
                </a:solidFill>
                <a:latin typeface="Calibri"/>
                <a:ea typeface="Calibri"/>
                <a:cs typeface="Calibri"/>
                <a:sym typeface="Calibri"/>
              </a:rPr>
              <a:t>Example: </a:t>
            </a:r>
            <a:r>
              <a:rPr lang="en-US" sz="2800" b="0" i="0" u="none" strike="noStrike" cap="none">
                <a:solidFill>
                  <a:srgbClr val="000000"/>
                </a:solidFill>
                <a:latin typeface="Calibri"/>
                <a:ea typeface="Calibri"/>
                <a:cs typeface="Calibri"/>
                <a:sym typeface="Calibri"/>
              </a:rPr>
              <a:t>host at </a:t>
            </a:r>
            <a:r>
              <a:rPr lang="en-US" sz="2400" b="0" i="0" u="none" strike="noStrike" cap="none">
                <a:solidFill>
                  <a:srgbClr val="000000"/>
                </a:solidFill>
                <a:latin typeface="Calibri"/>
                <a:ea typeface="Calibri"/>
                <a:cs typeface="Calibri"/>
                <a:sym typeface="Calibri"/>
              </a:rPr>
              <a:t>engineering.nyu.edu </a:t>
            </a:r>
            <a:r>
              <a:rPr lang="en-US" sz="2800" b="0" i="0" u="none" strike="noStrike" cap="none">
                <a:solidFill>
                  <a:srgbClr val="000000"/>
                </a:solidFill>
                <a:latin typeface="Calibri"/>
                <a:ea typeface="Calibri"/>
                <a:cs typeface="Calibri"/>
                <a:sym typeface="Calibri"/>
              </a:rPr>
              <a:t>wants IP address for </a:t>
            </a:r>
            <a:r>
              <a:rPr lang="en-US" sz="2400" b="0" i="0" u="none" strike="noStrike" cap="none">
                <a:solidFill>
                  <a:srgbClr val="000000"/>
                </a:solidFill>
                <a:latin typeface="Calibri"/>
                <a:ea typeface="Calibri"/>
                <a:cs typeface="Calibri"/>
                <a:sym typeface="Calibri"/>
              </a:rPr>
              <a:t>gaia.cs.umass.edu</a:t>
            </a:r>
            <a:endParaRPr sz="2800" b="0" i="0" u="none" strike="noStrike" cap="none">
              <a:solidFill>
                <a:srgbClr val="000000"/>
              </a:solidFill>
              <a:latin typeface="Calibri"/>
              <a:ea typeface="Calibri"/>
              <a:cs typeface="Calibri"/>
              <a:sym typeface="Calibri"/>
            </a:endParaRPr>
          </a:p>
        </p:txBody>
      </p:sp>
      <p:sp>
        <p:nvSpPr>
          <p:cNvPr id="1396" name="Google Shape;1396;p23"/>
          <p:cNvSpPr txBox="1">
            <a:spLocks noGrp="1"/>
          </p:cNvSpPr>
          <p:nvPr>
            <p:ph type="sldNum" idx="4294967295"/>
          </p:nvPr>
        </p:nvSpPr>
        <p:spPr>
          <a:xfrm>
            <a:off x="9219616" y="6443089"/>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r>
              <a:rPr lang="en-US"/>
              <a:t>Application Layer: 2-</a:t>
            </a:r>
            <a:fld id="{00000000-1234-1234-1234-123412341234}" type="slidenum">
              <a:rPr lang="en-US"/>
              <a:t>26</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94"/>
                                        </p:tgtEl>
                                        <p:attrNameLst>
                                          <p:attrName>style.visibility</p:attrName>
                                        </p:attrNameLst>
                                      </p:cBhvr>
                                      <p:to>
                                        <p:strVal val="visible"/>
                                      </p:to>
                                    </p:set>
                                    <p:animEffect transition="in" filter="fade">
                                      <p:cBhvr>
                                        <p:cTn id="7" dur="500"/>
                                        <p:tgtEl>
                                          <p:spTgt spid="139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235"/>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1244"/>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236"/>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124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239"/>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1246"/>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1237"/>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1247"/>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1238"/>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1248"/>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1253"/>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1249"/>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1254"/>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0"/>
                                          </p:stCondLst>
                                        </p:cTn>
                                        <p:tgtEl>
                                          <p:spTgt spid="1251"/>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1240"/>
                                        </p:tgtEl>
                                        <p:attrNameLst>
                                          <p:attrName>style.visibility</p:attrName>
                                        </p:attrNameLst>
                                      </p:cBhvr>
                                      <p:to>
                                        <p:strVal val="visible"/>
                                      </p:to>
                                    </p:set>
                                  </p:childTnLst>
                                </p:cTn>
                              </p:par>
                              <p:par>
                                <p:cTn id="54" presetID="1" presetClass="entr" presetSubtype="0" fill="hold" nodeType="withEffect">
                                  <p:stCondLst>
                                    <p:cond delay="0"/>
                                  </p:stCondLst>
                                  <p:childTnLst>
                                    <p:set>
                                      <p:cBhvr>
                                        <p:cTn id="55" dur="1" fill="hold">
                                          <p:stCondLst>
                                            <p:cond delay="0"/>
                                          </p:stCondLst>
                                        </p:cTn>
                                        <p:tgtEl>
                                          <p:spTgt spid="12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401"/>
        <p:cNvGrpSpPr/>
        <p:nvPr/>
      </p:nvGrpSpPr>
      <p:grpSpPr>
        <a:xfrm>
          <a:off x="0" y="0"/>
          <a:ext cx="0" cy="0"/>
          <a:chOff x="0" y="0"/>
          <a:chExt cx="0" cy="0"/>
        </a:xfrm>
      </p:grpSpPr>
      <p:sp>
        <p:nvSpPr>
          <p:cNvPr id="1402" name="Google Shape;1402;g11fc7892358_0_0"/>
          <p:cNvSpPr txBox="1">
            <a:spLocks noGrp="1"/>
          </p:cNvSpPr>
          <p:nvPr>
            <p:ph type="title"/>
          </p:nvPr>
        </p:nvSpPr>
        <p:spPr>
          <a:xfrm>
            <a:off x="1495050" y="126825"/>
            <a:ext cx="10018800" cy="6687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SzPct val="50000"/>
              <a:buNone/>
            </a:pPr>
            <a:r>
              <a:rPr lang="en-US" b="1"/>
              <a:t>DNS Queries - Summary</a:t>
            </a:r>
            <a:endParaRPr b="1"/>
          </a:p>
        </p:txBody>
      </p:sp>
      <p:pic>
        <p:nvPicPr>
          <p:cNvPr id="1403" name="Google Shape;1403;g11fc7892358_0_0"/>
          <p:cNvPicPr preferRelativeResize="0"/>
          <p:nvPr/>
        </p:nvPicPr>
        <p:blipFill rotWithShape="1">
          <a:blip r:embed="rId3">
            <a:alphaModFix/>
          </a:blip>
          <a:srcRect/>
          <a:stretch/>
        </p:blipFill>
        <p:spPr>
          <a:xfrm>
            <a:off x="2298250" y="671775"/>
            <a:ext cx="7683300" cy="6077851"/>
          </a:xfrm>
          <a:prstGeom prst="rect">
            <a:avLst/>
          </a:prstGeom>
          <a:noFill/>
          <a:ln>
            <a:noFill/>
          </a:ln>
        </p:spPr>
      </p:pic>
      <p:sp>
        <p:nvSpPr>
          <p:cNvPr id="1404" name="Google Shape;1404;g11fc7892358_0_0"/>
          <p:cNvSpPr txBox="1"/>
          <p:nvPr/>
        </p:nvSpPr>
        <p:spPr>
          <a:xfrm>
            <a:off x="5334300" y="6488700"/>
            <a:ext cx="67074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Source :https://foxutech.com/what-is-dns-and-how-it-works/how-dns-works/</a:t>
            </a:r>
            <a:endParaRPr sz="1200" b="0" i="0" u="none" strike="noStrike" cap="none">
              <a:solidFill>
                <a:srgbClr val="000000"/>
              </a:solidFill>
              <a:latin typeface="Arial"/>
              <a:ea typeface="Arial"/>
              <a:cs typeface="Arial"/>
              <a:sym typeface="Arial"/>
            </a:endParaRPr>
          </a:p>
        </p:txBody>
      </p:sp>
      <p:sp>
        <p:nvSpPr>
          <p:cNvPr id="1405" name="Google Shape;1405;g11fc7892358_0_0"/>
          <p:cNvSpPr txBox="1">
            <a:spLocks noGrp="1"/>
          </p:cNvSpPr>
          <p:nvPr>
            <p:ph type="sldNum" idx="12"/>
          </p:nvPr>
        </p:nvSpPr>
        <p:spPr>
          <a:xfrm>
            <a:off x="10951856" y="5883275"/>
            <a:ext cx="551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US"/>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410"/>
        <p:cNvGrpSpPr/>
        <p:nvPr/>
      </p:nvGrpSpPr>
      <p:grpSpPr>
        <a:xfrm>
          <a:off x="0" y="0"/>
          <a:ext cx="0" cy="0"/>
          <a:chOff x="0" y="0"/>
          <a:chExt cx="0" cy="0"/>
        </a:xfrm>
      </p:grpSpPr>
      <p:sp>
        <p:nvSpPr>
          <p:cNvPr id="1411" name="Google Shape;1411;p24"/>
          <p:cNvSpPr txBox="1">
            <a:spLocks noGrp="1"/>
          </p:cNvSpPr>
          <p:nvPr>
            <p:ph type="title"/>
          </p:nvPr>
        </p:nvSpPr>
        <p:spPr>
          <a:xfrm>
            <a:off x="2057400" y="435419"/>
            <a:ext cx="7772400" cy="969963"/>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Corbel"/>
              <a:buNone/>
            </a:pPr>
            <a:r>
              <a:rPr lang="en-US" b="1"/>
              <a:t>DNS: caching, updating records</a:t>
            </a:r>
            <a:endParaRPr/>
          </a:p>
        </p:txBody>
      </p:sp>
      <p:sp>
        <p:nvSpPr>
          <p:cNvPr id="1412" name="Google Shape;1412;p24"/>
          <p:cNvSpPr txBox="1">
            <a:spLocks noGrp="1"/>
          </p:cNvSpPr>
          <p:nvPr>
            <p:ph type="sldNum" idx="12"/>
          </p:nvPr>
        </p:nvSpPr>
        <p:spPr>
          <a:xfrm>
            <a:off x="10951856" y="5883275"/>
            <a:ext cx="551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US"/>
              <a:t>28</a:t>
            </a:fld>
            <a:endParaRPr/>
          </a:p>
        </p:txBody>
      </p:sp>
      <p:sp>
        <p:nvSpPr>
          <p:cNvPr id="1413" name="Google Shape;1413;p24"/>
          <p:cNvSpPr txBox="1">
            <a:spLocks noGrp="1"/>
          </p:cNvSpPr>
          <p:nvPr>
            <p:ph type="body" idx="1"/>
          </p:nvPr>
        </p:nvSpPr>
        <p:spPr>
          <a:xfrm>
            <a:off x="1332518" y="1540163"/>
            <a:ext cx="10406900" cy="4435764"/>
          </a:xfrm>
          <a:prstGeom prst="rect">
            <a:avLst/>
          </a:prstGeom>
          <a:noFill/>
          <a:ln>
            <a:noFill/>
          </a:ln>
        </p:spPr>
        <p:txBody>
          <a:bodyPr spcFirstLastPara="1" wrap="square" lIns="91425" tIns="45700" rIns="91425" bIns="45700" anchor="ctr" anchorCtr="0">
            <a:normAutofit/>
          </a:bodyPr>
          <a:lstStyle/>
          <a:p>
            <a:pPr marL="285750" lvl="0" indent="-285750" algn="l" rtl="0">
              <a:lnSpc>
                <a:spcPct val="100000"/>
              </a:lnSpc>
              <a:spcBef>
                <a:spcPts val="0"/>
              </a:spcBef>
              <a:spcAft>
                <a:spcPts val="0"/>
              </a:spcAft>
              <a:buClr>
                <a:srgbClr val="0B5982"/>
              </a:buClr>
              <a:buSzPts val="2160"/>
              <a:buChar char="•"/>
            </a:pPr>
            <a:r>
              <a:rPr lang="en-US" b="1" dirty="0">
                <a:solidFill>
                  <a:srgbClr val="0070C0"/>
                </a:solidFill>
                <a:latin typeface="Arial"/>
                <a:ea typeface="Arial"/>
                <a:cs typeface="Arial"/>
                <a:sym typeface="Arial"/>
              </a:rPr>
              <a:t>Caching</a:t>
            </a:r>
            <a:r>
              <a:rPr lang="en-US" dirty="0">
                <a:solidFill>
                  <a:srgbClr val="0070C0"/>
                </a:solidFill>
                <a:latin typeface="Arial"/>
                <a:ea typeface="Arial"/>
                <a:cs typeface="Arial"/>
                <a:sym typeface="Arial"/>
              </a:rPr>
              <a:t>:</a:t>
            </a:r>
            <a:r>
              <a:rPr lang="en-US" dirty="0">
                <a:solidFill>
                  <a:schemeClr val="dk1"/>
                </a:solidFill>
                <a:latin typeface="Arial"/>
                <a:ea typeface="Arial"/>
                <a:cs typeface="Arial"/>
                <a:sym typeface="Arial"/>
              </a:rPr>
              <a:t> When a name server learns an IP address for a domain, it saves (caches) this information for faster access next time.</a:t>
            </a:r>
            <a:endParaRPr dirty="0"/>
          </a:p>
          <a:p>
            <a:pPr marL="285750" lvl="0" indent="-148590" algn="l" rtl="0">
              <a:lnSpc>
                <a:spcPct val="100000"/>
              </a:lnSpc>
              <a:spcBef>
                <a:spcPts val="0"/>
              </a:spcBef>
              <a:spcAft>
                <a:spcPts val="0"/>
              </a:spcAft>
              <a:buClr>
                <a:srgbClr val="0B5982"/>
              </a:buClr>
              <a:buSzPts val="2160"/>
              <a:buNone/>
            </a:pPr>
            <a:endParaRPr dirty="0">
              <a:solidFill>
                <a:schemeClr val="dk1"/>
              </a:solidFill>
              <a:latin typeface="Arial"/>
              <a:ea typeface="Arial"/>
              <a:cs typeface="Arial"/>
              <a:sym typeface="Arial"/>
            </a:endParaRPr>
          </a:p>
          <a:p>
            <a:pPr marL="285750" lvl="0" indent="-285750" algn="l" rtl="0">
              <a:lnSpc>
                <a:spcPct val="100000"/>
              </a:lnSpc>
              <a:spcBef>
                <a:spcPts val="0"/>
              </a:spcBef>
              <a:spcAft>
                <a:spcPts val="0"/>
              </a:spcAft>
              <a:buClr>
                <a:srgbClr val="0B5982"/>
              </a:buClr>
              <a:buSzPts val="2160"/>
              <a:buChar char="•"/>
            </a:pPr>
            <a:r>
              <a:rPr lang="en-US" b="1" dirty="0">
                <a:solidFill>
                  <a:srgbClr val="0070C0"/>
                </a:solidFill>
                <a:latin typeface="Arial"/>
                <a:ea typeface="Arial"/>
                <a:cs typeface="Arial"/>
                <a:sym typeface="Arial"/>
              </a:rPr>
              <a:t>TTL (Time to Live)</a:t>
            </a:r>
            <a:r>
              <a:rPr lang="en-US" dirty="0">
                <a:solidFill>
                  <a:srgbClr val="0070C0"/>
                </a:solidFill>
                <a:latin typeface="Arial"/>
                <a:ea typeface="Arial"/>
                <a:cs typeface="Arial"/>
                <a:sym typeface="Arial"/>
              </a:rPr>
              <a:t>:</a:t>
            </a:r>
            <a:r>
              <a:rPr lang="en-US" dirty="0">
                <a:solidFill>
                  <a:schemeClr val="dk1"/>
                </a:solidFill>
                <a:latin typeface="Arial"/>
                <a:ea typeface="Arial"/>
                <a:cs typeface="Arial"/>
                <a:sym typeface="Arial"/>
              </a:rPr>
              <a:t> Cached information has a lifespan (TTL) and removed from the cache after this time, requiring a fresh lookup.</a:t>
            </a:r>
            <a:endParaRPr dirty="0"/>
          </a:p>
          <a:p>
            <a:pPr marL="285750" lvl="0" indent="-148590" algn="l" rtl="0">
              <a:lnSpc>
                <a:spcPct val="100000"/>
              </a:lnSpc>
              <a:spcBef>
                <a:spcPts val="0"/>
              </a:spcBef>
              <a:spcAft>
                <a:spcPts val="0"/>
              </a:spcAft>
              <a:buClr>
                <a:srgbClr val="0B5982"/>
              </a:buClr>
              <a:buSzPts val="2160"/>
              <a:buNone/>
            </a:pPr>
            <a:endParaRPr b="1" dirty="0">
              <a:solidFill>
                <a:schemeClr val="dk1"/>
              </a:solidFill>
              <a:latin typeface="Arial"/>
              <a:ea typeface="Arial"/>
              <a:cs typeface="Arial"/>
              <a:sym typeface="Arial"/>
            </a:endParaRPr>
          </a:p>
          <a:p>
            <a:pPr marL="285750" lvl="0" indent="-285750" algn="l" rtl="0">
              <a:lnSpc>
                <a:spcPct val="100000"/>
              </a:lnSpc>
              <a:spcBef>
                <a:spcPts val="0"/>
              </a:spcBef>
              <a:spcAft>
                <a:spcPts val="0"/>
              </a:spcAft>
              <a:buClr>
                <a:srgbClr val="0B5982"/>
              </a:buClr>
              <a:buSzPts val="2160"/>
              <a:buChar char="•"/>
            </a:pPr>
            <a:r>
              <a:rPr lang="en-US" b="1" dirty="0">
                <a:solidFill>
                  <a:srgbClr val="0070C0"/>
                </a:solidFill>
                <a:latin typeface="Arial"/>
                <a:ea typeface="Arial"/>
                <a:cs typeface="Arial"/>
                <a:sym typeface="Arial"/>
              </a:rPr>
              <a:t>Local Caching</a:t>
            </a:r>
            <a:r>
              <a:rPr lang="en-US" dirty="0">
                <a:solidFill>
                  <a:srgbClr val="0070C0"/>
                </a:solidFill>
                <a:latin typeface="Arial"/>
                <a:ea typeface="Arial"/>
                <a:cs typeface="Arial"/>
                <a:sym typeface="Arial"/>
              </a:rPr>
              <a:t>: </a:t>
            </a:r>
            <a:r>
              <a:rPr lang="en-US" dirty="0">
                <a:solidFill>
                  <a:schemeClr val="dk1"/>
                </a:solidFill>
                <a:latin typeface="Arial"/>
                <a:ea typeface="Arial"/>
                <a:cs typeface="Arial"/>
                <a:sym typeface="Arial"/>
              </a:rPr>
              <a:t>Local name servers often cache TLD (Top-Level Domain) records to reduce the load on root servers.</a:t>
            </a:r>
            <a:endParaRPr dirty="0"/>
          </a:p>
          <a:p>
            <a:pPr marL="285750" lvl="0" indent="-148590" algn="l" rtl="0">
              <a:lnSpc>
                <a:spcPct val="100000"/>
              </a:lnSpc>
              <a:spcBef>
                <a:spcPts val="0"/>
              </a:spcBef>
              <a:spcAft>
                <a:spcPts val="0"/>
              </a:spcAft>
              <a:buClr>
                <a:srgbClr val="0B5982"/>
              </a:buClr>
              <a:buSzPts val="2160"/>
              <a:buNone/>
            </a:pPr>
            <a:endParaRPr b="1" dirty="0">
              <a:solidFill>
                <a:schemeClr val="dk1"/>
              </a:solidFill>
              <a:latin typeface="Arial"/>
              <a:ea typeface="Arial"/>
              <a:cs typeface="Arial"/>
              <a:sym typeface="Arial"/>
            </a:endParaRPr>
          </a:p>
          <a:p>
            <a:pPr marL="285750" lvl="0" indent="-285750" algn="l" rtl="0">
              <a:lnSpc>
                <a:spcPct val="100000"/>
              </a:lnSpc>
              <a:spcBef>
                <a:spcPts val="0"/>
              </a:spcBef>
              <a:spcAft>
                <a:spcPts val="0"/>
              </a:spcAft>
              <a:buClr>
                <a:srgbClr val="0B5982"/>
              </a:buClr>
              <a:buSzPts val="2160"/>
              <a:buChar char="•"/>
            </a:pPr>
            <a:r>
              <a:rPr lang="en-US" b="1" dirty="0">
                <a:solidFill>
                  <a:srgbClr val="0070C0"/>
                </a:solidFill>
                <a:latin typeface="Arial"/>
                <a:ea typeface="Arial"/>
                <a:cs typeface="Arial"/>
                <a:sym typeface="Arial"/>
              </a:rPr>
              <a:t>Out-of-Date Cache</a:t>
            </a:r>
            <a:r>
              <a:rPr lang="en-US" dirty="0">
                <a:solidFill>
                  <a:srgbClr val="0070C0"/>
                </a:solidFill>
                <a:latin typeface="Arial"/>
                <a:ea typeface="Arial"/>
                <a:cs typeface="Arial"/>
                <a:sym typeface="Arial"/>
              </a:rPr>
              <a:t>: </a:t>
            </a:r>
            <a:r>
              <a:rPr lang="en-US" dirty="0">
                <a:solidFill>
                  <a:schemeClr val="dk1"/>
                </a:solidFill>
                <a:latin typeface="Arial"/>
                <a:ea typeface="Arial"/>
                <a:cs typeface="Arial"/>
                <a:sym typeface="Arial"/>
              </a:rPr>
              <a:t>Cached entries might be outdated if a domain’s IP address changes. The change only becomes known across the internet once all caches with the old IP expire.</a:t>
            </a:r>
            <a:endParaRPr dirty="0"/>
          </a:p>
          <a:p>
            <a:pPr marL="285750" lvl="0" indent="-148590" algn="l" rtl="0">
              <a:lnSpc>
                <a:spcPct val="100000"/>
              </a:lnSpc>
              <a:spcBef>
                <a:spcPts val="0"/>
              </a:spcBef>
              <a:spcAft>
                <a:spcPts val="0"/>
              </a:spcAft>
              <a:buClr>
                <a:srgbClr val="0B5982"/>
              </a:buClr>
              <a:buSzPts val="2160"/>
              <a:buNone/>
            </a:pPr>
            <a:endParaRPr b="1" dirty="0">
              <a:solidFill>
                <a:schemeClr val="dk1"/>
              </a:solidFill>
              <a:latin typeface="Arial"/>
              <a:ea typeface="Arial"/>
              <a:cs typeface="Arial"/>
              <a:sym typeface="Arial"/>
            </a:endParaRPr>
          </a:p>
          <a:p>
            <a:pPr marL="285750" lvl="0" indent="-285750" algn="l" rtl="0">
              <a:lnSpc>
                <a:spcPct val="100000"/>
              </a:lnSpc>
              <a:spcBef>
                <a:spcPts val="0"/>
              </a:spcBef>
              <a:spcAft>
                <a:spcPts val="0"/>
              </a:spcAft>
              <a:buClr>
                <a:srgbClr val="0B5982"/>
              </a:buClr>
              <a:buSzPts val="2160"/>
              <a:buChar char="•"/>
            </a:pPr>
            <a:r>
              <a:rPr lang="en-US" b="1" dirty="0">
                <a:solidFill>
                  <a:srgbClr val="0070C0"/>
                </a:solidFill>
                <a:latin typeface="Arial"/>
                <a:ea typeface="Arial"/>
                <a:cs typeface="Arial"/>
                <a:sym typeface="Arial"/>
              </a:rPr>
              <a:t>Updating Standard</a:t>
            </a:r>
            <a:r>
              <a:rPr lang="en-US" dirty="0">
                <a:solidFill>
                  <a:srgbClr val="0070C0"/>
                </a:solidFill>
                <a:latin typeface="Arial"/>
                <a:ea typeface="Arial"/>
                <a:cs typeface="Arial"/>
                <a:sym typeface="Arial"/>
              </a:rPr>
              <a:t>: </a:t>
            </a:r>
            <a:r>
              <a:rPr lang="en-US" dirty="0">
                <a:solidFill>
                  <a:schemeClr val="dk1"/>
                </a:solidFill>
                <a:latin typeface="Arial"/>
                <a:ea typeface="Arial"/>
                <a:cs typeface="Arial"/>
                <a:sym typeface="Arial"/>
              </a:rPr>
              <a:t>There’s an IETF standard (RFC 2136) for updating DNS records to address this issue, allowing quicker updates across servers. </a:t>
            </a:r>
            <a:endParaRPr dirty="0"/>
          </a:p>
          <a:p>
            <a:pPr marL="457200" lvl="0" indent="-228600" algn="l" rtl="0">
              <a:lnSpc>
                <a:spcPct val="100000"/>
              </a:lnSpc>
              <a:spcBef>
                <a:spcPts val="360"/>
              </a:spcBef>
              <a:spcAft>
                <a:spcPts val="0"/>
              </a:spcAft>
              <a:buSzPts val="2610"/>
              <a:buNone/>
            </a:pPr>
            <a:endParaRPr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BAB2C-904E-4D6A-9E94-E2F9535BA2D0}"/>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ED4D23F2-3C4B-48DD-8C98-10AC80D18DA6}"/>
              </a:ext>
            </a:extLst>
          </p:cNvPr>
          <p:cNvSpPr>
            <a:spLocks noGrp="1"/>
          </p:cNvSpPr>
          <p:nvPr>
            <p:ph type="body" idx="1"/>
          </p:nvPr>
        </p:nvSpPr>
        <p:spPr/>
        <p:txBody>
          <a:bodyPr/>
          <a:lstStyle/>
          <a:p>
            <a:r>
              <a:rPr lang="en-IN" dirty="0"/>
              <a:t>TTL expires</a:t>
            </a:r>
          </a:p>
          <a:p>
            <a:r>
              <a:rPr lang="en-IN" dirty="0"/>
              <a:t>Total RTT: 5*45</a:t>
            </a:r>
          </a:p>
        </p:txBody>
      </p:sp>
      <p:sp>
        <p:nvSpPr>
          <p:cNvPr id="4" name="Slide Number Placeholder 3">
            <a:extLst>
              <a:ext uri="{FF2B5EF4-FFF2-40B4-BE49-F238E27FC236}">
                <a16:creationId xmlns:a16="http://schemas.microsoft.com/office/drawing/2014/main" id="{7891FFCE-3196-4B23-9148-2FAD79F4FC2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29</a:t>
            </a:fld>
            <a:endParaRPr lang="en-US"/>
          </a:p>
        </p:txBody>
      </p:sp>
      <p:pic>
        <p:nvPicPr>
          <p:cNvPr id="6" name="Picture 5">
            <a:extLst>
              <a:ext uri="{FF2B5EF4-FFF2-40B4-BE49-F238E27FC236}">
                <a16:creationId xmlns:a16="http://schemas.microsoft.com/office/drawing/2014/main" id="{745B5AEC-112E-49C0-B559-C08F30594BCA}"/>
              </a:ext>
            </a:extLst>
          </p:cNvPr>
          <p:cNvPicPr>
            <a:picLocks noChangeAspect="1"/>
          </p:cNvPicPr>
          <p:nvPr/>
        </p:nvPicPr>
        <p:blipFill>
          <a:blip r:embed="rId2">
            <a:duotone>
              <a:prstClr val="black"/>
              <a:srgbClr val="D9C3A5">
                <a:tint val="50000"/>
                <a:satMod val="180000"/>
              </a:srgbClr>
            </a:duotone>
          </a:blip>
          <a:stretch>
            <a:fillRect/>
          </a:stretch>
        </p:blipFill>
        <p:spPr>
          <a:xfrm>
            <a:off x="1258443" y="0"/>
            <a:ext cx="8571357" cy="3376865"/>
          </a:xfrm>
          <a:prstGeom prst="rect">
            <a:avLst/>
          </a:prstGeom>
        </p:spPr>
      </p:pic>
    </p:spTree>
    <p:extLst>
      <p:ext uri="{BB962C8B-B14F-4D97-AF65-F5344CB8AC3E}">
        <p14:creationId xmlns:p14="http://schemas.microsoft.com/office/powerpoint/2010/main" val="2939773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418"/>
        <p:cNvGrpSpPr/>
        <p:nvPr/>
      </p:nvGrpSpPr>
      <p:grpSpPr>
        <a:xfrm>
          <a:off x="0" y="0"/>
          <a:ext cx="0" cy="0"/>
          <a:chOff x="0" y="0"/>
          <a:chExt cx="0" cy="0"/>
        </a:xfrm>
      </p:grpSpPr>
      <p:sp>
        <p:nvSpPr>
          <p:cNvPr id="1419" name="Google Shape;1419;p25"/>
          <p:cNvSpPr txBox="1">
            <a:spLocks noGrp="1"/>
          </p:cNvSpPr>
          <p:nvPr>
            <p:ph type="title"/>
          </p:nvPr>
        </p:nvSpPr>
        <p:spPr>
          <a:xfrm>
            <a:off x="1979613" y="201614"/>
            <a:ext cx="7772400" cy="892175"/>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Corbel"/>
              <a:buNone/>
            </a:pPr>
            <a:r>
              <a:rPr lang="en-US" b="1" dirty="0"/>
              <a:t>DNS Records</a:t>
            </a:r>
            <a:endParaRPr b="1" dirty="0"/>
          </a:p>
        </p:txBody>
      </p:sp>
      <p:sp>
        <p:nvSpPr>
          <p:cNvPr id="1420" name="Google Shape;1420;p25"/>
          <p:cNvSpPr txBox="1">
            <a:spLocks noGrp="1"/>
          </p:cNvSpPr>
          <p:nvPr>
            <p:ph type="body" idx="1"/>
          </p:nvPr>
        </p:nvSpPr>
        <p:spPr>
          <a:xfrm>
            <a:off x="2066926" y="1138238"/>
            <a:ext cx="7820025" cy="514350"/>
          </a:xfrm>
          <a:prstGeom prst="rect">
            <a:avLst/>
          </a:prstGeom>
          <a:noFill/>
          <a:ln>
            <a:noFill/>
          </a:ln>
        </p:spPr>
        <p:txBody>
          <a:bodyPr spcFirstLastPara="1" wrap="square" lIns="91425" tIns="45700" rIns="91425" bIns="45700" anchor="ctr" anchorCtr="0">
            <a:normAutofit/>
          </a:bodyPr>
          <a:lstStyle/>
          <a:p>
            <a:pPr marL="285750" lvl="0" indent="-285750" algn="l" rtl="0">
              <a:lnSpc>
                <a:spcPct val="100000"/>
              </a:lnSpc>
              <a:spcBef>
                <a:spcPts val="0"/>
              </a:spcBef>
              <a:spcAft>
                <a:spcPts val="0"/>
              </a:spcAft>
              <a:buSzPts val="2610"/>
              <a:buFont typeface="Noto Sans"/>
              <a:buNone/>
            </a:pPr>
            <a:r>
              <a:rPr lang="en-US" b="1" i="1" dirty="0">
                <a:solidFill>
                  <a:srgbClr val="CC0000"/>
                </a:solidFill>
              </a:rPr>
              <a:t>DNS:</a:t>
            </a:r>
            <a:r>
              <a:rPr lang="en-US" sz="2400" b="1" dirty="0"/>
              <a:t> Distributed database storing resource records </a:t>
            </a:r>
            <a:r>
              <a:rPr lang="en-US" b="1" dirty="0">
                <a:solidFill>
                  <a:srgbClr val="CC0000"/>
                </a:solidFill>
              </a:rPr>
              <a:t>(RR)</a:t>
            </a:r>
            <a:endParaRPr dirty="0"/>
          </a:p>
        </p:txBody>
      </p:sp>
      <p:sp>
        <p:nvSpPr>
          <p:cNvPr id="1421" name="Google Shape;1421;p25"/>
          <p:cNvSpPr txBox="1">
            <a:spLocks noGrp="1"/>
          </p:cNvSpPr>
          <p:nvPr>
            <p:ph type="body" idx="2"/>
          </p:nvPr>
        </p:nvSpPr>
        <p:spPr>
          <a:xfrm>
            <a:off x="1371600" y="4532313"/>
            <a:ext cx="4695092" cy="1894864"/>
          </a:xfrm>
          <a:prstGeom prst="rect">
            <a:avLst/>
          </a:prstGeom>
          <a:noFill/>
          <a:ln>
            <a:noFill/>
          </a:ln>
        </p:spPr>
        <p:txBody>
          <a:bodyPr spcFirstLastPara="1" wrap="square" lIns="91425" tIns="45700" rIns="91425" bIns="45700" anchor="ctr" anchorCtr="0">
            <a:normAutofit fontScale="25000" lnSpcReduction="20000"/>
          </a:bodyPr>
          <a:lstStyle/>
          <a:p>
            <a:pPr marL="285750" lvl="0" indent="-285750" algn="l" rtl="0">
              <a:lnSpc>
                <a:spcPct val="100000"/>
              </a:lnSpc>
              <a:spcBef>
                <a:spcPts val="0"/>
              </a:spcBef>
              <a:spcAft>
                <a:spcPts val="0"/>
              </a:spcAft>
              <a:buSzPct val="145000"/>
              <a:buFont typeface="Noto Sans"/>
              <a:buNone/>
            </a:pPr>
            <a:r>
              <a:rPr lang="en-US" sz="8600" b="1" u="sng">
                <a:solidFill>
                  <a:srgbClr val="5E9934"/>
                </a:solidFill>
              </a:rPr>
              <a:t>type=NS</a:t>
            </a:r>
            <a:endParaRPr b="1">
              <a:solidFill>
                <a:srgbClr val="5E9934"/>
              </a:solidFill>
            </a:endParaRPr>
          </a:p>
          <a:p>
            <a:pPr marL="742950" lvl="1" indent="-285750" algn="l" rtl="0">
              <a:lnSpc>
                <a:spcPct val="100000"/>
              </a:lnSpc>
              <a:spcBef>
                <a:spcPts val="960"/>
              </a:spcBef>
              <a:spcAft>
                <a:spcPts val="0"/>
              </a:spcAft>
              <a:buSzPct val="145000"/>
              <a:buChar char="•"/>
            </a:pPr>
            <a:r>
              <a:rPr lang="en-US" sz="7200" b="1"/>
              <a:t>Name</a:t>
            </a:r>
            <a:r>
              <a:rPr lang="en-US" sz="7200"/>
              <a:t> is domain</a:t>
            </a:r>
            <a:endParaRPr/>
          </a:p>
          <a:p>
            <a:pPr marL="742950" lvl="1" indent="-285750" algn="l" rtl="0">
              <a:lnSpc>
                <a:spcPct val="100000"/>
              </a:lnSpc>
              <a:spcBef>
                <a:spcPts val="960"/>
              </a:spcBef>
              <a:spcAft>
                <a:spcPts val="0"/>
              </a:spcAft>
              <a:buSzPct val="145000"/>
              <a:buChar char="•"/>
            </a:pPr>
            <a:r>
              <a:rPr lang="en-US" sz="7200" b="1"/>
              <a:t>Value</a:t>
            </a:r>
            <a:r>
              <a:rPr lang="en-US" sz="7200"/>
              <a:t> is hostname of</a:t>
            </a:r>
            <a:br>
              <a:rPr lang="en-US" sz="7200"/>
            </a:br>
            <a:r>
              <a:rPr lang="en-US" sz="7200"/>
              <a:t>authoritative name server</a:t>
            </a:r>
            <a:br>
              <a:rPr lang="en-US" sz="7200"/>
            </a:br>
            <a:r>
              <a:rPr lang="en-US" sz="7200"/>
              <a:t>for this domain</a:t>
            </a:r>
            <a:endParaRPr/>
          </a:p>
          <a:p>
            <a:pPr marL="742950" lvl="1" indent="-285750" algn="l" rtl="0">
              <a:lnSpc>
                <a:spcPct val="100000"/>
              </a:lnSpc>
              <a:spcBef>
                <a:spcPts val="960"/>
              </a:spcBef>
              <a:spcAft>
                <a:spcPts val="0"/>
              </a:spcAft>
              <a:buSzPct val="145000"/>
              <a:buChar char="•"/>
            </a:pPr>
            <a:r>
              <a:rPr lang="en-US" sz="7200" b="1">
                <a:solidFill>
                  <a:srgbClr val="5E9934"/>
                </a:solidFill>
              </a:rPr>
              <a:t>(google.com, dns.google.com, NS)</a:t>
            </a:r>
            <a:endParaRPr b="1">
              <a:solidFill>
                <a:srgbClr val="5E9934"/>
              </a:solidFill>
            </a:endParaRPr>
          </a:p>
        </p:txBody>
      </p:sp>
      <p:sp>
        <p:nvSpPr>
          <p:cNvPr id="1422" name="Google Shape;1422;p25"/>
          <p:cNvSpPr txBox="1"/>
          <p:nvPr/>
        </p:nvSpPr>
        <p:spPr>
          <a:xfrm>
            <a:off x="3319463" y="1757363"/>
            <a:ext cx="5364162" cy="45720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chemeClr val="dk1"/>
              </a:buClr>
              <a:buSzPts val="2400"/>
              <a:buFont typeface="Noto Sans"/>
              <a:buNone/>
            </a:pPr>
            <a:r>
              <a:rPr lang="en-US" sz="2400" b="0" i="0" u="none" strike="noStrike" cap="none">
                <a:solidFill>
                  <a:schemeClr val="dk1"/>
                </a:solidFill>
                <a:latin typeface="Arial"/>
                <a:ea typeface="Arial"/>
                <a:cs typeface="Arial"/>
                <a:sym typeface="Arial"/>
              </a:rPr>
              <a:t>RR format:</a:t>
            </a:r>
            <a:r>
              <a:rPr lang="en-US" sz="2400" b="0" i="0" u="none" strike="noStrike" cap="none">
                <a:solidFill>
                  <a:schemeClr val="dk1"/>
                </a:solidFill>
                <a:latin typeface="Comic Sans MS"/>
                <a:ea typeface="Comic Sans MS"/>
                <a:cs typeface="Comic Sans MS"/>
                <a:sym typeface="Comic Sans MS"/>
              </a:rPr>
              <a:t> </a:t>
            </a:r>
            <a:r>
              <a:rPr lang="en-US" sz="1800" b="1" i="0" u="none" strike="noStrike" cap="none">
                <a:solidFill>
                  <a:schemeClr val="dk1"/>
                </a:solidFill>
                <a:latin typeface="Courier New"/>
                <a:ea typeface="Courier New"/>
                <a:cs typeface="Courier New"/>
                <a:sym typeface="Courier New"/>
              </a:rPr>
              <a:t>(name, value, type, ttl)</a:t>
            </a:r>
            <a:endParaRPr sz="2400" b="0" i="0" u="none" strike="noStrike" cap="none">
              <a:solidFill>
                <a:schemeClr val="dk1"/>
              </a:solidFill>
              <a:latin typeface="Times New Roman"/>
              <a:ea typeface="Times New Roman"/>
              <a:cs typeface="Times New Roman"/>
              <a:sym typeface="Times New Roman"/>
            </a:endParaRPr>
          </a:p>
        </p:txBody>
      </p:sp>
      <p:sp>
        <p:nvSpPr>
          <p:cNvPr id="1423" name="Google Shape;1423;p25"/>
          <p:cNvSpPr/>
          <p:nvPr/>
        </p:nvSpPr>
        <p:spPr>
          <a:xfrm>
            <a:off x="3400426" y="1690688"/>
            <a:ext cx="5267325" cy="571500"/>
          </a:xfrm>
          <a:prstGeom prst="rect">
            <a:avLst/>
          </a:prstGeom>
          <a:noFill/>
          <a:ln w="19050" cap="flat" cmpd="sng">
            <a:solidFill>
              <a:srgbClr val="00009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Noto Sans"/>
              <a:buNone/>
            </a:pPr>
            <a:endParaRPr sz="2400" b="0" i="0" u="none" strike="noStrike" cap="none">
              <a:solidFill>
                <a:schemeClr val="accent2"/>
              </a:solidFill>
              <a:latin typeface="Times New Roman"/>
              <a:ea typeface="Times New Roman"/>
              <a:cs typeface="Times New Roman"/>
              <a:sym typeface="Times New Roman"/>
            </a:endParaRPr>
          </a:p>
        </p:txBody>
      </p:sp>
      <p:sp>
        <p:nvSpPr>
          <p:cNvPr id="1424" name="Google Shape;1424;p25"/>
          <p:cNvSpPr/>
          <p:nvPr/>
        </p:nvSpPr>
        <p:spPr>
          <a:xfrm>
            <a:off x="1371600" y="2345349"/>
            <a:ext cx="4284052" cy="161229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000099"/>
              </a:buClr>
              <a:buSzPts val="1650"/>
              <a:buFont typeface="Noto Sans"/>
              <a:buNone/>
            </a:pPr>
            <a:r>
              <a:rPr lang="en-US" sz="2200" b="1" i="0" u="sng" strike="noStrike" cap="none">
                <a:solidFill>
                  <a:srgbClr val="7D28CD"/>
                </a:solidFill>
                <a:latin typeface="Corbel"/>
                <a:ea typeface="Corbel"/>
                <a:cs typeface="Corbel"/>
                <a:sym typeface="Corbel"/>
              </a:rPr>
              <a:t>type=A</a:t>
            </a:r>
            <a:endParaRPr sz="1400" b="1" i="0" u="none" strike="noStrike" cap="none">
              <a:solidFill>
                <a:srgbClr val="7D28CD"/>
              </a:solidFill>
              <a:latin typeface="Arial"/>
              <a:ea typeface="Arial"/>
              <a:cs typeface="Arial"/>
              <a:sym typeface="Arial"/>
            </a:endParaRPr>
          </a:p>
          <a:p>
            <a:pPr marL="742950" marR="0" lvl="1" indent="-285750" algn="l" rtl="0">
              <a:lnSpc>
                <a:spcPct val="100000"/>
              </a:lnSpc>
              <a:spcBef>
                <a:spcPts val="360"/>
              </a:spcBef>
              <a:spcAft>
                <a:spcPts val="0"/>
              </a:spcAft>
              <a:buClr>
                <a:srgbClr val="000099"/>
              </a:buClr>
              <a:buSzPts val="1800"/>
              <a:buFont typeface="Noto Sans"/>
              <a:buChar char="▪"/>
            </a:pPr>
            <a:r>
              <a:rPr lang="en-US" sz="1800" b="1" i="0" u="none" strike="noStrike" cap="none">
                <a:solidFill>
                  <a:schemeClr val="dk1"/>
                </a:solidFill>
                <a:latin typeface="Corbel"/>
                <a:ea typeface="Corbel"/>
                <a:cs typeface="Corbel"/>
                <a:sym typeface="Corbel"/>
              </a:rPr>
              <a:t>Name</a:t>
            </a:r>
            <a:r>
              <a:rPr lang="en-US" sz="1800" b="0" i="0" u="none" strike="noStrike" cap="none">
                <a:solidFill>
                  <a:schemeClr val="dk1"/>
                </a:solidFill>
                <a:latin typeface="Corbel"/>
                <a:ea typeface="Corbel"/>
                <a:cs typeface="Corbel"/>
                <a:sym typeface="Corbel"/>
              </a:rPr>
              <a:t> is hostname</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360"/>
              </a:spcBef>
              <a:spcAft>
                <a:spcPts val="0"/>
              </a:spcAft>
              <a:buClr>
                <a:srgbClr val="000099"/>
              </a:buClr>
              <a:buSzPts val="1800"/>
              <a:buFont typeface="Noto Sans"/>
              <a:buChar char="▪"/>
            </a:pPr>
            <a:r>
              <a:rPr lang="en-US" sz="1800" b="1" i="0" u="none" strike="noStrike" cap="none">
                <a:solidFill>
                  <a:schemeClr val="dk1"/>
                </a:solidFill>
                <a:latin typeface="Corbel"/>
                <a:ea typeface="Corbel"/>
                <a:cs typeface="Corbel"/>
                <a:sym typeface="Corbel"/>
              </a:rPr>
              <a:t>Value</a:t>
            </a:r>
            <a:r>
              <a:rPr lang="en-US" sz="1800" b="0" i="0" u="none" strike="noStrike" cap="none">
                <a:solidFill>
                  <a:schemeClr val="dk1"/>
                </a:solidFill>
                <a:latin typeface="Corbel"/>
                <a:ea typeface="Corbel"/>
                <a:cs typeface="Corbel"/>
                <a:sym typeface="Corbel"/>
              </a:rPr>
              <a:t> is IP address</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360"/>
              </a:spcBef>
              <a:spcAft>
                <a:spcPts val="0"/>
              </a:spcAft>
              <a:buClr>
                <a:srgbClr val="000099"/>
              </a:buClr>
              <a:buSzPts val="1800"/>
              <a:buFont typeface="Noto Sans"/>
              <a:buChar char="▪"/>
            </a:pPr>
            <a:r>
              <a:rPr lang="en-US" sz="2000" b="1" i="0" u="none" strike="noStrike" cap="none">
                <a:solidFill>
                  <a:srgbClr val="7D28CD"/>
                </a:solidFill>
                <a:latin typeface="Corbel"/>
                <a:ea typeface="Corbel"/>
                <a:cs typeface="Corbel"/>
                <a:sym typeface="Corbel"/>
              </a:rPr>
              <a:t>(google.com, 172.10.12.32, A)</a:t>
            </a:r>
            <a:endParaRPr sz="1600" b="1" i="0" u="none" strike="noStrike" cap="none">
              <a:solidFill>
                <a:srgbClr val="7D28CD"/>
              </a:solidFill>
              <a:latin typeface="Arial"/>
              <a:ea typeface="Arial"/>
              <a:cs typeface="Arial"/>
              <a:sym typeface="Arial"/>
            </a:endParaRPr>
          </a:p>
          <a:p>
            <a:pPr marL="342900" marR="0" lvl="0" indent="-213359" algn="l" rtl="0">
              <a:lnSpc>
                <a:spcPct val="100000"/>
              </a:lnSpc>
              <a:spcBef>
                <a:spcPts val="480"/>
              </a:spcBef>
              <a:spcAft>
                <a:spcPts val="0"/>
              </a:spcAft>
              <a:buClr>
                <a:schemeClr val="accent2"/>
              </a:buClr>
              <a:buSzPts val="2040"/>
              <a:buFont typeface="Arial"/>
              <a:buNone/>
            </a:pPr>
            <a:endParaRPr sz="2800" b="1" i="0" u="none" strike="noStrike" cap="none">
              <a:solidFill>
                <a:srgbClr val="7D28CD"/>
              </a:solidFill>
              <a:latin typeface="Corbel"/>
              <a:ea typeface="Corbel"/>
              <a:cs typeface="Corbel"/>
              <a:sym typeface="Corbel"/>
            </a:endParaRPr>
          </a:p>
        </p:txBody>
      </p:sp>
      <p:sp>
        <p:nvSpPr>
          <p:cNvPr id="1425" name="Google Shape;1425;p25"/>
          <p:cNvSpPr/>
          <p:nvPr/>
        </p:nvSpPr>
        <p:spPr>
          <a:xfrm>
            <a:off x="6164080" y="2328863"/>
            <a:ext cx="5915144" cy="2203451"/>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accent2"/>
              </a:buClr>
              <a:buSzPts val="1870"/>
              <a:buFont typeface="Arial"/>
              <a:buNone/>
            </a:pPr>
            <a:r>
              <a:rPr lang="en-US" sz="2200" b="1" i="0" u="sng" strike="noStrike" cap="none" dirty="0">
                <a:solidFill>
                  <a:srgbClr val="1186C3"/>
                </a:solidFill>
                <a:latin typeface="Corbel"/>
                <a:ea typeface="Corbel"/>
                <a:cs typeface="Corbel"/>
                <a:sym typeface="Corbel"/>
              </a:rPr>
              <a:t>type=CNAME</a:t>
            </a:r>
            <a:endParaRPr sz="1400" b="1" i="0" u="none" strike="noStrike" cap="none" dirty="0">
              <a:solidFill>
                <a:srgbClr val="1186C3"/>
              </a:solidFill>
              <a:latin typeface="Arial"/>
              <a:ea typeface="Arial"/>
              <a:cs typeface="Arial"/>
              <a:sym typeface="Arial"/>
            </a:endParaRPr>
          </a:p>
          <a:p>
            <a:pPr marL="742950" marR="0" lvl="1" indent="-285750" algn="l" rtl="0">
              <a:lnSpc>
                <a:spcPct val="100000"/>
              </a:lnSpc>
              <a:spcBef>
                <a:spcPts val="360"/>
              </a:spcBef>
              <a:spcAft>
                <a:spcPts val="0"/>
              </a:spcAft>
              <a:buClr>
                <a:srgbClr val="000099"/>
              </a:buClr>
              <a:buSzPts val="1800"/>
              <a:buFont typeface="Noto Sans"/>
              <a:buChar char="▪"/>
            </a:pPr>
            <a:r>
              <a:rPr lang="en-US" sz="1800" b="1" i="0" u="none" strike="noStrike" cap="none" dirty="0">
                <a:solidFill>
                  <a:schemeClr val="dk1"/>
                </a:solidFill>
                <a:latin typeface="Corbel"/>
                <a:ea typeface="Corbel"/>
                <a:cs typeface="Corbel"/>
                <a:sym typeface="Corbel"/>
              </a:rPr>
              <a:t>Name</a:t>
            </a:r>
            <a:r>
              <a:rPr lang="en-US" sz="1800" b="0" i="0" u="none" strike="noStrike" cap="none" dirty="0">
                <a:solidFill>
                  <a:schemeClr val="dk1"/>
                </a:solidFill>
                <a:latin typeface="Corbel"/>
                <a:ea typeface="Corbel"/>
                <a:cs typeface="Corbel"/>
                <a:sym typeface="Corbel"/>
              </a:rPr>
              <a:t> is alias name for some “canonical” (the real) name</a:t>
            </a:r>
            <a:endParaRPr sz="1400" b="0" i="0" u="none" strike="noStrike" cap="none" dirty="0">
              <a:solidFill>
                <a:srgbClr val="000000"/>
              </a:solidFill>
              <a:latin typeface="Arial"/>
              <a:ea typeface="Arial"/>
              <a:cs typeface="Arial"/>
              <a:sym typeface="Arial"/>
            </a:endParaRPr>
          </a:p>
          <a:p>
            <a:pPr marL="742950" marR="0" lvl="1" indent="-285750" algn="l" rtl="0">
              <a:lnSpc>
                <a:spcPct val="100000"/>
              </a:lnSpc>
              <a:spcBef>
                <a:spcPts val="360"/>
              </a:spcBef>
              <a:spcAft>
                <a:spcPts val="0"/>
              </a:spcAft>
              <a:buClr>
                <a:srgbClr val="000099"/>
              </a:buClr>
              <a:buSzPts val="1800"/>
              <a:buFont typeface="Noto Sans"/>
              <a:buChar char="▪"/>
            </a:pPr>
            <a:r>
              <a:rPr lang="en-US" sz="1800" b="1" i="0" u="none" strike="noStrike" cap="none" dirty="0">
                <a:solidFill>
                  <a:schemeClr val="dk1"/>
                </a:solidFill>
                <a:latin typeface="Corbel"/>
                <a:ea typeface="Corbel"/>
                <a:cs typeface="Corbel"/>
                <a:sym typeface="Corbel"/>
              </a:rPr>
              <a:t>Value</a:t>
            </a:r>
            <a:r>
              <a:rPr lang="en-US" sz="1800" b="0" i="0" u="none" strike="noStrike" cap="none" dirty="0">
                <a:solidFill>
                  <a:schemeClr val="dk1"/>
                </a:solidFill>
                <a:latin typeface="Corbel"/>
                <a:ea typeface="Corbel"/>
                <a:cs typeface="Corbel"/>
                <a:sym typeface="Corbel"/>
              </a:rPr>
              <a:t> is canonical name</a:t>
            </a:r>
            <a:endParaRPr sz="1400" b="0" i="0" u="none" strike="noStrike" cap="none" dirty="0">
              <a:solidFill>
                <a:srgbClr val="000000"/>
              </a:solidFill>
              <a:latin typeface="Arial"/>
              <a:ea typeface="Arial"/>
              <a:cs typeface="Arial"/>
              <a:sym typeface="Arial"/>
            </a:endParaRPr>
          </a:p>
          <a:p>
            <a:pPr marL="742950" lvl="1" indent="-285750">
              <a:spcBef>
                <a:spcPts val="360"/>
              </a:spcBef>
              <a:buClr>
                <a:srgbClr val="000099"/>
              </a:buClr>
              <a:buSzPts val="1800"/>
              <a:buFont typeface="Noto Sans"/>
              <a:buChar char="▪"/>
            </a:pPr>
            <a:r>
              <a:rPr lang="en-US" sz="1800" b="1" i="0" u="none" strike="noStrike" cap="none" dirty="0">
                <a:solidFill>
                  <a:srgbClr val="1186C3"/>
                </a:solidFill>
                <a:latin typeface="Corbel"/>
                <a:ea typeface="Corbel"/>
                <a:cs typeface="Corbel"/>
                <a:sym typeface="Corbel"/>
              </a:rPr>
              <a:t>(www.google.com, </a:t>
            </a:r>
            <a:r>
              <a:rPr lang="en-US" sz="1800" b="1" dirty="0">
                <a:solidFill>
                  <a:srgbClr val="1186C3"/>
                </a:solidFill>
                <a:latin typeface="Corbel"/>
                <a:ea typeface="Corbel"/>
                <a:cs typeface="Corbel"/>
                <a:sym typeface="Corbel"/>
              </a:rPr>
              <a:t>google.com, CNAME</a:t>
            </a:r>
            <a:r>
              <a:rPr lang="en-US" sz="1800" b="1" i="0" u="none" strike="noStrike" cap="none" dirty="0">
                <a:solidFill>
                  <a:srgbClr val="1186C3"/>
                </a:solidFill>
                <a:latin typeface="Corbel"/>
                <a:ea typeface="Corbel"/>
                <a:cs typeface="Corbel"/>
                <a:sym typeface="Corbel"/>
              </a:rPr>
              <a:t>)</a:t>
            </a:r>
            <a:endParaRPr sz="1400" b="0" i="0" u="none" strike="noStrike" cap="none" dirty="0">
              <a:solidFill>
                <a:srgbClr val="000000"/>
              </a:solidFill>
              <a:latin typeface="Arial"/>
              <a:ea typeface="Arial"/>
              <a:cs typeface="Arial"/>
              <a:sym typeface="Arial"/>
            </a:endParaRPr>
          </a:p>
          <a:p>
            <a:pPr marL="742950" lvl="1" indent="-285750">
              <a:spcBef>
                <a:spcPts val="360"/>
              </a:spcBef>
              <a:buClr>
                <a:srgbClr val="000099"/>
              </a:buClr>
              <a:buSzPts val="1800"/>
              <a:buFont typeface="Noto Sans"/>
              <a:buChar char="▪"/>
            </a:pPr>
            <a:r>
              <a:rPr lang="en-US" sz="1600" b="1" dirty="0">
                <a:solidFill>
                  <a:srgbClr val="0070C0"/>
                </a:solidFill>
                <a:latin typeface="Corbel"/>
                <a:ea typeface="Corbel"/>
                <a:cs typeface="Corbel"/>
                <a:sym typeface="Corbel"/>
              </a:rPr>
              <a:t>(</a:t>
            </a:r>
            <a:r>
              <a:rPr lang="en-IN" sz="1600" dirty="0">
                <a:solidFill>
                  <a:srgbClr val="0070C0"/>
                </a:solidFill>
              </a:rPr>
              <a:t>myshop.com, shop.com, CNAME) </a:t>
            </a:r>
          </a:p>
          <a:p>
            <a:pPr marL="742950" lvl="1" indent="-285750">
              <a:spcBef>
                <a:spcPts val="360"/>
              </a:spcBef>
              <a:buClr>
                <a:srgbClr val="000099"/>
              </a:buClr>
              <a:buSzPts val="1800"/>
              <a:buFont typeface="Noto Sans"/>
              <a:buChar char="▪"/>
            </a:pPr>
            <a:r>
              <a:rPr lang="en-IN" sz="1600" dirty="0">
                <a:solidFill>
                  <a:srgbClr val="0070C0"/>
                </a:solidFill>
              </a:rPr>
              <a:t>(dailyshop.com, shop.com, CNAME)</a:t>
            </a:r>
            <a:br>
              <a:rPr lang="en-IN" sz="1600" dirty="0">
                <a:solidFill>
                  <a:srgbClr val="0070C0"/>
                </a:solidFill>
              </a:rPr>
            </a:br>
            <a:r>
              <a:rPr lang="en-IN" sz="1600" dirty="0">
                <a:solidFill>
                  <a:srgbClr val="0070C0"/>
                </a:solidFill>
              </a:rPr>
              <a:t>(</a:t>
            </a:r>
            <a:r>
              <a:rPr lang="en-IN" sz="1600" dirty="0" err="1">
                <a:solidFill>
                  <a:srgbClr val="0070C0"/>
                </a:solidFill>
              </a:rPr>
              <a:t>groceries.com,shop.com</a:t>
            </a:r>
            <a:r>
              <a:rPr lang="en-IN" sz="1600" dirty="0">
                <a:solidFill>
                  <a:srgbClr val="0070C0"/>
                </a:solidFill>
              </a:rPr>
              <a:t>, CNAME)</a:t>
            </a:r>
            <a:endParaRPr sz="2400" b="0" i="0" u="none" strike="noStrike" cap="none" dirty="0">
              <a:solidFill>
                <a:srgbClr val="0070C0"/>
              </a:solidFill>
              <a:latin typeface="Corbel"/>
              <a:ea typeface="Corbel"/>
              <a:cs typeface="Corbel"/>
              <a:sym typeface="Corbel"/>
            </a:endParaRPr>
          </a:p>
        </p:txBody>
      </p:sp>
      <p:sp>
        <p:nvSpPr>
          <p:cNvPr id="1426" name="Google Shape;1426;p25"/>
          <p:cNvSpPr/>
          <p:nvPr/>
        </p:nvSpPr>
        <p:spPr>
          <a:xfrm>
            <a:off x="6293645" y="5037931"/>
            <a:ext cx="4748212" cy="1690687"/>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accent2"/>
              </a:buClr>
              <a:buSzPts val="1870"/>
              <a:buFont typeface="Arial"/>
              <a:buNone/>
            </a:pPr>
            <a:r>
              <a:rPr lang="en-US" sz="2200" b="1" i="0" u="sng" strike="noStrike" cap="none" dirty="0">
                <a:solidFill>
                  <a:srgbClr val="C00000"/>
                </a:solidFill>
                <a:latin typeface="Corbel"/>
                <a:ea typeface="Corbel"/>
                <a:cs typeface="Corbel"/>
                <a:sym typeface="Corbel"/>
              </a:rPr>
              <a:t>type=MX</a:t>
            </a:r>
            <a:endParaRPr sz="1400" b="1" i="0" u="none" strike="noStrike" cap="none" dirty="0">
              <a:solidFill>
                <a:srgbClr val="C00000"/>
              </a:solidFill>
              <a:latin typeface="Arial"/>
              <a:ea typeface="Arial"/>
              <a:cs typeface="Arial"/>
              <a:sym typeface="Arial"/>
            </a:endParaRPr>
          </a:p>
          <a:p>
            <a:pPr marL="742950" marR="0" lvl="1" indent="-285750" algn="l" rtl="0">
              <a:lnSpc>
                <a:spcPct val="100000"/>
              </a:lnSpc>
              <a:spcBef>
                <a:spcPts val="360"/>
              </a:spcBef>
              <a:spcAft>
                <a:spcPts val="0"/>
              </a:spcAft>
              <a:buClr>
                <a:srgbClr val="000099"/>
              </a:buClr>
              <a:buSzPts val="1800"/>
              <a:buFont typeface="Noto Sans"/>
              <a:buChar char="▪"/>
            </a:pPr>
            <a:r>
              <a:rPr lang="en-US" sz="1800" b="1" i="0" u="none" strike="noStrike" cap="none" dirty="0">
                <a:solidFill>
                  <a:schemeClr val="dk1"/>
                </a:solidFill>
                <a:latin typeface="Corbel"/>
                <a:ea typeface="Corbel"/>
                <a:cs typeface="Corbel"/>
                <a:sym typeface="Corbel"/>
              </a:rPr>
              <a:t>Value</a:t>
            </a:r>
            <a:r>
              <a:rPr lang="en-US" sz="1800" b="0" i="0" u="none" strike="noStrike" cap="none" dirty="0">
                <a:solidFill>
                  <a:schemeClr val="dk1"/>
                </a:solidFill>
                <a:latin typeface="Corbel"/>
                <a:ea typeface="Corbel"/>
                <a:cs typeface="Corbel"/>
                <a:sym typeface="Corbel"/>
              </a:rPr>
              <a:t> is name of mail server associated with </a:t>
            </a:r>
            <a:r>
              <a:rPr lang="en-US" sz="1800" b="1" i="0" u="none" strike="noStrike" cap="none" dirty="0">
                <a:solidFill>
                  <a:schemeClr val="dk1"/>
                </a:solidFill>
                <a:latin typeface="Corbel"/>
                <a:ea typeface="Corbel"/>
                <a:cs typeface="Corbel"/>
                <a:sym typeface="Corbel"/>
              </a:rPr>
              <a:t>name</a:t>
            </a:r>
            <a:endParaRPr sz="1400" b="0" i="0" u="none" strike="noStrike" cap="none" dirty="0">
              <a:solidFill>
                <a:srgbClr val="000000"/>
              </a:solidFill>
              <a:latin typeface="Arial"/>
              <a:ea typeface="Arial"/>
              <a:cs typeface="Arial"/>
              <a:sym typeface="Arial"/>
            </a:endParaRPr>
          </a:p>
          <a:p>
            <a:pPr marL="742950" marR="0" lvl="1" indent="-285750" algn="l" rtl="0">
              <a:lnSpc>
                <a:spcPct val="100000"/>
              </a:lnSpc>
              <a:spcBef>
                <a:spcPts val="360"/>
              </a:spcBef>
              <a:spcAft>
                <a:spcPts val="0"/>
              </a:spcAft>
              <a:buClr>
                <a:srgbClr val="000099"/>
              </a:buClr>
              <a:buSzPts val="1800"/>
              <a:buFont typeface="Noto Sans"/>
              <a:buChar char="▪"/>
            </a:pPr>
            <a:r>
              <a:rPr lang="en-US" sz="1800" b="1" i="0" u="none" strike="noStrike" cap="none" dirty="0">
                <a:solidFill>
                  <a:srgbClr val="C00000"/>
                </a:solidFill>
                <a:latin typeface="Corbel"/>
                <a:ea typeface="Corbel"/>
                <a:cs typeface="Corbel"/>
                <a:sym typeface="Corbel"/>
              </a:rPr>
              <a:t>(google.com, </a:t>
            </a:r>
            <a:r>
              <a:rPr lang="en-US" sz="1800" b="1" i="0" u="none" strike="noStrike" cap="none" dirty="0" err="1">
                <a:solidFill>
                  <a:srgbClr val="C00000"/>
                </a:solidFill>
                <a:latin typeface="Corbel"/>
                <a:ea typeface="Corbel"/>
                <a:cs typeface="Corbel"/>
                <a:sym typeface="Corbel"/>
              </a:rPr>
              <a:t>mail.google.com,MX</a:t>
            </a:r>
            <a:r>
              <a:rPr lang="en-US" sz="1800" b="1" i="0" u="none" strike="noStrike" cap="none" dirty="0">
                <a:solidFill>
                  <a:srgbClr val="C00000"/>
                </a:solidFill>
                <a:latin typeface="Corbel"/>
                <a:ea typeface="Corbel"/>
                <a:cs typeface="Corbel"/>
                <a:sym typeface="Corbel"/>
              </a:rPr>
              <a:t>)</a:t>
            </a:r>
            <a:endParaRPr sz="1400" b="0" i="0" u="none" strike="noStrike" cap="none" dirty="0">
              <a:solidFill>
                <a:srgbClr val="000000"/>
              </a:solidFill>
              <a:latin typeface="Arial"/>
              <a:ea typeface="Arial"/>
              <a:cs typeface="Arial"/>
              <a:sym typeface="Arial"/>
            </a:endParaRPr>
          </a:p>
          <a:p>
            <a:pPr marL="742950" marR="0" lvl="1" indent="-285750" algn="l" rtl="0">
              <a:lnSpc>
                <a:spcPct val="100000"/>
              </a:lnSpc>
              <a:spcBef>
                <a:spcPts val="360"/>
              </a:spcBef>
              <a:spcAft>
                <a:spcPts val="0"/>
              </a:spcAft>
              <a:buClr>
                <a:srgbClr val="000099"/>
              </a:buClr>
              <a:buSzPts val="1800"/>
              <a:buFont typeface="Noto Sans"/>
              <a:buChar char="▪"/>
            </a:pPr>
            <a:r>
              <a:rPr lang="en-US" sz="1800" b="1" i="0" u="none" strike="noStrike" cap="none" dirty="0">
                <a:solidFill>
                  <a:srgbClr val="7D28CD"/>
                </a:solidFill>
                <a:latin typeface="Corbel"/>
                <a:ea typeface="Corbel"/>
                <a:cs typeface="Corbel"/>
                <a:sym typeface="Corbel"/>
              </a:rPr>
              <a:t>(mail.google.com,172.10.12.39, A)</a:t>
            </a:r>
            <a:endParaRPr sz="1800" b="1" i="0" u="none" strike="noStrike" cap="none" dirty="0">
              <a:solidFill>
                <a:srgbClr val="7D28CD"/>
              </a:solidFill>
              <a:latin typeface="Corbel"/>
              <a:ea typeface="Corbel"/>
              <a:cs typeface="Corbel"/>
              <a:sym typeface="Corbel"/>
            </a:endParaRPr>
          </a:p>
          <a:p>
            <a:pPr marL="742950" marR="0" lvl="1" indent="-171450" algn="l" rtl="0">
              <a:lnSpc>
                <a:spcPct val="100000"/>
              </a:lnSpc>
              <a:spcBef>
                <a:spcPts val="360"/>
              </a:spcBef>
              <a:spcAft>
                <a:spcPts val="0"/>
              </a:spcAft>
              <a:buClr>
                <a:srgbClr val="000099"/>
              </a:buClr>
              <a:buSzPts val="1800"/>
              <a:buFont typeface="Noto Sans"/>
              <a:buNone/>
            </a:pPr>
            <a:endParaRPr sz="1800" b="0" i="0" u="none" strike="noStrike" cap="none" dirty="0">
              <a:solidFill>
                <a:schemeClr val="dk1"/>
              </a:solidFill>
              <a:latin typeface="Corbel"/>
              <a:ea typeface="Corbel"/>
              <a:cs typeface="Corbel"/>
              <a:sym typeface="Corbel"/>
            </a:endParaRPr>
          </a:p>
          <a:p>
            <a:pPr marL="342900" marR="0" lvl="0" indent="-213359" algn="l" rtl="0">
              <a:lnSpc>
                <a:spcPct val="100000"/>
              </a:lnSpc>
              <a:spcBef>
                <a:spcPts val="480"/>
              </a:spcBef>
              <a:spcAft>
                <a:spcPts val="0"/>
              </a:spcAft>
              <a:buClr>
                <a:schemeClr val="accent2"/>
              </a:buClr>
              <a:buSzPts val="2040"/>
              <a:buFont typeface="Arial"/>
              <a:buNone/>
            </a:pPr>
            <a:endParaRPr sz="2400" b="0" i="0" u="none" strike="noStrike" cap="none" dirty="0">
              <a:solidFill>
                <a:schemeClr val="dk1"/>
              </a:solidFill>
              <a:latin typeface="Corbel"/>
              <a:ea typeface="Corbel"/>
              <a:cs typeface="Corbel"/>
              <a:sym typeface="Corbel"/>
            </a:endParaRPr>
          </a:p>
        </p:txBody>
      </p:sp>
      <p:sp>
        <p:nvSpPr>
          <p:cNvPr id="1427" name="Google Shape;1427;p25"/>
          <p:cNvSpPr txBox="1">
            <a:spLocks noGrp="1"/>
          </p:cNvSpPr>
          <p:nvPr>
            <p:ph type="sldNum" idx="12"/>
          </p:nvPr>
        </p:nvSpPr>
        <p:spPr>
          <a:xfrm>
            <a:off x="10951856" y="5883275"/>
            <a:ext cx="551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US"/>
              <a:t>30</a:t>
            </a:fld>
            <a:endParaRPr/>
          </a:p>
        </p:txBody>
      </p:sp>
      <p:sp>
        <p:nvSpPr>
          <p:cNvPr id="2" name="TextBox 1">
            <a:extLst>
              <a:ext uri="{FF2B5EF4-FFF2-40B4-BE49-F238E27FC236}">
                <a16:creationId xmlns:a16="http://schemas.microsoft.com/office/drawing/2014/main" id="{C1E3530E-DA8A-4572-A7C0-C9EAB38CBAB8}"/>
              </a:ext>
            </a:extLst>
          </p:cNvPr>
          <p:cNvSpPr txBox="1"/>
          <p:nvPr/>
        </p:nvSpPr>
        <p:spPr>
          <a:xfrm>
            <a:off x="8926968" y="324844"/>
            <a:ext cx="2795958" cy="307777"/>
          </a:xfrm>
          <a:prstGeom prst="rect">
            <a:avLst/>
          </a:prstGeom>
          <a:noFill/>
        </p:spPr>
        <p:txBody>
          <a:bodyPr wrap="none" rtlCol="0">
            <a:spAutoFit/>
          </a:bodyPr>
          <a:lstStyle/>
          <a:p>
            <a:r>
              <a:rPr lang="en-IN" dirty="0"/>
              <a:t>Alias cannot have A, NS, MX RR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2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21">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21">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21">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432"/>
        <p:cNvGrpSpPr/>
        <p:nvPr/>
      </p:nvGrpSpPr>
      <p:grpSpPr>
        <a:xfrm>
          <a:off x="0" y="0"/>
          <a:ext cx="0" cy="0"/>
          <a:chOff x="0" y="0"/>
          <a:chExt cx="0" cy="0"/>
        </a:xfrm>
      </p:grpSpPr>
      <p:sp>
        <p:nvSpPr>
          <p:cNvPr id="1434" name="Google Shape;1434;p26"/>
          <p:cNvSpPr txBox="1">
            <a:spLocks noGrp="1"/>
          </p:cNvSpPr>
          <p:nvPr>
            <p:ph type="body" idx="1"/>
          </p:nvPr>
        </p:nvSpPr>
        <p:spPr>
          <a:xfrm>
            <a:off x="2025651" y="1011115"/>
            <a:ext cx="10037040" cy="5509758"/>
          </a:xfrm>
          <a:prstGeom prst="rect">
            <a:avLst/>
          </a:prstGeom>
          <a:noFill/>
          <a:ln>
            <a:noFill/>
          </a:ln>
        </p:spPr>
        <p:txBody>
          <a:bodyPr spcFirstLastPara="1" wrap="square" lIns="91425" tIns="45700" rIns="91425" bIns="45700" anchor="ctr" anchorCtr="0">
            <a:normAutofit fontScale="92500"/>
          </a:bodyPr>
          <a:lstStyle/>
          <a:p>
            <a:pPr marL="285750" lvl="0" indent="-285750" algn="l" rtl="0">
              <a:lnSpc>
                <a:spcPct val="100000"/>
              </a:lnSpc>
              <a:spcBef>
                <a:spcPts val="0"/>
              </a:spcBef>
              <a:spcAft>
                <a:spcPts val="0"/>
              </a:spcAft>
              <a:buSzPct val="145000"/>
              <a:buChar char="•"/>
            </a:pPr>
            <a:r>
              <a:rPr lang="en-US" dirty="0"/>
              <a:t>Example: new startup “</a:t>
            </a:r>
            <a:r>
              <a:rPr lang="en-US" b="1" dirty="0">
                <a:solidFill>
                  <a:srgbClr val="7D28CD"/>
                </a:solidFill>
              </a:rPr>
              <a:t>Network Utopia</a:t>
            </a:r>
            <a:r>
              <a:rPr lang="en-US" dirty="0"/>
              <a:t>”</a:t>
            </a:r>
            <a:endParaRPr dirty="0"/>
          </a:p>
          <a:p>
            <a:pPr marL="285750" lvl="0" indent="-285750" algn="l" rtl="0">
              <a:lnSpc>
                <a:spcPct val="100000"/>
              </a:lnSpc>
              <a:spcBef>
                <a:spcPts val="1044"/>
              </a:spcBef>
              <a:spcAft>
                <a:spcPts val="0"/>
              </a:spcAft>
              <a:buSzPct val="145000"/>
              <a:buChar char="•"/>
            </a:pPr>
            <a:r>
              <a:rPr lang="en-US" dirty="0"/>
              <a:t>Register name networkuptopia.com at </a:t>
            </a:r>
            <a:r>
              <a:rPr lang="en-US" b="1" i="1" dirty="0">
                <a:solidFill>
                  <a:srgbClr val="CC0000"/>
                </a:solidFill>
              </a:rPr>
              <a:t>DNS registrar</a:t>
            </a:r>
            <a:r>
              <a:rPr lang="en-US" b="1" dirty="0"/>
              <a:t> </a:t>
            </a:r>
            <a:r>
              <a:rPr lang="en-US" dirty="0"/>
              <a:t>(e.g., Network Solutions)</a:t>
            </a:r>
            <a:endParaRPr dirty="0"/>
          </a:p>
          <a:p>
            <a:pPr marL="285750" lvl="0" indent="-285750" algn="l" rtl="0">
              <a:lnSpc>
                <a:spcPct val="100000"/>
              </a:lnSpc>
              <a:spcBef>
                <a:spcPts val="1044"/>
              </a:spcBef>
              <a:spcAft>
                <a:spcPts val="0"/>
              </a:spcAft>
              <a:buSzPct val="145000"/>
              <a:buChar char="•"/>
            </a:pPr>
            <a:r>
              <a:rPr lang="en-US" sz="3000" dirty="0">
                <a:solidFill>
                  <a:schemeClr val="dk1"/>
                </a:solidFill>
              </a:rPr>
              <a:t>Network Utopia : </a:t>
            </a:r>
            <a:r>
              <a:rPr lang="en-US" sz="2800" dirty="0">
                <a:solidFill>
                  <a:schemeClr val="dk1"/>
                </a:solidFill>
              </a:rPr>
              <a:t>Web Server</a:t>
            </a:r>
            <a:endParaRPr dirty="0"/>
          </a:p>
          <a:p>
            <a:pPr marL="914400" lvl="2" indent="0" algn="l" rtl="0">
              <a:lnSpc>
                <a:spcPct val="100000"/>
              </a:lnSpc>
              <a:spcBef>
                <a:spcPts val="1044"/>
              </a:spcBef>
              <a:spcAft>
                <a:spcPts val="0"/>
              </a:spcAft>
              <a:buSzPct val="145000"/>
              <a:buNone/>
            </a:pPr>
            <a:r>
              <a:rPr lang="en-US" sz="2200" b="1" dirty="0">
                <a:solidFill>
                  <a:srgbClr val="7D28CD"/>
                </a:solidFill>
                <a:latin typeface="Courier New"/>
                <a:ea typeface="Courier New"/>
                <a:cs typeface="Courier New"/>
                <a:sym typeface="Courier New"/>
              </a:rPr>
              <a:t>(networkutopia.com, 212.212.71.4, A)</a:t>
            </a:r>
            <a:endParaRPr dirty="0"/>
          </a:p>
          <a:p>
            <a:pPr marL="742950" lvl="1" indent="-285750" algn="l" rtl="0">
              <a:lnSpc>
                <a:spcPct val="100000"/>
              </a:lnSpc>
              <a:spcBef>
                <a:spcPts val="1118"/>
              </a:spcBef>
              <a:spcAft>
                <a:spcPts val="0"/>
              </a:spcAft>
              <a:buSzPct val="145000"/>
              <a:buChar char="•"/>
            </a:pPr>
            <a:r>
              <a:rPr lang="en-US" b="1" dirty="0">
                <a:solidFill>
                  <a:srgbClr val="0070C0"/>
                </a:solidFill>
              </a:rPr>
              <a:t>CNAME </a:t>
            </a:r>
            <a:r>
              <a:rPr lang="en-US" dirty="0"/>
              <a:t>: </a:t>
            </a:r>
            <a:endParaRPr dirty="0"/>
          </a:p>
          <a:p>
            <a:pPr marL="457200" lvl="1" indent="0" algn="l" rtl="0">
              <a:lnSpc>
                <a:spcPct val="100000"/>
              </a:lnSpc>
              <a:spcBef>
                <a:spcPts val="1118"/>
              </a:spcBef>
              <a:spcAft>
                <a:spcPts val="0"/>
              </a:spcAft>
              <a:buSzPct val="145000"/>
              <a:buNone/>
            </a:pPr>
            <a:r>
              <a:rPr lang="en-US" b="1" dirty="0">
                <a:solidFill>
                  <a:srgbClr val="0070C0"/>
                </a:solidFill>
                <a:latin typeface="Courier New"/>
                <a:ea typeface="Courier New"/>
                <a:cs typeface="Courier New"/>
                <a:sym typeface="Courier New"/>
              </a:rPr>
              <a:t>(www.networkutopia.com, networkutopia.com, CNAME)</a:t>
            </a:r>
            <a:endParaRPr dirty="0"/>
          </a:p>
          <a:p>
            <a:pPr marL="742950" lvl="1" indent="-285750" algn="l" rtl="0">
              <a:lnSpc>
                <a:spcPct val="100000"/>
              </a:lnSpc>
              <a:spcBef>
                <a:spcPts val="1118"/>
              </a:spcBef>
              <a:spcAft>
                <a:spcPts val="0"/>
              </a:spcAft>
              <a:buSzPct val="145000"/>
              <a:buChar char="•"/>
            </a:pPr>
            <a:r>
              <a:rPr lang="en-US" dirty="0"/>
              <a:t>Registrar inserts a RR into .com TLD server:</a:t>
            </a:r>
            <a:endParaRPr dirty="0"/>
          </a:p>
          <a:p>
            <a:pPr marL="1200150" lvl="2" indent="-285750" algn="l" rtl="0">
              <a:lnSpc>
                <a:spcPct val="100000"/>
              </a:lnSpc>
              <a:spcBef>
                <a:spcPts val="1118"/>
              </a:spcBef>
              <a:spcAft>
                <a:spcPts val="0"/>
              </a:spcAft>
              <a:buSzPct val="145000"/>
              <a:buChar char="•"/>
            </a:pPr>
            <a:r>
              <a:rPr lang="en-US" sz="2200" dirty="0"/>
              <a:t>Local Primary DNS Server  </a:t>
            </a:r>
            <a:endParaRPr dirty="0"/>
          </a:p>
          <a:p>
            <a:pPr marL="457200" lvl="1" indent="0" algn="l" rtl="0">
              <a:lnSpc>
                <a:spcPct val="100000"/>
              </a:lnSpc>
              <a:spcBef>
                <a:spcPts val="1118"/>
              </a:spcBef>
              <a:spcAft>
                <a:spcPts val="0"/>
              </a:spcAft>
              <a:buSzPct val="145000"/>
              <a:buNone/>
            </a:pPr>
            <a:r>
              <a:rPr lang="en-US" sz="2800" dirty="0"/>
              <a:t>    </a:t>
            </a:r>
            <a:r>
              <a:rPr lang="en-US" b="1" dirty="0">
                <a:solidFill>
                  <a:srgbClr val="5E9934"/>
                </a:solidFill>
                <a:latin typeface="Courier New"/>
                <a:ea typeface="Courier New"/>
                <a:cs typeface="Courier New"/>
                <a:sym typeface="Courier New"/>
              </a:rPr>
              <a:t>(networkutopia.com, dns1.networkutopia.com, NS)</a:t>
            </a:r>
            <a:endParaRPr dirty="0">
              <a:solidFill>
                <a:srgbClr val="5E9934"/>
              </a:solidFill>
            </a:endParaRPr>
          </a:p>
          <a:p>
            <a:pPr marL="1257300" lvl="2" indent="-342900" algn="l" rtl="0">
              <a:lnSpc>
                <a:spcPct val="100000"/>
              </a:lnSpc>
              <a:spcBef>
                <a:spcPts val="970"/>
              </a:spcBef>
              <a:spcAft>
                <a:spcPts val="0"/>
              </a:spcAft>
              <a:buSzPct val="145000"/>
              <a:buFont typeface="Arial"/>
              <a:buChar char="•"/>
            </a:pPr>
            <a:r>
              <a:rPr lang="en-US" sz="2200" dirty="0"/>
              <a:t>Email Server  </a:t>
            </a:r>
            <a:endParaRPr sz="2200" dirty="0"/>
          </a:p>
          <a:p>
            <a:pPr marL="742950" lvl="1" indent="-285750" algn="l" rtl="0">
              <a:lnSpc>
                <a:spcPct val="100000"/>
              </a:lnSpc>
              <a:spcBef>
                <a:spcPts val="970"/>
              </a:spcBef>
              <a:spcAft>
                <a:spcPts val="0"/>
              </a:spcAft>
              <a:buSzPct val="145000"/>
              <a:buNone/>
            </a:pPr>
            <a:r>
              <a:rPr lang="en-US" b="1" dirty="0">
                <a:solidFill>
                  <a:srgbClr val="C00000"/>
                </a:solidFill>
                <a:latin typeface="Courier New"/>
                <a:ea typeface="Courier New"/>
                <a:cs typeface="Courier New"/>
                <a:sym typeface="Courier New"/>
              </a:rPr>
              <a:t>(networkutopia.com, mail.networkutopia.com, MX)</a:t>
            </a:r>
            <a:endParaRPr dirty="0"/>
          </a:p>
          <a:p>
            <a:pPr marL="742950" lvl="1" indent="-285750" algn="l" rtl="0">
              <a:lnSpc>
                <a:spcPct val="100000"/>
              </a:lnSpc>
              <a:spcBef>
                <a:spcPts val="970"/>
              </a:spcBef>
              <a:spcAft>
                <a:spcPts val="0"/>
              </a:spcAft>
              <a:buSzPct val="145000"/>
              <a:buNone/>
            </a:pPr>
            <a:r>
              <a:rPr lang="en-US" b="1" dirty="0">
                <a:solidFill>
                  <a:srgbClr val="7D28CD"/>
                </a:solidFill>
                <a:latin typeface="Courier New"/>
                <a:ea typeface="Courier New"/>
                <a:cs typeface="Courier New"/>
                <a:sym typeface="Courier New"/>
              </a:rPr>
              <a:t>(mail.networkutopia.com, 212.212.73.6, A)</a:t>
            </a:r>
            <a:endParaRPr dirty="0"/>
          </a:p>
        </p:txBody>
      </p:sp>
      <p:sp>
        <p:nvSpPr>
          <p:cNvPr id="1435" name="Google Shape;1435;p26"/>
          <p:cNvSpPr txBox="1">
            <a:spLocks noGrp="1"/>
          </p:cNvSpPr>
          <p:nvPr>
            <p:ph type="sldNum" idx="12"/>
          </p:nvPr>
        </p:nvSpPr>
        <p:spPr>
          <a:xfrm>
            <a:off x="10951856" y="5867131"/>
            <a:ext cx="551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US"/>
              <a:t>31</a:t>
            </a:fld>
            <a:endParaRPr/>
          </a:p>
        </p:txBody>
      </p:sp>
      <mc:AlternateContent xmlns:mc="http://schemas.openxmlformats.org/markup-compatibility/2006">
        <mc:Choice xmlns:p14="http://schemas.microsoft.com/office/powerpoint/2010/main" Requires="p14">
          <p:contentPart p14:bwMode="auto" r:id="rId3">
            <p14:nvContentPartPr>
              <p14:cNvPr id="57" name="Ink 56">
                <a:extLst>
                  <a:ext uri="{FF2B5EF4-FFF2-40B4-BE49-F238E27FC236}">
                    <a16:creationId xmlns:a16="http://schemas.microsoft.com/office/drawing/2014/main" id="{274D4A42-E734-48A9-9112-381ACEA9B875}"/>
                  </a:ext>
                </a:extLst>
              </p14:cNvPr>
              <p14:cNvContentPartPr/>
              <p14:nvPr/>
            </p14:nvContentPartPr>
            <p14:xfrm>
              <a:off x="-576" y="2505096"/>
              <a:ext cx="360" cy="360"/>
            </p14:xfrm>
          </p:contentPart>
        </mc:Choice>
        <mc:Fallback>
          <p:pic>
            <p:nvPicPr>
              <p:cNvPr id="57" name="Ink 56">
                <a:extLst>
                  <a:ext uri="{FF2B5EF4-FFF2-40B4-BE49-F238E27FC236}">
                    <a16:creationId xmlns:a16="http://schemas.microsoft.com/office/drawing/2014/main" id="{274D4A42-E734-48A9-9112-381ACEA9B875}"/>
                  </a:ext>
                </a:extLst>
              </p:cNvPr>
              <p:cNvPicPr/>
              <p:nvPr/>
            </p:nvPicPr>
            <p:blipFill>
              <a:blip r:embed="rId4"/>
              <a:stretch>
                <a:fillRect/>
              </a:stretch>
            </p:blipFill>
            <p:spPr>
              <a:xfrm>
                <a:off x="-9216" y="2496456"/>
                <a:ext cx="18000" cy="18000"/>
              </a:xfrm>
              <a:prstGeom prst="rect">
                <a:avLst/>
              </a:prstGeom>
            </p:spPr>
          </p:pic>
        </mc:Fallback>
      </mc:AlternateContent>
      <p:sp>
        <p:nvSpPr>
          <p:cNvPr id="1417" name="Title 1416">
            <a:extLst>
              <a:ext uri="{FF2B5EF4-FFF2-40B4-BE49-F238E27FC236}">
                <a16:creationId xmlns:a16="http://schemas.microsoft.com/office/drawing/2014/main" id="{8BA1B88F-CC22-40FE-A303-EF76057F7058}"/>
              </a:ext>
            </a:extLst>
          </p:cNvPr>
          <p:cNvSpPr>
            <a:spLocks noGrp="1"/>
          </p:cNvSpPr>
          <p:nvPr>
            <p:ph type="title"/>
          </p:nvPr>
        </p:nvSpPr>
        <p:spPr/>
        <p:txBody>
          <a:bodyPr/>
          <a:lstStyle/>
          <a:p>
            <a:r>
              <a:rPr lang="en-IN" dirty="0"/>
              <a:t>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92DB8-F94B-4ADF-B4D9-318F100AEF70}"/>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22CD7EBA-31C3-4947-9C94-132EC449A323}"/>
              </a:ext>
            </a:extLst>
          </p:cNvPr>
          <p:cNvSpPr>
            <a:spLocks noGrp="1"/>
          </p:cNvSpPr>
          <p:nvPr>
            <p:ph type="body" idx="1"/>
          </p:nvPr>
        </p:nvSpPr>
        <p:spPr/>
        <p:txBody>
          <a:bodyPr/>
          <a:lstStyle/>
          <a:p>
            <a:r>
              <a:rPr lang="en-IN" dirty="0"/>
              <a:t>I. CNAME</a:t>
            </a:r>
          </a:p>
          <a:p>
            <a:r>
              <a:rPr lang="en-IN" dirty="0"/>
              <a:t>II. Yes</a:t>
            </a:r>
          </a:p>
        </p:txBody>
      </p:sp>
      <p:sp>
        <p:nvSpPr>
          <p:cNvPr id="4" name="Slide Number Placeholder 3">
            <a:extLst>
              <a:ext uri="{FF2B5EF4-FFF2-40B4-BE49-F238E27FC236}">
                <a16:creationId xmlns:a16="http://schemas.microsoft.com/office/drawing/2014/main" id="{0B5DDFBF-74B9-4E7A-A90B-00617AE651C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32</a:t>
            </a:fld>
            <a:endParaRPr lang="en-US"/>
          </a:p>
        </p:txBody>
      </p:sp>
      <p:pic>
        <p:nvPicPr>
          <p:cNvPr id="6" name="Picture 5">
            <a:extLst>
              <a:ext uri="{FF2B5EF4-FFF2-40B4-BE49-F238E27FC236}">
                <a16:creationId xmlns:a16="http://schemas.microsoft.com/office/drawing/2014/main" id="{ED83F235-4E04-412E-82F0-AF1485ED349A}"/>
              </a:ext>
            </a:extLst>
          </p:cNvPr>
          <p:cNvPicPr>
            <a:picLocks noChangeAspect="1"/>
          </p:cNvPicPr>
          <p:nvPr/>
        </p:nvPicPr>
        <p:blipFill>
          <a:blip r:embed="rId2">
            <a:duotone>
              <a:prstClr val="black"/>
              <a:srgbClr val="D9C3A5">
                <a:tint val="50000"/>
                <a:satMod val="180000"/>
              </a:srgbClr>
            </a:duotone>
          </a:blip>
          <a:stretch>
            <a:fillRect/>
          </a:stretch>
        </p:blipFill>
        <p:spPr>
          <a:xfrm>
            <a:off x="1423987" y="47624"/>
            <a:ext cx="9344025" cy="2619375"/>
          </a:xfrm>
          <a:prstGeom prst="rect">
            <a:avLst/>
          </a:prstGeom>
        </p:spPr>
      </p:pic>
    </p:spTree>
    <p:extLst>
      <p:ext uri="{BB962C8B-B14F-4D97-AF65-F5344CB8AC3E}">
        <p14:creationId xmlns:p14="http://schemas.microsoft.com/office/powerpoint/2010/main" val="3991509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A34281D-BA15-4489-8941-89BEC8ED9F3D}"/>
              </a:ext>
            </a:extLst>
          </p:cNvPr>
          <p:cNvSpPr>
            <a:spLocks noGrp="1"/>
          </p:cNvSpPr>
          <p:nvPr>
            <p:ph type="body" idx="1"/>
          </p:nvPr>
        </p:nvSpPr>
        <p:spPr>
          <a:xfrm>
            <a:off x="1164706" y="3270156"/>
            <a:ext cx="10018713" cy="1793129"/>
          </a:xfrm>
        </p:spPr>
        <p:txBody>
          <a:bodyPr/>
          <a:lstStyle/>
          <a:p>
            <a:r>
              <a:rPr lang="en-IN" dirty="0"/>
              <a:t>I. A</a:t>
            </a:r>
          </a:p>
          <a:p>
            <a:r>
              <a:rPr lang="en-IN" dirty="0"/>
              <a:t>II. Stalled DNS cache as TTL has not expired yet</a:t>
            </a:r>
          </a:p>
        </p:txBody>
      </p:sp>
      <p:sp>
        <p:nvSpPr>
          <p:cNvPr id="4" name="Slide Number Placeholder 3">
            <a:extLst>
              <a:ext uri="{FF2B5EF4-FFF2-40B4-BE49-F238E27FC236}">
                <a16:creationId xmlns:a16="http://schemas.microsoft.com/office/drawing/2014/main" id="{D11EB35B-FB89-4AF9-ABBA-0284948FE71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33</a:t>
            </a:fld>
            <a:endParaRPr lang="en-US"/>
          </a:p>
        </p:txBody>
      </p:sp>
      <p:graphicFrame>
        <p:nvGraphicFramePr>
          <p:cNvPr id="5" name="Table 4">
            <a:extLst>
              <a:ext uri="{FF2B5EF4-FFF2-40B4-BE49-F238E27FC236}">
                <a16:creationId xmlns:a16="http://schemas.microsoft.com/office/drawing/2014/main" id="{0FB366AE-28CF-459D-8354-D36C854D6EC7}"/>
              </a:ext>
            </a:extLst>
          </p:cNvPr>
          <p:cNvGraphicFramePr>
            <a:graphicFrameLocks noGrp="1"/>
          </p:cNvGraphicFramePr>
          <p:nvPr>
            <p:extLst>
              <p:ext uri="{D42A27DB-BD31-4B8C-83A1-F6EECF244321}">
                <p14:modId xmlns:p14="http://schemas.microsoft.com/office/powerpoint/2010/main" val="2593309973"/>
              </p:ext>
            </p:extLst>
          </p:nvPr>
        </p:nvGraphicFramePr>
        <p:xfrm>
          <a:off x="1396270" y="106949"/>
          <a:ext cx="9555586" cy="1276287"/>
        </p:xfrm>
        <a:graphic>
          <a:graphicData uri="http://schemas.openxmlformats.org/drawingml/2006/table">
            <a:tbl>
              <a:tblPr/>
              <a:tblGrid>
                <a:gridCol w="9555586">
                  <a:extLst>
                    <a:ext uri="{9D8B030D-6E8A-4147-A177-3AD203B41FA5}">
                      <a16:colId xmlns:a16="http://schemas.microsoft.com/office/drawing/2014/main" val="3441953967"/>
                    </a:ext>
                  </a:extLst>
                </a:gridCol>
              </a:tblGrid>
              <a:tr h="0">
                <a:tc>
                  <a:txBody>
                    <a:bodyPr/>
                    <a:lstStyle/>
                    <a:p>
                      <a:pPr>
                        <a:lnSpc>
                          <a:spcPct val="150000"/>
                        </a:lnSpc>
                      </a:pPr>
                      <a:r>
                        <a:rPr lang="en-IN" sz="1800" b="0" i="0" dirty="0">
                          <a:solidFill>
                            <a:srgbClr val="000000"/>
                          </a:solidFill>
                          <a:effectLst/>
                          <a:latin typeface="TimesNewRomanPSMT"/>
                        </a:rPr>
                        <a:t>Your company’s website, www.mycompany.com, is hosted on a server with IP address 192.0.2.50. You updated the DNS record on your authoritative DNS server to point to a new IP address: 203.0.113.75. The record’s TTL (Time to Live) is set to 3600 seconds.</a:t>
                      </a:r>
                      <a:endParaRPr lang="en-IN" sz="1800" dirty="0">
                        <a:effectLst/>
                      </a:endParaRPr>
                    </a:p>
                  </a:txBody>
                  <a:tcPr anchor="ctr">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2822967412"/>
                  </a:ext>
                </a:extLst>
              </a:tr>
            </a:tbl>
          </a:graphicData>
        </a:graphic>
      </p:graphicFrame>
      <p:sp>
        <p:nvSpPr>
          <p:cNvPr id="6" name="Rectangle 1">
            <a:extLst>
              <a:ext uri="{FF2B5EF4-FFF2-40B4-BE49-F238E27FC236}">
                <a16:creationId xmlns:a16="http://schemas.microsoft.com/office/drawing/2014/main" id="{D2B8C3B6-AA28-4E03-A886-D328C0C1D89C}"/>
              </a:ext>
            </a:extLst>
          </p:cNvPr>
          <p:cNvSpPr>
            <a:spLocks noGrp="1" noChangeArrowheads="1"/>
          </p:cNvSpPr>
          <p:nvPr>
            <p:ph type="title"/>
          </p:nvPr>
        </p:nvSpPr>
        <p:spPr bwMode="auto">
          <a:xfrm>
            <a:off x="1396270" y="1383236"/>
            <a:ext cx="8584401" cy="1515800"/>
          </a:xfrm>
          <a:prstGeom prst="rect">
            <a:avLst/>
          </a:prstGeom>
          <a:solidFill>
            <a:schemeClr val="accent3">
              <a:lumMod val="40000"/>
              <a:lumOff val="60000"/>
            </a:schemeClr>
          </a:solid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00000"/>
                </a:solidFill>
                <a:effectLst/>
                <a:latin typeface="TimesNewRomanPS-BoldMT"/>
              </a:rPr>
              <a:t>I. Mention </a:t>
            </a:r>
            <a:r>
              <a:rPr kumimoji="0" lang="en-US" altLang="en-US" sz="1800" b="0" i="0" u="none" strike="noStrike" cap="none" normalizeH="0" baseline="0" dirty="0">
                <a:ln>
                  <a:noFill/>
                </a:ln>
                <a:solidFill>
                  <a:srgbClr val="000000"/>
                </a:solidFill>
                <a:effectLst/>
                <a:latin typeface="TimesNewRomanPSMT"/>
              </a:rPr>
              <a:t>the type of DNS record you updated for www.mycompany.com.</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00000"/>
                </a:solidFill>
                <a:effectLst/>
                <a:latin typeface="TimesNewRomanPS-BoldMT"/>
              </a:rPr>
              <a:t>II. Explain </a:t>
            </a:r>
            <a:r>
              <a:rPr kumimoji="0" lang="en-US" altLang="en-US" sz="1800" b="0" i="0" u="none" strike="noStrike" cap="none" normalizeH="0" baseline="0" dirty="0">
                <a:ln>
                  <a:noFill/>
                </a:ln>
                <a:solidFill>
                  <a:srgbClr val="000000"/>
                </a:solidFill>
                <a:effectLst/>
                <a:latin typeface="TimesNewRomanPSMT"/>
              </a:rPr>
              <a:t>why some users might still reach the old IP address even after the update, even</a:t>
            </a:r>
            <a:br>
              <a:rPr kumimoji="0" lang="en-US" altLang="en-US" sz="1800" b="0" i="0" u="none" strike="noStrike" cap="none" normalizeH="0" baseline="0" dirty="0">
                <a:ln>
                  <a:noFill/>
                </a:ln>
                <a:solidFill>
                  <a:srgbClr val="000000"/>
                </a:solidFill>
                <a:effectLst/>
                <a:latin typeface="TimesNewRomanPSMT"/>
              </a:rPr>
            </a:br>
            <a:r>
              <a:rPr kumimoji="0" lang="en-IN" altLang="en-US" sz="1800" b="0" i="0" u="none" strike="noStrike" cap="none" normalizeH="0" baseline="0" dirty="0">
                <a:ln>
                  <a:noFill/>
                </a:ln>
                <a:solidFill>
                  <a:srgbClr val="000000"/>
                </a:solidFill>
                <a:effectLst/>
                <a:latin typeface="TimesNewRomanPSMT"/>
              </a:rPr>
              <a:t>though your authoritative DNS server has the correct new IP</a:t>
            </a:r>
            <a:endParaRPr kumimoji="0" lang="en-US" altLang="en-US" sz="1800" b="0" i="0" u="none" strike="noStrike" cap="none" normalizeH="0" baseline="0" dirty="0">
              <a:ln>
                <a:noFill/>
              </a:ln>
              <a:solidFill>
                <a:srgbClr val="000000"/>
              </a:solidFill>
              <a:effectLst/>
              <a:latin typeface="TimesNewRomanPSM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50" b="0" i="0" u="none" strike="noStrike" cap="none" normalizeH="0" baseline="0" dirty="0">
                <a:ln>
                  <a:noFill/>
                </a:ln>
                <a:solidFill>
                  <a:schemeClr val="tx1"/>
                </a:solidFill>
                <a:effectLst/>
              </a:rPr>
            </a:b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99910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1AD61-C8A1-4A24-8AF8-92EAA56ED944}"/>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8743591A-B8E1-484E-BDE8-2ED9FABF9049}"/>
              </a:ext>
            </a:extLst>
          </p:cNvPr>
          <p:cNvSpPr>
            <a:spLocks noGrp="1"/>
          </p:cNvSpPr>
          <p:nvPr>
            <p:ph type="body" idx="1"/>
          </p:nvPr>
        </p:nvSpPr>
        <p:spPr/>
        <p:txBody>
          <a:bodyPr/>
          <a:lstStyle/>
          <a:p>
            <a:r>
              <a:rPr lang="en-IN" dirty="0"/>
              <a:t>TTL did not expire, hence the old IP address remains in the </a:t>
            </a:r>
            <a:r>
              <a:rPr lang="en-IN" dirty="0" err="1"/>
              <a:t>browswer</a:t>
            </a:r>
            <a:r>
              <a:rPr lang="en-IN" dirty="0"/>
              <a:t>.</a:t>
            </a:r>
          </a:p>
        </p:txBody>
      </p:sp>
      <p:sp>
        <p:nvSpPr>
          <p:cNvPr id="4" name="Slide Number Placeholder 3">
            <a:extLst>
              <a:ext uri="{FF2B5EF4-FFF2-40B4-BE49-F238E27FC236}">
                <a16:creationId xmlns:a16="http://schemas.microsoft.com/office/drawing/2014/main" id="{11388D4E-A191-4B12-94E8-93A89D26D43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34</a:t>
            </a:fld>
            <a:endParaRPr lang="en-US"/>
          </a:p>
        </p:txBody>
      </p:sp>
      <p:pic>
        <p:nvPicPr>
          <p:cNvPr id="6" name="Picture 5">
            <a:extLst>
              <a:ext uri="{FF2B5EF4-FFF2-40B4-BE49-F238E27FC236}">
                <a16:creationId xmlns:a16="http://schemas.microsoft.com/office/drawing/2014/main" id="{A91960EA-E652-48AF-A467-C83485145901}"/>
              </a:ext>
            </a:extLst>
          </p:cNvPr>
          <p:cNvPicPr>
            <a:picLocks noChangeAspect="1"/>
          </p:cNvPicPr>
          <p:nvPr/>
        </p:nvPicPr>
        <p:blipFill>
          <a:blip r:embed="rId2">
            <a:duotone>
              <a:prstClr val="black"/>
              <a:srgbClr val="D9C3A5">
                <a:tint val="50000"/>
                <a:satMod val="180000"/>
              </a:srgbClr>
            </a:duotone>
          </a:blip>
          <a:stretch>
            <a:fillRect/>
          </a:stretch>
        </p:blipFill>
        <p:spPr>
          <a:xfrm>
            <a:off x="1484310" y="685800"/>
            <a:ext cx="9410700" cy="1095375"/>
          </a:xfrm>
          <a:prstGeom prst="rect">
            <a:avLst/>
          </a:prstGeom>
        </p:spPr>
      </p:pic>
    </p:spTree>
    <p:extLst>
      <p:ext uri="{BB962C8B-B14F-4D97-AF65-F5344CB8AC3E}">
        <p14:creationId xmlns:p14="http://schemas.microsoft.com/office/powerpoint/2010/main" val="3171707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3FFC1-58C4-408B-85AA-0DEAC7ABDFFE}"/>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88403CBC-C7B5-4CF9-A309-08116382D7D2}"/>
              </a:ext>
            </a:extLst>
          </p:cNvPr>
          <p:cNvSpPr>
            <a:spLocks noGrp="1"/>
          </p:cNvSpPr>
          <p:nvPr>
            <p:ph type="body" idx="1"/>
          </p:nvPr>
        </p:nvSpPr>
        <p:spPr/>
        <p:txBody>
          <a:bodyPr/>
          <a:lstStyle/>
          <a:p>
            <a:r>
              <a:rPr lang="en-IN" dirty="0"/>
              <a:t>I. Converting domain name to IP address, </a:t>
            </a:r>
          </a:p>
          <a:p>
            <a:r>
              <a:rPr lang="en-IN" dirty="0"/>
              <a:t>    Stale DNS cache, the IP address of the research server was changed.</a:t>
            </a:r>
          </a:p>
          <a:p>
            <a:r>
              <a:rPr lang="en-IN" dirty="0"/>
              <a:t>II. Just ask and get the results, all tasks are done by others.</a:t>
            </a:r>
          </a:p>
          <a:p>
            <a:r>
              <a:rPr lang="en-IN" dirty="0"/>
              <a:t>    Clients contact all DNS servers, the work burden on DNS servers is reduced.</a:t>
            </a:r>
          </a:p>
        </p:txBody>
      </p:sp>
      <p:sp>
        <p:nvSpPr>
          <p:cNvPr id="4" name="Slide Number Placeholder 3">
            <a:extLst>
              <a:ext uri="{FF2B5EF4-FFF2-40B4-BE49-F238E27FC236}">
                <a16:creationId xmlns:a16="http://schemas.microsoft.com/office/drawing/2014/main" id="{AB592179-BAA2-406A-9CD8-2EA3128CF6F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35</a:t>
            </a:fld>
            <a:endParaRPr lang="en-US"/>
          </a:p>
        </p:txBody>
      </p:sp>
      <p:pic>
        <p:nvPicPr>
          <p:cNvPr id="6" name="Picture 5">
            <a:extLst>
              <a:ext uri="{FF2B5EF4-FFF2-40B4-BE49-F238E27FC236}">
                <a16:creationId xmlns:a16="http://schemas.microsoft.com/office/drawing/2014/main" id="{304B09B1-9F2B-43DD-B452-D84F02729484}"/>
              </a:ext>
            </a:extLst>
          </p:cNvPr>
          <p:cNvPicPr>
            <a:picLocks noChangeAspect="1"/>
          </p:cNvPicPr>
          <p:nvPr/>
        </p:nvPicPr>
        <p:blipFill>
          <a:blip r:embed="rId2">
            <a:duotone>
              <a:prstClr val="black"/>
              <a:srgbClr val="D9C3A5">
                <a:tint val="50000"/>
                <a:satMod val="180000"/>
              </a:srgbClr>
            </a:duotone>
          </a:blip>
          <a:stretch>
            <a:fillRect/>
          </a:stretch>
        </p:blipFill>
        <p:spPr>
          <a:xfrm>
            <a:off x="1049083" y="66674"/>
            <a:ext cx="9801225" cy="2600325"/>
          </a:xfrm>
          <a:prstGeom prst="rect">
            <a:avLst/>
          </a:prstGeom>
        </p:spPr>
      </p:pic>
    </p:spTree>
    <p:extLst>
      <p:ext uri="{BB962C8B-B14F-4D97-AF65-F5344CB8AC3E}">
        <p14:creationId xmlns:p14="http://schemas.microsoft.com/office/powerpoint/2010/main" val="2125928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440"/>
        <p:cNvGrpSpPr/>
        <p:nvPr/>
      </p:nvGrpSpPr>
      <p:grpSpPr>
        <a:xfrm>
          <a:off x="0" y="0"/>
          <a:ext cx="0" cy="0"/>
          <a:chOff x="0" y="0"/>
          <a:chExt cx="0" cy="0"/>
        </a:xfrm>
      </p:grpSpPr>
      <p:sp>
        <p:nvSpPr>
          <p:cNvPr id="1441" name="Google Shape;1441;g11fc7892358_0_24"/>
          <p:cNvSpPr txBox="1">
            <a:spLocks noGrp="1"/>
          </p:cNvSpPr>
          <p:nvPr>
            <p:ph type="title"/>
          </p:nvPr>
        </p:nvSpPr>
        <p:spPr>
          <a:xfrm>
            <a:off x="1366061" y="2437925"/>
            <a:ext cx="10018800" cy="17526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1800"/>
              <a:buNone/>
            </a:pPr>
            <a:r>
              <a:rPr lang="en-US"/>
              <a:t>THE END OF EMAIL AND DNS</a:t>
            </a:r>
            <a:endParaRPr/>
          </a:p>
        </p:txBody>
      </p:sp>
      <p:sp>
        <p:nvSpPr>
          <p:cNvPr id="1442" name="Google Shape;1442;g11fc7892358_0_24"/>
          <p:cNvSpPr txBox="1">
            <a:spLocks noGrp="1"/>
          </p:cNvSpPr>
          <p:nvPr>
            <p:ph type="sldNum" idx="12"/>
          </p:nvPr>
        </p:nvSpPr>
        <p:spPr>
          <a:xfrm>
            <a:off x="10951856" y="5883275"/>
            <a:ext cx="551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US"/>
              <a:t>36</a:t>
            </a:fld>
            <a:endParaRPr/>
          </a:p>
        </p:txBody>
      </p:sp>
    </p:spTree>
  </p:cSld>
  <p:clrMapOvr>
    <a:masterClrMapping/>
  </p:clrMapOvr>
</p:sld>
</file>

<file path=ppt/theme/theme1.xml><?xml version="1.0" encoding="utf-8"?>
<a:theme xmlns:a="http://schemas.openxmlformats.org/drawingml/2006/main" name="Parallax">
  <a:themeElements>
    <a:clrScheme name="Parallax">
      <a:dk1>
        <a:srgbClr val="000000"/>
      </a:dk1>
      <a:lt1>
        <a:srgbClr val="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5737</TotalTime>
  <Words>2706</Words>
  <Application>Microsoft Office PowerPoint</Application>
  <PresentationFormat>Widescreen</PresentationFormat>
  <Paragraphs>502</Paragraphs>
  <Slides>36</Slides>
  <Notes>30</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36</vt:i4>
      </vt:variant>
    </vt:vector>
  </HeadingPairs>
  <TitlesOfParts>
    <vt:vector size="52" baseType="lpstr">
      <vt:lpstr>Courier New</vt:lpstr>
      <vt:lpstr>Corbel</vt:lpstr>
      <vt:lpstr>Noto Sans Symbols</vt:lpstr>
      <vt:lpstr>Calibri</vt:lpstr>
      <vt:lpstr>Arial</vt:lpstr>
      <vt:lpstr>Comic Sans MS</vt:lpstr>
      <vt:lpstr>TimesNewRomanPSMT</vt:lpstr>
      <vt:lpstr>TimesNewRomanPS-BoldMT</vt:lpstr>
      <vt:lpstr>Noto Sans</vt:lpstr>
      <vt:lpstr>Garamond</vt:lpstr>
      <vt:lpstr>Gill Sans</vt:lpstr>
      <vt:lpstr>Tahoma</vt:lpstr>
      <vt:lpstr>Verdana</vt:lpstr>
      <vt:lpstr>Courier</vt:lpstr>
      <vt:lpstr>Times New Roman</vt:lpstr>
      <vt:lpstr>Parallax</vt:lpstr>
      <vt:lpstr>Application Layer (Electronic Mail &amp;DNS)</vt:lpstr>
      <vt:lpstr>PowerPoint Presentation</vt:lpstr>
      <vt:lpstr>Electronic mail</vt:lpstr>
      <vt:lpstr>PowerPoint Presentation</vt:lpstr>
      <vt:lpstr>Scenario: Alice sends e-mail to Bob</vt:lpstr>
      <vt:lpstr>Electronic Mail: SMTP [RFC 2821]</vt:lpstr>
      <vt:lpstr>Sample SMTP interaction</vt:lpstr>
      <vt:lpstr>SMTP: final words</vt:lpstr>
      <vt:lpstr>Mail message format</vt:lpstr>
      <vt:lpstr>Mail access protocols</vt:lpstr>
      <vt:lpstr>POP3 vs IMAP</vt:lpstr>
      <vt:lpstr>POP3 vs IMAP</vt:lpstr>
      <vt:lpstr>PowerPoint Presentation</vt:lpstr>
      <vt:lpstr>Application Layer :Objectives </vt:lpstr>
      <vt:lpstr>Domain Name System (DNS)</vt:lpstr>
      <vt:lpstr>PowerPoint Presentation</vt:lpstr>
      <vt:lpstr>PowerPoint Presentation</vt:lpstr>
      <vt:lpstr>PowerPoint Presentation</vt:lpstr>
      <vt:lpstr>Thinking about the DNS</vt:lpstr>
      <vt:lpstr>DNS Name Servers</vt:lpstr>
      <vt:lpstr>DNS: a distributed, hierarchical database</vt:lpstr>
      <vt:lpstr>DNS: root name servers</vt:lpstr>
      <vt:lpstr>Top-Level Domain, and authoritative servers</vt:lpstr>
      <vt:lpstr>Local DNS name server</vt:lpstr>
      <vt:lpstr>DNS name resolution: iterated query</vt:lpstr>
      <vt:lpstr>DNS name resolution: recursive query</vt:lpstr>
      <vt:lpstr>DNS Queries - Summary</vt:lpstr>
      <vt:lpstr>DNS: caching, updating records</vt:lpstr>
      <vt:lpstr>PowerPoint Presentation</vt:lpstr>
      <vt:lpstr>DNS Records</vt:lpstr>
      <vt:lpstr> </vt:lpstr>
      <vt:lpstr>PowerPoint Presentation</vt:lpstr>
      <vt:lpstr>I. Mention the type of DNS record you updated for www.mycompany.com. II. Explain why some users might still reach the old IP address even after the update, even though your authoritative DNS server has the correct new IP  </vt:lpstr>
      <vt:lpstr>PowerPoint Presentation</vt:lpstr>
      <vt:lpstr>PowerPoint Presentation</vt:lpstr>
      <vt:lpstr>THE END OF EMAIL AND DNS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Application Layer (Electronic Mail &amp;DNS)</dc:title>
  <dc:creator>Arif Shakil</dc:creator>
  <cp:lastModifiedBy>Md. Sakir Hossain</cp:lastModifiedBy>
  <cp:revision>8</cp:revision>
  <dcterms:created xsi:type="dcterms:W3CDTF">2020-06-17T13:03:26Z</dcterms:created>
  <dcterms:modified xsi:type="dcterms:W3CDTF">2026-03-08T06:55:12Z</dcterms:modified>
</cp:coreProperties>
</file>