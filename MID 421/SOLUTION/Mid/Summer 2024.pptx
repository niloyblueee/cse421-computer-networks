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FF40-488F-153B-19EB-877ABF2A3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93D54-04FF-E96B-1A4B-F0630582A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7E41D-C95F-1359-E1E6-7968C1C8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F7D58-677A-1439-B08D-FD962F3C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12794-6744-3C1D-22CE-6F3302DF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AFAEB3-6993-417E-06AF-308C15B5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60EE7D-53E9-F1D0-BE4E-30C2EB3AAB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C8557A-C4C0-F65D-58A7-65DD059CB6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7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5A6D1-4A64-F098-608E-B0ADF44A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44CEF-7C88-6832-2FDF-638F6304F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7C217-4183-2235-543E-81575046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6CD87-CF89-E787-56FD-C9D10777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62148-F355-1632-22ED-4AA8F10A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A166F-D2D5-A36C-F203-FC1FDBD4D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39E2D3-039B-9D84-2243-130A983B74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3EA208-2427-962F-5DE3-A5C9A292B4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68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3C30-C583-D454-BFF0-E822BC88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F2424-A14D-339A-85FA-9DAECE619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4AD6C-9468-873D-9DCB-1304B18E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24AD8-27D5-6B55-3098-DE576F1B7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CB02D-C255-7534-6E72-3B435880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E7431-5672-AA1E-8A6F-3896B16189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58ACC7-DE04-E54F-C623-2FB2EDCC6B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C0E5D9-DD5C-6A60-5F06-DB9471EC97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5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038D-5D4C-0E94-47AB-BE9B0681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B496B-4917-7259-E010-F4B53CD27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62CB1-3AC4-22B1-DCE7-A5893C5C7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01C14-06F9-F459-ED47-A434C969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74982-25D1-3E6C-8050-8B8CD537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F0BCB-8C9A-3467-D5E7-2EE6C7EC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60EAFD-1A01-2480-7D26-DE7E97FF43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01461B-2F98-2033-8BED-3AA6D5C0A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D84F06-D6C0-6410-0CCD-A77C371370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0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1E41-9104-12CA-1E97-FFB92A0A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AB8B0-06F2-DB52-04AB-F02DA7B11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8DEEA-DA8B-FC52-FDD9-8200159A8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4519B-3D99-83B0-5B61-E8A4427B7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1CA51-F1D4-6F06-ECEF-B59DFF563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F6BFAF-CFA5-24F2-E8FB-03BC14CE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04055-AA3A-1F91-6FAB-BD52D736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AB7D3-B715-9C10-CD4C-35FFF94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CD3CED-3855-7AF7-0B7E-F919A17123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68D5EA-20FA-8E15-5EDA-6497BF780C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5B57C5-1740-C272-7DC5-DC75E71C17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0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6043-9FD3-79AB-711E-9CCBAF23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EC18B-8502-02C1-48EF-636736B3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A7E37-2088-BBDA-86E7-E38ADB2C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ADDFA-D259-19DF-D997-370EC0CC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93E5A-E0FC-0F83-9FAB-415FD27BC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48B976-C71F-C284-33CC-ABD7FEC62D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B7FB41-D1AB-64D0-14CE-4B6AAB86C1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9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FDAFE-F911-F799-0C03-60684C73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C69565-0FA3-D759-2D22-E42D3CEA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3E60E-B654-02CF-8DCE-24C6BC70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CBD71-9EAF-626E-8E00-81EECD2C93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FAE93-798E-D1BC-3B0C-002151112B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8D5145-711C-8DDC-0672-56C5FC1FEF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9905-C5A8-2388-9834-0E5D30C5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3978F-A35A-072F-BC14-58E3399FC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6A228-1C46-A1C6-8406-23E4CF225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A2E27-2D20-59E5-2F69-47686E04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76262-E79B-4A6F-8D25-436A9318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A6A75-194C-3893-FE55-9E25FB15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F7202C-7493-9162-9501-A00659AFA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66ED86-2755-EEB0-BD1B-9499D483DB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FA9F84-F580-8ED8-C356-9D5455F65B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2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E144-BCF8-98B5-30B3-4652C9FD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2A319-5759-F04D-144A-D418722C3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92E1D-C028-D38F-77B5-65D5A6BC1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E43C1-14C2-9F5A-26BA-7CB79E89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0B85A-BB57-0541-2EBD-4E53FC15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B162D-794F-C3D1-CF87-BAB558CD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7C5B4-1E79-2485-3620-5A418952F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A9EE8C-6F93-C887-7220-5698DB5255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A01933-AEE3-02CF-17F7-FE2AE258FE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58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C2BA-B50E-DF40-BCEF-2C405D8B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EDE40-0B31-8B91-A055-9495E9D03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87E89-A9E8-4655-E40F-9AE338D30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8540C-DEBA-333D-5BFB-B0503B00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8D7E4-B646-EAD3-3B0C-682D7C2C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28A771-100D-0DBD-5735-E6CFE6CFF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360BCF-B9A7-C4D6-2FDE-B10227D467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1C9499-BA55-CD71-BF22-C8DD9A624C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3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44CCD-A81A-3B41-F73A-690AF3994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ABC06-3980-9FF0-27FB-E9A984F5E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A80E4-5EA5-B25C-781A-34856E0C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5EEBC-11FC-4EF9-6B8D-FA7D3097B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4E6A1-4720-7B48-8565-15AC9D88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9B5DDD-33AE-16F3-0908-9315F286E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6" y="4128138"/>
            <a:ext cx="2933350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966678-650C-5102-97B5-AD230F927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" y="6014906"/>
            <a:ext cx="866008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027087-1752-352F-6AC2-50F570BF14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80" y="100668"/>
            <a:ext cx="903214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3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6CF0A1-CD6B-0F10-249E-E813E5A6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AA00C-5F55-01DB-743E-662E68F5A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7A045-FF6A-DB99-1731-FC67FE769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E8A97-67C9-4ABF-847F-24B24B19BCD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A1143-19AB-3B74-6461-318B9F017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2373-932A-F0B1-EDA4-BF630CC73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E8FD3-9B4B-4EBB-8B47-AA6E781E3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741D-84B5-81DC-0A47-408BB53B6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Summer’24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0163D-A614-52F7-ADAF-DBF8AD52E5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3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E5E8-0ED1-40F4-935E-73DD82987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773DB-F246-4C35-BADA-783773083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exists no protocol in the layer 6 &amp; 5. </a:t>
            </a:r>
          </a:p>
          <a:p>
            <a:r>
              <a:rPr lang="en-IN" dirty="0"/>
              <a:t>Functionalities of these two layers are implemented by the Application layer software (e.g., </a:t>
            </a:r>
            <a:r>
              <a:rPr lang="en-IN" dirty="0" err="1"/>
              <a:t>browswer</a:t>
            </a:r>
            <a:r>
              <a:rPr lang="en-IN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358F0-6FE0-4223-BD6B-25336E151DE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8662" y="365125"/>
            <a:ext cx="107346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5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005B-FE91-4F98-AF0A-46BC85CB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10068-4D0D-4867-BDB4-04D5B7DAC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AutoNum type="romanUcParenR"/>
            </a:pPr>
            <a:r>
              <a:rPr lang="en-IN" dirty="0"/>
              <a:t>HTTP request did not send a Cookie ID</a:t>
            </a:r>
          </a:p>
          <a:p>
            <a:pPr marL="571500" indent="-571500">
              <a:buAutoNum type="romanUcParenR"/>
            </a:pPr>
            <a:r>
              <a:rPr lang="en-IN" dirty="0"/>
              <a:t>Server set a Cookie ID on Thursday</a:t>
            </a:r>
          </a:p>
          <a:p>
            <a:pPr marL="0" indent="0">
              <a:buNone/>
            </a:pPr>
            <a:r>
              <a:rPr lang="en-IN" dirty="0"/>
              <a:t>       on Friday, HTTP request contains a cookie ID.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16F44-9BCA-4381-992A-7EA83D10A7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8358" y="62707"/>
            <a:ext cx="107061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8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6A2B-3DFA-4C2E-85B8-C9B2515B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71F9-9DD0-41CF-BB8D-C5AE6AECC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can access email anytime without Internet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1C8E6-2AC2-46C6-8C72-525D4323936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1025" y="365125"/>
            <a:ext cx="1077277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3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77196-22A1-403E-9205-14EB0A67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EB41E-6266-4D14-9136-7D622331A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Each tabs are considered as  a different processes</a:t>
            </a:r>
          </a:p>
          <a:p>
            <a:r>
              <a:rPr lang="en-IN" dirty="0"/>
              <a:t>When segment arrives from the server, these different destination port allows the client transport layer to identify which tab the segment was sent.</a:t>
            </a:r>
          </a:p>
          <a:p>
            <a:endParaRPr lang="en-IN" dirty="0"/>
          </a:p>
          <a:p>
            <a:r>
              <a:rPr lang="en-IN" dirty="0"/>
              <a:t>Destination port number: 80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E132C-2C29-4054-A382-DA952C96CF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600" y="261938"/>
            <a:ext cx="107442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7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171A-2236-45B4-AB07-CD8F75444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A4868-044C-4FB5-B68C-7C4584D28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If the server still has data to send.</a:t>
            </a:r>
          </a:p>
          <a:p>
            <a:r>
              <a:rPr lang="en-IN" dirty="0"/>
              <a:t>Then, it will not send FIN even after receiving FIN from the client</a:t>
            </a:r>
          </a:p>
          <a:p>
            <a:pPr marL="0" indent="0">
              <a:buNone/>
            </a:pPr>
            <a:r>
              <a:rPr lang="en-IN" dirty="0"/>
              <a:t>In this case, the server can send data while the client cannot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ADD6F7-C2E5-4F84-811B-0C2727BF922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9137" y="499268"/>
            <a:ext cx="107537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0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1B8F-31F8-485B-AFDA-C80CD7D46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4A64-DAD8-4CC1-8848-B16129D10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sz="2400" dirty="0"/>
              <a:t>I) Question says, Load time EXCLUDING total RTT</a:t>
            </a:r>
          </a:p>
          <a:p>
            <a:pPr marL="0" indent="0">
              <a:buNone/>
            </a:pPr>
            <a:r>
              <a:rPr lang="en-IN" sz="2400" dirty="0"/>
              <a:t>Load time=1.184=(delay before HTTP </a:t>
            </a:r>
            <a:r>
              <a:rPr lang="en-IN" sz="2400" dirty="0" err="1"/>
              <a:t>request+total</a:t>
            </a:r>
            <a:r>
              <a:rPr lang="en-IN" sz="2400" dirty="0"/>
              <a:t> OTT)</a:t>
            </a:r>
          </a:p>
          <a:p>
            <a:pPr marL="0" indent="0">
              <a:buNone/>
            </a:pPr>
            <a:r>
              <a:rPr lang="en-IN" sz="2400" dirty="0"/>
              <a:t>                              =0.007*</a:t>
            </a:r>
            <a:r>
              <a:rPr lang="en-IN" sz="2400" dirty="0" err="1"/>
              <a:t>N_obj+N_obj</a:t>
            </a:r>
            <a:r>
              <a:rPr lang="en-IN" sz="2400" dirty="0"/>
              <a:t>*1.5/60)</a:t>
            </a:r>
          </a:p>
          <a:p>
            <a:pPr marL="0" indent="0">
              <a:buNone/>
            </a:pPr>
            <a:r>
              <a:rPr lang="en-IN" sz="2400" dirty="0"/>
              <a:t>                    </a:t>
            </a:r>
            <a:r>
              <a:rPr lang="en-IN" sz="2400" dirty="0" err="1"/>
              <a:t>N_obj</a:t>
            </a:r>
            <a:r>
              <a:rPr lang="en-IN" sz="2400" dirty="0"/>
              <a:t>=37</a:t>
            </a:r>
          </a:p>
          <a:p>
            <a:pPr marL="0" indent="0">
              <a:buNone/>
            </a:pPr>
            <a:r>
              <a:rPr lang="en-IN" sz="2400" dirty="0"/>
              <a:t>II) </a:t>
            </a:r>
            <a:r>
              <a:rPr lang="en-IN" sz="2400" dirty="0" err="1"/>
              <a:t>N_obj</a:t>
            </a:r>
            <a:r>
              <a:rPr lang="en-IN" sz="2400" dirty="0"/>
              <a:t>*2*RTT=37*2*34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127FA-48A1-4892-9F7E-A2A0E2830C3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3425" y="71438"/>
            <a:ext cx="9974199" cy="287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0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EDAED-F687-4AD4-B3C7-2D848EA1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A2A05-E047-4803-943B-C7ED29D15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I)</a:t>
            </a:r>
            <a:r>
              <a:rPr lang="en-IN" sz="2400" dirty="0" err="1"/>
              <a:t>Fin_seq</a:t>
            </a:r>
            <a:r>
              <a:rPr lang="en-IN" sz="2400" dirty="0"/>
              <a:t>=4531+191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 err="1"/>
              <a:t>Fin_ack</a:t>
            </a:r>
            <a:r>
              <a:rPr lang="en-IN" sz="2400" dirty="0"/>
              <a:t>=8742+532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II) </a:t>
            </a:r>
            <a:r>
              <a:rPr lang="en-IN" sz="2400" dirty="0" err="1"/>
              <a:t>C_ack_seq</a:t>
            </a:r>
            <a:r>
              <a:rPr lang="en-IN" sz="2400" dirty="0"/>
              <a:t>=4531+191+1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 err="1"/>
              <a:t>C_ack_ack</a:t>
            </a:r>
            <a:r>
              <a:rPr lang="en-IN" sz="2400" dirty="0"/>
              <a:t>=8742+532+320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III) 14000-191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E26B4A-1A86-4A64-BA11-6D5ED91B3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6600825" cy="1000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E346E8-1AAA-4E49-A8D9-8A007C97F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65250"/>
            <a:ext cx="3790950" cy="1514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BB735C-67E2-4A1F-A013-5675AFE86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123" y="264604"/>
            <a:ext cx="260985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6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46E4-780D-4251-8148-B7A09832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DE2C8-C29F-4273-AF94-F182FC92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626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12E5-BC43-445A-8CFF-2263C7FA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417BF-7D38-4668-BA5E-C7D154395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14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21EA-0EE9-45A7-9D6D-EE6EF4A5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02A00-D160-4043-8804-EC5A5569A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28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223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Summer’24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BRACU</dc:creator>
  <cp:lastModifiedBy>Bracu</cp:lastModifiedBy>
  <cp:revision>3</cp:revision>
  <dcterms:created xsi:type="dcterms:W3CDTF">2024-12-29T05:51:07Z</dcterms:created>
  <dcterms:modified xsi:type="dcterms:W3CDTF">2025-11-11T06:23:04Z</dcterms:modified>
</cp:coreProperties>
</file>