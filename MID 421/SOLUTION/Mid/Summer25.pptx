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1T14:22:24.2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5080 1875 364 0,'0'0'82'0,"0"0"-82"16,0 0 0-16,0 0 16 16,0 0 9-16,0 0-25 15,-6-3 0-15,6 3-6 16,0 0 6-16,0 0 0 16,0 0 0-16,0 0 24 15,0 0-2-15,0 0 19 16,0 0-23-16,0 8-15 15,8 17 33-15,5 12 41 16,-1 11-56-16,-2 1 1 16,1-7-18-16,-4-8-4 15,-1-11 28-15,1-9-24 16,-2-4-4-16,-2-6 0 16,-3-4 4-16,3 0 7 15,0 0-11-15,6 0 5 16,10-4 25-16,10-20 38 0,11-16-26 15,12-15-11-15,14-12-28 16,11-8 20-16,4-2-13 16,4 2-8-16,-3 8-2 15,-9 5 3-15,-7 6-3 16,-8 10 0-16,-6 6-30 16,-10 8 27-16,-12 10-35 15,-8 9 2-15,-6 4 4 16,-7 9-63-16,-4 0-27 15,-5 10-105-15,0 9 36 0</inkml:trace>
  <inkml:trace contextRef="#ctx0" brushRef="#br0" timeOffset="549.047">5466 1813 736 0,'0'0'0'16,"0"0"-18"-16,52 115 8 0,-25-72 16 16,-6-9-6-16,-6-10 2 15,-3-10-2-15,-7-6 0 16,-4-8 0-16,3 0 5 16,4 0 47-16,4-17-4 15,12-19 0-15,9-14-12 16,11-10-35-16,7-7-2 15,12-6 1-15,11 1 0 16,7-3-2-16,7 5 2 16,3-3-43-16,3 4-26 15,-5 7-45-15,-5 7-182 0</inkml:trace>
  <inkml:trace contextRef="#ctx0" brushRef="#br0" timeOffset="10066.404">7510 2441 461 0,'0'0'53'15,"0"0"-36"-15,0 0-9 0,0 0 88 16,0 0-59-16,0 0-8 15,0 0-27-15,0 0-2 16,0-3 0-16,0 3-6 16,0 0 4-16,0 0-5 15,4 0 7-15,5 0 1 16,3 0 0-16,6 0 8 16,0 0-13-16,6 0 4 15,1 3 0-15,5-1 6 16,4 0-4-16,2 3-1 15,4-2-1-15,4 0 4 16,2 2-4-16,3-2 0 0,8 0-2 16,5-1-1-16,3-2 6 15,0 0 2 1,2 0-5-16,-1 0 1 0,1-5-1 16,2 0 0-16,-1-1-5 15,-4 1 5 1,-4 2 3-16,-5 0-3 0,-1 2 1 15,0 1 5-15,-2 0-6 16,-4 0 0-16,-2 0-5 16,-6 1 1-16,-4 4 2 15,2-1 2-15,0 1 0 16,2 3 2-16,8-3-4 16,0 2-1-16,5-4 3 0,-2 2 9 15,-2-3-9-15,-1 1 0 16,-6-2-1-16,1 2 1 15,-1-3-3-15,2 0 1 16,3 0 4-16,3 0 1 16,0 0-3-16,-1 0 0 15,-2-1-4-15,-2-7 6 16,1 0-4-16,-1-1-4 16,-1-2 6-16,3 3-5 15,-3-3 5-15,3 2 0 16,1-2-2-16,0 0-3 15,-2 1-2-15,-1 0-13 16,1 4-12-16,-1-2 10 16,4 2-11-16,2 0 33 0,1 1-6 15,-1 2-8 1,-5 2 10-16,-3-1-11 0,-4 2 14 16,-3 0-9-16,0 0 10 15,2-1 0-15,0-1-3 16,-1 0 10-16,3 1-7 15,-3 1 0-15,-2 0-1 16,-4 0 0-16,2 0 2 16,-3 0 0-16,-2 0 5 15,-4 1-6-15,-3 3 0 16,1-1-17-16,-1 2 17 16,-1-1 0-16,2-1 3 15,2-2-3-15,4 2 21 16,-1-1-19-16,3-2-2 15,1 0 0-15,3 0 0 16,1 0 1-16,-1 0 1 16,0-5 4-16,-1 1-6 0,3-1-1 15,-2 2 1-15,3-1 4 16,4 0 1-16,5-1 1 16,2 0-6-16,2 2 0 15,4-2 5-15,-3-2-4 16,1 2-1-16,2 2 0 15,-2-1-5-15,-1-1 5 16,2 3 1-16,-2-2 3 16,-3 1-8-16,-1 1 9 0,-3 2-5 15,-1 0 0-15,-1 0 3 16,2 0-13-16,-2 0 10 16,0 0 0-16,1 0 9 15,-2 5-9-15,-2-1-4 16,-4-2 2-16,-1 3 2 15,-2-1 5-15,-4 1-5 16,2 0 0-16,-2 1-9 16,-1-2 17-16,0 3-8 15,0 0 0-15,-3-1-13 16,-2-1 12-16,3-1 2 16,-5-1 0-16,5 0-1 15,-1 0-3-15,4-2 3 0,-2 1-7 16,-4-1 6-16,2-1 1 15,-2 0 0-15,1 0 0 16,-2 0-6-16,-2 0 5 16,5 0-2-16,-3 0 2 15,6 0-1-15,0 0 2 16,1 0 0-16,2 0 1 16,1 0-2-16,0 0 1 15,1 0 0-15,-1 0-3 16,0 0 4-16,1 0-1 15,-2 0 0-15,1 0 2 16,-1 0-8-16,0 2-7 16,1 3 13-16,0-3-4 0,2 0 5 15,2 1-2-15,1-1 1 16,-1-2 0-16,-2 3 4 16,-1-1-2-16,1-2-4 15,0 2 1-15,0-1 1 16,-2 1 3-16,2 1-3 15,1-1 0-15,-3 0-9 16,1 1 15-16,-4 1-6 16,2-1 0-16,-3-2 0 15,3 2-9-15,-2-2 9 16,2 1-14-16,-3 1 10 16,1 1 1-16,2-1-9 15,0 1 10-15,0-2 2 16,-2 1-11-16,5 0 10 0,-2 2 0 15,2-4 0-15,0 1 1 16,-2 0-1-16,1-1 0 16,0 1 2-16,0-2-4 15,2 0 3-15,0 0 0 16,-1 0 3-16,3 0-3 16,-2 0-1-16,0 0-5 15,2 0 9-15,1 0-5 16,1 0 2-16,1 0 0 15,4 0-1-15,-1 0 2 16,3 1 5-16,2-1-6 16,4 2-4-16,0-2 4 15,1 1 0-15,0 1-1 16,-4 1 1-16,1-3 5 16,1 2-4-16,3-2-1 0,4 0-5 15,1 2 5-15,0-2 0 16,-2 0 0-16,-1 0 6 15,-3 0-5-15,0 0-1 16,0 0 0-16,1 0 1 16,1 0-1-16,3 1 0 15,0-1 2-15,-1 0-2 16,1 0 2-16,2 0 10 16,1 0-12-16,3 0 0 15,-2 0 0-15,0-3 13 16,-3-2-10-16,0 3 0 0,0-1 5 15,-2 2-8-15,-1 1 3 16,-3-3 1-16,-7 1-4 16,-2 1 0-16,-4 1 2 15,3 0 2-15,-4 0-4 16,3-1-56-16,-4-5-48 16</inkml:trace>
  <inkml:trace contextRef="#ctx0" brushRef="#br0" timeOffset="14039.456">22700 7308 189 0,'0'0'257'0,"0"0"-255"0,0 0 158 16,-31-78-89-16,26 60-38 16,1 4 64-1,1 4-52-15,3 3-1 0,0 4 20 16,0 3-37-16,0 0-9 15,0 0-16-15,0 0 3 16,0 0-10-16,0 0-3 16,0 7-6-16,0 18 14 15,12 8 2-15,0 9 3 16,-1 1 3-16,-2 6-3 16,-1 1-5-16,-2-2 0 15,1-1 3-15,-2-4-5 16,-2-4 2-16,1-5 0 0,-1-4-1 15,0-7-29-15,-1-6 4 16,-1-4-33-16,1-5-60 16,-1-5 5-16,-1-3-144 15</inkml:trace>
  <inkml:trace contextRef="#ctx0" brushRef="#br0" timeOffset="14409.2">22902 6965 271 0,'0'0'181'0,"0"0"-180"16,0 0 64-16,102 72-61 15,-70-23 80-15,-1 11-45 16,-1 10-15-16,-2 9 38 16,-10 3-60-16,-8-1 18 15,-10-3 23-15,-8-3-28 16,-24-7 19-16,-4-7-8 16,-5-4-4-16,2-5 5 15,2-7-16-15,7-4 0 0,6-11-5 16,4-6 5-16,8-7-18 15,2-3 7-15,6-9-58 16,2-5-27-16,2 0-69 16,0-19-187-16</inkml:trace>
  <inkml:trace contextRef="#ctx0" brushRef="#br0" timeOffset="15088.948">23838 7265 630 0,'0'0'55'0,"0"0"-13"16,-81-29 40-16,62 22 3 15,9 2-7-15,1 1-55 0,6 4 53 16,3 0-53-16,0 0 5 16,0 0-28-16,0 0-1 15,6 0-1-15,26 0-15 16,22-1 17-16,25-11-1 15,15-5 7 1,0-2-2-16,-6 0-4 0,-10 3-12 16,-7 4 10-16,-2 3-25 15,-6 4-37-15,-11 1 24 16,-13 1-11-16,-14 3-14 16,-14 0-22-16,-11 0-193 15,-2 1 98-15</inkml:trace>
  <inkml:trace contextRef="#ctx0" brushRef="#br0" timeOffset="15381.161">24135 7078 569 0,'0'0'70'15,"0"0"8"-15,0 0-31 16,0 0 55-16,0 0-68 15,0 0-31-15,-21 44 11 16,18 12-10-16,2 15 10 16,-1 8 4-16,2 4-11 15,0-4 20-15,0-4-27 16,0-11 0-16,0-7 5 0,0-8 5 16,3-7-10-1,2-9 0-15,3-10-11 0,0-6 2 16,4-6-46-16,6-7-27 15,4-4-71-15,2-8-96 16</inkml:trace>
  <inkml:trace contextRef="#ctx0" brushRef="#br0" timeOffset="15779.133">24387 7471 570 0,'0'0'26'0,"0"0"-26"15,0 0 1-15,0 0 91 16,93 54-88-16,-64-19 17 16,-3 1-6-16,-2 2-5 15,-7-3 20-15,-5-5-28 16,-6-4 12-16,-3-6 27 15,-3-4-30-15,0-3 15 16,0-5 37-16,-3 0-42 16,-9-3 56-16,-1-3-40 15,1-2-11-15,1 0 35 16,1-7-51-16,4-15 15 0,5-9-25 16,1-7 5-16,6-7-16 15,18-5 11 1,2 2-15-16,4-2 9 0,4 2-69 15,2 7 14-15,2 7-19 16,0 11-36-16,-3 8-2 16,-4 12-145-16</inkml:trace>
  <inkml:trace contextRef="#ctx0" brushRef="#br0" timeOffset="16289.344">25098 7437 590 0,'0'0'154'0,"0"0"-93"16,-105-5 7-16,72 17-15 15,5 10 13-15,1 11-66 16,7 7 25-16,5 0-25 16,8 2 1-16,7-6 0 0,0-4-1 15,0-6 0 1,7-9-1-16,8-3 3 0,-1-5-5 16,3-9 3-16,2 0-40 15,1-6 22-15,3-16-14 16,-4-9 14-16,0-1 17 15,-2-3-9 1,-2 2 10-16,-1 4 0 0,-3 5-4 16,0 6 0-16,-1 7 8 15,-4 5 28-15,-2 5-17 16,4 1-15-16,2 1-9 16,2 18 9-16,2 4 17 15,-2 6 2-15,-3-1-16 16,-3-3 1-16,1-3 6 15,-4-7-5-15,-2-6-4 16,2-5-1-16,-1-4-34 0,-1 0-61 16,2-11-35-16,-1-15-165 15</inkml:trace>
  <inkml:trace contextRef="#ctx0" brushRef="#br0" timeOffset="16685.282">25297 7446 328 0,'0'0'67'16,"0"0"-6"-16,0 0 46 16,15 93-52-16,-15-69 28 15,0-2-24-15,0-8-39 0,0-3 10 16,0-6-12 0,0-2 8-16,0-3 12 0,0 0-24 15,0 0 28-15,0 0 25 16,0 0-53-16,-5-12-4 15,4-9-10-15,1-8-5 16,0-2-1-16,13 1-8 16,5 5 14-16,0 2 0 15,1 7-1-15,-5 2 0 16,1 8 1-16,-2 5-11 16,2 1 1-16,3 0 2 15,1 14 8-15,1 7 0 16,-7 4-1-16,-4 0 1 0,0 1 0 15,-5-5 2-15,-1-1-2 16,-1-6 3-16,-2-3-3 16,0-3-7-16,0-4-70 15,2-4-58-15,-1 0-130 16,4-3-216-16</inkml:trace>
  <inkml:trace contextRef="#ctx0" brushRef="#br0" timeOffset="17090.201">26002 7277 480 0,'0'0'163'0,"0"0"-95"16,0 0 58-16,0 0-42 15,0 0-46-15,-95 5-3 16,61 12-11-16,-1 2-10 15,3 2 22-15,6 0-36 16,10-1 0-16,7-2 0 16,7-1 3-16,2 0-6 15,6-2 3-15,14 2-16 16,10-3 12-16,2 3-19 16,1-4 23-16,-3 1-8 15,-6 0-2-15,-3-2 7 16,-8-1 2-16,-3 0-4 15,-5-4-2-15,-5 1 9 0,0 2-2 16,-10 1 39-16,-11-1-32 16,-6 5 16-16,-5-1-23 15,-2-2 4-15,0 2-5 16,1-3 1-16,8-3-23 16,5-2-52-16,10-6-98 15,4 0-156-15</inkml:trace>
  <inkml:trace contextRef="#ctx0" brushRef="#br0" timeOffset="17432.3">26176 7428 687 0,'0'0'2'0,"-19"103"58"16,15-45 16-16,4 2-32 15,0 2 14-15,9 1-57 16,12-6 16-16,0-2 11 16,1-4-20-16,-3-7 4 15,-2-5-12-15,-5-12 0 0,-6-4 5 16,-3-6-1-1,-3-7 0-15,0-3-2 0,0-7 5 16,-12 0-14-16,-5 0-31 16,-2-7-44-16,1-12 12 15,-1-9-86-15,4-7-115 16</inkml:trace>
  <inkml:trace contextRef="#ctx0" brushRef="#br0" timeOffset="17751.665">26270 7292 398 0,'0'0'54'0,"0"0"-34"0,0 0 50 16,96-7 17-16,-75 30-65 15,-3 9 15 1,-7 9-2-16,-7 5 28 0,-4 0-18 15,0-2-37-15,-18-5 7 16,-7-6 31-16,-5-7-41 16,-8-3 54-16,-1-7-52 15,-3-2 16-15,-2-8-9 16,4-3-4-16,6-3-10 16,7 0 0-16,9-11-20 15,6-6 14-15,11-5-83 16,1-3-1-16,6-2-12 0,16 0-47 15,3 1-107-15</inkml:trace>
  <inkml:trace contextRef="#ctx0" brushRef="#br0" timeOffset="18487.328">26642 7308 528 0,'0'0'90'16,"0"0"33"0,0 0-46-16,-92 42 8 0,72-9-42 15,8 8-35-15,2 2 7 16,9 2-5-16,1-4-7 15,0-5-3-15,1-7 4 16,11-7-5-16,-2-5 1 16,-1-9-5-16,-4-5 3 15,1-3-55-15,-3-2 30 16,-2-19 22-16,1-9 5 16,-1-6 1-16,1-7-1 15,4-7 8-15,7-1-15 0,5-1 7 16,7 11-3-1,2 5-11-15,1 12 6 0,-1 12-1 16,-1 7 9-16,1 5 0 16,0 13-5-16,-1 15 6 15,-2 8-1-15,-3 2 0 16,-6 2 0-16,-3-7 16 16,-3-8-16-16,-6-11 5 15,-3-5 11-15,0-6-3 16,0-3-3-16,-18 0 23 15,-5-9-25-15,1-17-3 16,1-8-5-16,12-7 1 16,6-8-8-16,3-7-22 15,8-9 6-15,17-13-19 16,6 0-64-16,7 6 30 0,-1 12 49 16,-4 19 27-1,-2 14-19-15,-8 11 54 0,-4 13-23 16,-2 3 20-16,-3 17-27 15,0 29 48-15,-1 26 3 16,-8 18-44-16,-5 7 53 16,1-3-51-16,2-10-7 15,2-13-7-15,-1-16 14 16,2-10-13-16,-3-15-1 16,0-10 1-16,-2-11 0 15,1-3-1-15,-1-6-33 16,1 0-67-16,-2-15-154 0</inkml:trace>
  <inkml:trace contextRef="#ctx0" brushRef="#br0" timeOffset="18724.858">27095 7285 749 0,'0'0'36'0,"0"0"-9"16,102-47 62-16,-33 24-74 16,17-4-4-16,13 0-11 15,3 3 1-15,-5 7-10 0,-13 3-7 16,-17 6-84-16,-19 3-53 16,-24 5-116-16</inkml:trace>
  <inkml:trace contextRef="#ctx0" brushRef="#br0" timeOffset="19723.877">28278 6779 593 0,'0'0'86'0,"0"0"-51"16,0 0 29-16,0 0 19 0,0 0-81 15,0 0 16-15,-16 130 69 16,1-53-50-16,-1 5-17 16,5-6-20-16,6-8 4 15,5-13 1-15,0-11 0 16,4-10-2-16,9-5 1 16,5-9 0-16,3-6-8 15,8-8-18-15,3-6-53 16,3 0 33-16,0-11-20 15,0-11-25-15,-3-5 31 16,1-2-3-16,-1-5 34 16,-4-3 1-16,-1-1 24 15,-8 3 0-15,-4 3 3 0,-9 5 25 16,-6 8 21-16,0 2 2 16,-4 8 44-16,-17 6-36 15,-6 3-38-15,-4 3 19 16,-2 18 7-16,0 8-31 15,2 5 15-15,4 0-21 16,9-5-8-16,3-5-2 16,9-9 7-16,6-6-18 15,0-4 13-15,0-3-2 16,8-2 9-16,6 0-9 16,0 0-10-16,0-11 9 15,-3 0 1-15,-3 3 8 16,-2 4-7-16,-4 0 0 15,-2 4 15-15,0 0-9 0,2 0-7 16,-1 0 0-16,5 2-2 16,3 7 2-16,5-1 9 15,1-3-5-15,4-3 6 16,2-2-2-16,8 0-16 16,2-13-67-16,-1-11-102 15,-8-7-37-15,-7-3-105 16</inkml:trace>
  <inkml:trace contextRef="#ctx0" brushRef="#br0" timeOffset="20123.05">28651 6981 604 0,'0'0'91'0,"0"0"-34"16,0 0-7-16,0 0-8 0,0 0 41 16,17 83-67-16,2-58 28 15,3-10-39-15,7-4 5 16,8-9 5-16,8-2-4 15,1-2-17-15,-2-14 6 16,-12-1-33-16,-9 0 31 16,-10 2 2-16,-7 5 0 15,-6 3 21-15,0 7-16 16,0 0 30-16,0 5-35 16,-2 27 7-16,-12 13-7 15,-3 13 34-15,4 2-26 16,7-1 10-16,4-4-17 15,2-7-1-15,0-10 0 0,0-10 4 16,0-8-4-16,0-11 0 16,0-2 3-16,0-3 2 15,-10 2 7-15,-17-1 13 16,-10 3-8-16,-9-4-9 16,2-3 15-16,6-1-20 15,8 0-3-15,7 0 0 16,5-3-80-16,8-12-47 15,0-11-132-15</inkml:trace>
  <inkml:trace contextRef="#ctx0" brushRef="#br0" timeOffset="20691.533">29114 7285 674 0,'0'0'66'0,"0"0"-17"16,0 0 74-16,74-93-73 15,-50 57-23-15,-1-7-7 16,-4 0-11-16,-7 4 34 16,-4 0-20-16,-5 11 5 15,-3 6 5-15,0 9-27 0,0 9 30 16,0 3-36-16,0 1 0 15,-2 9-4-15,-9 23 1 16,-1 16 3-16,1 7 10 16,8-8-5-16,3-10-10 15,3-16 2-15,16-11 3 16,8-6 9-16,3-4-9 16,2-10 3-16,4-18-14 15,-4-6-8-15,-6-9 18 16,-3 4-2-16,-8 2-5 15,1 6 2-15,-7 8 6 16,-3 9 0-16,0 10-1 16,0 4-6-16,4 3-9 15,4 26 2-15,2 10 13 16,3 3-13-16,-6-7 17 0,0-11-3 16,-3-13 0-16,-1-11 20 15,2-4-20-15,2-29 19 16,11-19-16-16,-1-5 44 15,2 0-42-15,2 5 3 16,-5 2 14-16,3-2-19 16,1-3-5-16,2 1 2 15,1 5-86-15,-3 6 4 16,-5 14-115-16,-12 7-237 16</inkml:trace>
  <inkml:trace contextRef="#ctx0" brushRef="#br0" timeOffset="28563.475">18328 2433 408 0,'0'0'35'0,"0"0"17"16,0 0-27-16,0 0 82 15,0 0-68-15,0 0 3 16,0 0-8-16,-46-10-30 15,45 10 34-15,-1 0-24 16,0 0-12-16,2 0 25 16,-1 0-25-16,1 0 9 15,0 0-11-15,0 0-9 16,-2 0 8-16,2 0 1 0,0 0-16 16,0 3 8-16,0 2 13 15,13 2-5-15,4 2 9 16,4-3-9-16,7 3 0 15,8-2 0-15,8-1-1 16,11 0-5-16,6-1 11 16,6-2-5-16,4 0 6 15,1-2-3-15,-2 1-6 16,3-1 1-16,-6 1 2 16,-1 1-6-16,-3 1 12 15,-3-1-6-15,1 1 0 16,3-1 0-16,3-1-2 15,4-2 2-15,-2 0 0 0,-2 0-8 16,-2-7 8-16,-4-2 0 16,-3 4-1-16,-6-2 7 15,-6 2-7-15,-6-1 1 16,-5 1 0-16,-2 1-5 16,-2-1 10-16,2 2-5 15,3-5 0-15,2 5 2 16,4-5-7-16,0 4 3 15,-1 1-21-15,0 1 16 16,-4 0-2-16,-4 2-3 16,-5 0 9-16,-5 0-61 15,-7 0 17-15,-4 4-71 16,0 3 13-16,-2-1 29 16</inkml:trace>
  <inkml:trace contextRef="#ctx0" brushRef="#br0" timeOffset="39831.043">5281 3923 390 0,'0'0'72'16,"0"0"-48"-16,0 0 112 15,0 0-51-15,0 0-61 16,0 0 10-16,0 0-22 16,0 0 14-16,-31 16 5 15,31-16-28-15,0 0 6 16,0 0-3-16,0 0-6 0,0 0 17 15,0 0-11-15,0 0-1 16,0 0-3-16,0 0 6 16,0 0-16-16,0 0 5 15,3 0 3-15,18-13 2 16,4-8-2-16,9-9 0 16,-1-3 9-16,0-1-2 15,3-3-8-15,-3 1 1 16,0-3 0-16,-2 5 3 15,0 1 1-15,1 2-4 0,-4 1 0 16,2 5-12 0,-8 5 11-16,-3 7-28 0,-5 5-32 15,-2 6 26-15,-2 0-52 16,-2 2-84-16,-4 0 56 16,-4 7-44-16</inkml:trace>
  <inkml:trace contextRef="#ctx0" brushRef="#br0" timeOffset="40094.498">5609 4092 682 0,'0'0'90'16,"0"0"-40"-16,0 0 6 16,0 0-26-16,0 0-13 15,51-96-17-15,3 35-8 16,9-4-2-16,-1 5-59 16,-2 5-12-16,-8 7-115 15,-3 7-211-15</inkml:trace>
  <inkml:trace contextRef="#ctx0" brushRef="#br0" timeOffset="48896.69">22527 8843 214 0,'0'0'262'16,"0"0"-262"-16,0 0 113 15,0 0-8-15,0 0-39 16,0 0-24-16,0 0 6 16,-15-32-29-16,13 29 47 0,-2-1-26 15,1-1-11-15,0 3 17 16,2-1-12-16,1 3 1 16,0 0-5-16,0 0-29 15,0 0-2-15,0 0-9 16,0 0-26-16,0 8 34 15,-2 15-8-15,1 10 10 16,-1 9 14-16,1-3-2 16,-1-2-18-16,2-3 6 15,-1-1 0-15,-1-1-4 0,1-1 6 16,-2-6-2 0,1-2 8-16,2-3 0 15,0-5-14-15,0-3 6 16,0-2-64-16,0-6 12 0,11-4-48 15,2 0 25-15,6-7 1 16,1-13-115-16,-2-8-67 16</inkml:trace>
  <inkml:trace contextRef="#ctx0" brushRef="#br0" timeOffset="49184.919">22725 8765 494 0,'0'0'133'0,"0"0"-91"16,0 0-19-16,0 0 40 15,0 0-31 1,0 0 6-16,28 98 7 16,-20-60-35-16,-2-3 15 0,0 1-25 15,2-5 11-15,-1-5-8 16,-4-2-3-16,0-7 1 15,-2-5 4-15,-1-2-3 16,2-6-2-16,-2-1 0 16,0-3-25-16,0 0-7 15,0 0-20-15,0-10-71 16,0-14-212-16</inkml:trace>
  <inkml:trace contextRef="#ctx0" brushRef="#br0" timeOffset="49450.238">22935 8497 499 0,'0'0'118'0,"0"0"-73"16,105-12 5-16,-63 28-1 16,-1 23 15-16,-5 17-35 15,-6 14 42-15,-9 12-49 16,-17-2-7-16,-4 5 39 15,-19-4-39-15,-21-3 5 0,-17-1 7 16,-10 1-19 0,-9-2-5-16,-2-4-3 0,1-8 10 15,2-14-24-15,2-8-26 16,2-12-95-16,-4-10-71 16,-4-13-267-16</inkml:trace>
  <inkml:trace contextRef="#ctx0" brushRef="#br0" timeOffset="61118.896">26029 8378 669 0,'0'0'56'0,"0"0"-27"16,0 0 12-16,0 0-24 15,-55 79-17-15,55-61 0 0,10-6 1 16,11-5-1-16,0-7-21 15,-1 0 4-15,-1-5-34 16,-9-11 50-16,-7 2-4 16,-3-1 5-16,0 2 18 15,-7 2 0-15,-6 1 9 16,1 6 28-16,-2 3-54 16,-2 1 13-16,1 0-14 15,1 17-26-15,8 5-23 0,5 4-95 16,1 1-291-1</inkml:trace>
  <inkml:trace contextRef="#ctx0" brushRef="#br0" timeOffset="71920.573">14763 5008 435 0,'0'0'4'0,"0"0"2"16,0 0 12-16,0 0 77 16,0 0 5-16,0 0-94 15,0 0-6-15,-1-2 3 16,1 2-1-16,0 0-4 0,0 0-23 16,0 0 3-16,4 0 22 15,7 0-6-15,-1 0 6 16,5 0 42-16,5 0-42 15,3 3 0-15,6 1 24 16,5 0-16-16,6-1 22 16,2 0-17-16,0 2-2 15,1-1 18-15,0 0-29 16,1 0 20-16,2-2-20 16,3 1 0-16,-1 0 19 15,2-3-18-15,5 0 2 16,4 0 11-16,2 0-4 0,3 0-12 15,-3 0 2 1,0 0 0-16,-3 0-7 0,2 0 13 16,0 0-6-16,1 0 2 15,1 0 9-15,-2 0-13 16,0 0 2-16,-6 0 0 16,-2 0-4-16,-3 0 7 15,-6 3-3-15,0 5 0 16,-1 0 8-16,-1 0-8 15,0 1 0-15,-3-1 0 16,-2-1-11-16,1 1 20 16,-3-3-9-16,5-1 0 0,-3 1 10 15,1-1-19-15,0-1 9 16,3 0 0-16,1-2-5 16,-2-1 5-16,1 2 0 15,-4-1 7-15,-1-1-7 16,0 3 0-16,-4 0-2 15,2-3 2-15,-2 5-5 16,1-2 5-16,2 1 0 16,-1-2 0-16,2 5 5 15,-2-3-5-15,0 0 0 16,-2-1 1-16,-1-1-3 0,0 2 2 16,0-4 0-1,-2 3 0-15,2-1 4 0,-2-2-5 16,-2 0 1-16,-2 0 0 15,-3 0 1 1,-2 0-1-16,0 0 0 0,1 0-7 16,-1 0 7-16,1 0 0 15,-3 0-1 1,-2 0 6-16,-1 0-10 0,-4 0 9 16,-2 0-4-16,-2 0 0 15,-1 0-3-15,-2 0 3 16,0 0 0-16,-1 0 6 15,-1 0-6-15,1 0 0 16,0 0 0-16,-1 0-1 16,2 0 1-16,0 0 0 15,2 0-3-15,0 0 10 0,1 0-12 16,2 0 5-16,-1 0 0 16,5 0-4-16,0 0 6 15,0 0-2-15,1 0 0 16,0 0 7-16,0 0-11 15,-1 0 4-15,1 0 0 16,-1 0-9-16,0-2 11 16,0-1-4-16,-1 3-5 15,-5 0 5-15,1 0-8 16,-3 0 10-16,5 0 0 16,-1 0 4-16,-1 0-4 15,4-2 0-15,-5 2-8 16,1 0 13-16,2-2-9 0,-2 2 4 15,1 0 0-15,0-1-1 16,0 1 4-16,-2 0-3 16,2 0 0-16,-1-1 6 15,3-1-11-15,-3 2 5 16,-1-1 0-16,0-1-1 16,-2 1-1-16,2 1 2 15,-3 0 0-15,-2 0 7 16,1 0-10-16,1-1 3 15,0 1 0-15,0 0-2 16,-2-1 3-16,3 1-1 16,-1 0 0-16,1-2 5 15,2 2-9-15,-2-1 4 16,-1-3-1-16,0 3 0 0,-3-1 2 16,2 1 1-16,-2 1-2 15,1-1 7-15,-1 1-16 16,0-1 9-16,2-1 0 15,1 1-5-15,0-3 9 16,4-3-4-16,-1 4 0 16,-3-3 5-16,2-2-6 15,-2 3 1-15,0 0 0 16,0-2-1-16,-2 5 8 16,1-2-6-16,-1 1-1 15,2-2-1-15,-2-1-3 0,2 0 4 16,0 3 0-16,2-5-3 15,-2 2 6-15,0 1-3 16,0-5 0 0,2 3 5-16,0 0-10 0,0-3 5 15,-1 3 0-15,1 0 0 16,-1-1 0-16,1 0 0 16,3-1 7-16,0-1-7 15,0-1-1-15,1 2-4 16,-1 1 5-16,1-1-4 15,4-2 4-15,0 2 0 16,-1-3 0-16,-1 4 4 16,-1 3-5-16,-3 0 1 0,2 0 0 15,-2 2 1 1,-2 2-1-16,-2-1 0 16,-3 2-5-16,1 0 9 0,-1-1-8 15,0-1 4-15,0 2 0 16,0 0-6-16,0 0 8 15,0 0-4-15,0 0-5 16,0 0-54-16,0 0 10 16,0 0-121-16,0 2 56 15,0 8 49-15</inkml:trace>
  <inkml:trace contextRef="#ctx0" brushRef="#br0" timeOffset="74266.031">18389 4956 366 0,'0'0'67'0,"0"0"-50"15,0 0-22-15,0 0 14 16,0 0 30-16,0 0-17 16,27 20-13-16,-7-15 22 15,5 0 21-15,3-3-27 0,4-2 47 16,-1 0-55-16,-3 0-17 16,1 0 0-16,-3 0 12 15,1-2 2-15,0-3-8 16,-4-2-2-16,-3 0 11 15,-3 1-3-15,-8 2-12 16,-5 0 0-16,2-4 4 16,3-4 28-16,1-4-26 15,3-2 6-15,-5 3 10 16,0 2-9-16,-1 0-13 16,-2-1 8-16,4-2 5 15,0-2-2-15,0 1-11 16,0 2 0-16,-1 0 7 15,-2 1 14-15,1 0-17 16,-3-1-4-16,-1 0 8 0,0 5 4 16,-3-3-5-16,3 5 9 15,-3-3-7-15,0 2 4 16,0-2-13-16,0 1 2 16,0 1 15-16,-7-2 1 15,-1-1-11-15,-1 1-3 16,-1 1-4-16,1 0 1 15,0-3-1-15,-3 4 0 16,1-3 7-16,1 4-10 0,-2-2 3 16,2 1 0-16,-1 3 3 15,-1-5 5 1,2 3-8-16,1-1 0 0,-3 1-1 16,0 0-2-1,-1-1 3-15,-1 0 0 0,-2-1-2 16,1 1 14-16,-5-2-12 15,2 3 0-15,-2-3-1 16,-3 2-10-16,1-1 12 16,-2 1-1-16,2 1 1 15,-2 2-1-15,4-2 0 16,-1 4-4-16,1-2 5 16,1-1-3-16,-1 3 2 0,-1-1 0 15,-3-3-1 1,-3 2-2-16,0 0 3 0,-3 1-1 15,-4-2 3-15,-1 2-11 16,-3-2 9-16,-1 2 0 16,2 0-1-16,0 1 1 15,4 1 0-15,5 1-1 16,4-1 3-16,1 0-13 16,1 2 11-16,4-2 0 15,-4 1 6-15,-1-1-6 16,0 0 0-16,0 1 0 15,-4-1 0-15,-1 2 0 16,-4-1 0-16,0 1 3 16,-4 1-13-16,0 0 17 15,0-2-7-15,-3 2 0 0,-3 0 1 16,0-3-8-16,-3 3 7 16,-3 0 0-16,-2-3-5 15,-5 2 11-15,0 1-12 16,0 0 6-16,0 0-5 15,2 0 3-15,2-1-5 16,-3 0 6-16,0-4-5 16,-2 2 6-16,2 0-2 15,3-4 1-15,4 3-9 16,-1 0 2-16,-4 2 7 16,-5 0-34-16,0 2 31 15,2 0 2-15,4 0 2 16,2 0 0-16,0 0-5 15,0 0 5-15,-2 0-12 0,1 0 6 16,1 0-1-16,-1 0 14 16,2 0-3-16,0 0-4 15,3 0-2-15,1 0 0 16,-1-2-3-16,-1 1 4 16,-1-1-14-16,-2-1 15 15,2 1 0-15,2 1-2 16,1-2 6-16,4 3-8 15,3 0 4-15,4 0-1 16,2 0-5-16,-2 0 7 16,5 0-1-16,-2 0 0 15,0 0 4-15,-1 0-8 16,-1 0 2-16,1 0 2 0,1 0-2 16,-1 2 2-1,0 0 0-15,-1 1 0 0,-1-1 0 16,0 1-1-16,0-1-7 15,0 1 5-15,1-2-3 16,3-1 6-16,0 2 0 16,2-2 9-16,3 2-9 15,-1 0-5-15,1 2 5 16,3-3-2-16,3 3 0 16,2-1 2-16,4 0 0 15,0 2 2-15,0 1 5 16,2-1-14-16,2 2 4 0,-2 2-6 15,1-1 9 1,1 0 0-16,-3 2 5 0,3 1-10 16,-1 1 14-16,-3 2-11 15,0 2 2-15,-4-1 0 16,4 1-3-16,-2-2 3 16,1-1 0-16,2 0 4 15,1 0 0-15,1-4-7 16,3 2 3-16,-1 0 0 15,2-1-11-15,-2-2 20 16,2-1-9-16,2 0 0 16,-1 3-2-16,1-2 1 15,-2 3-3-15,-2 1 4 0,1-3-2 16,2 2 3-16,-1-2-1 16,2 1 0-16,3-1 4 15,0 1-5-15,0 3 1 16,-2 0 0-16,1 5-6 15,-2-1 11-15,0-2-5 16,0 1 0-16,2-1 12 16,1-1-16-16,-2 3 4 15,2-1-7-15,0 2 7 16,0 1 0-16,0-2 2 16,0 0-10-16,0-2 22 15,6 2-15-15,-2 0 1 16,1-3-2-16,-2-2-7 0,2-2 9 15,-1-1 0-15,-1 3-7 16,4-2 12-16,-1-1-6 16,-1 2 1-16,-1-3 0 15,2 1-1-15,1 0 1 16,3-1 0-16,-1 1-3 16,0-1 3-16,2 1 0 15,0-1 0-15,2-1-1 16,1 2-2-16,-2-1 3 15,3 0 0-15,-2 0-4 16,2 1 10-16,-1-1-6 16,2-1 0-16,-1 0 2 15,1 1-10-15,2-4 8 16,2 4 0-16,0-3 1 0,1-2 2 16,3-2-3-16,0 1 0 15,1-2 6-15,-1 0-6 16,-3 0 0-16,0 0 0 15,-3 0-1-15,-3 0 8 16,1 0-7-16,-2 0 0 16,0 0 4-16,-2 0-11 15,1 0 7-15,1 0 0 16,1 0-4-16,3 0 5 16,3 0-1-16,0-3 0 0,3 0 10 15,3 1-12 1,2-1 2-16,7-2-22 0,3 2 16 15,4 2-71 1,-1-2-70-16,0-1-63 0</inkml:trace>
  <inkml:trace contextRef="#ctx0" brushRef="#br0" timeOffset="76145.387">23010 10692 288 0,'0'0'18'15,"0"0"19"-15,0 0-22 16,0 0 64-16,0 0-48 15,0 0-16-15,0 0 51 16,-24-69 36-16,17 57-95 16,-2 1 25-16,0 1-8 15,0 0 15-15,3 0 4 16,0 3-22-16,-1 0 27 16,4 2-31-16,-2 0-9 15,4 2 38-15,-1 2-1 16,1 1-23-16,1 0-3 0,0 0-19 15,0 0-6-15,0 17 4 16,0 11-3-16,0 8 3 16,0 1 2-16,0-3 0 15,0 2 2-15,0-2-2 16,0 2 0-16,1-3-3 16,2-2 7-16,3-6-4 15,1-4 0-15,1-1 2 16,0-4-5-16,-1-4-75 15,3-2-1-15,-2-3-20 16,-1-7-168-16,-2 0 106 16</inkml:trace>
  <inkml:trace contextRef="#ctx0" brushRef="#br0" timeOffset="76467.723">23149 10546 487 0,'0'0'191'0,"0"0"-121"15,0 0-40-15,0 0 25 16,0 0-55-16,0 0 11 16,12 19-11-16,-3 8 15 15,-3 4-9-15,1-2 22 0,-4 3-24 16,-1-5 2-16,-1 0-3 15,2 2 10-15,0-3-13 16,-1-2 0-16,-1-2 0 16,-1-6 0-16,0-2 3 15,2-3-3-15,-1-2 0 16,2-4-32-16,1 0-19 16,1-3-56-16,-1-2-96 15,1 0 53-15</inkml:trace>
  <inkml:trace contextRef="#ctx0" brushRef="#br0" timeOffset="76758.443">23315 10558 417 0,'0'0'102'15,"0"0"4"-15,0 0-53 16,0 0-30-16,0 0-16 15,0 0 17-15,34 22 15 16,-22-1-35-16,-3-3 22 16,-2 3-22-16,-1-1 4 15,1-1 4-15,-1-4-1 16,-1-2-10-16,1-2-1 16,-1-5-2-16,-2 0-9 15,0 2-2-15,4-2-15 16,-3 1-11-16,1 2-42 0,-2-2-93 15,-3 1 77-15,0-1-116 16</inkml:trace>
  <inkml:trace contextRef="#ctx0" brushRef="#br0" timeOffset="77207.243">23470 10260 325 0,'0'0'209'0,"0"0"-189"15,0 0 26-15,98-6 33 16,-61 37-43-16,1 17 22 16,-4 20-31-16,-9 14 9 15,-8 10 8-15,-12 2-43 0,-5 1 18 16,-13-6-14-1,-20-3 2-15,-12-7 31 16,-10-9-19-16,-6-7-1 0,0-8 9 16,1-12-23-16,4-7-4 15,2-8 0-15,4-11 3 16,5-12-19-16,7-5-46 16,4 0-54-16,7-25-132 15</inkml:trace>
  <inkml:trace contextRef="#ctx0" brushRef="#br0" timeOffset="80108.883">24545 10178 436 0,'0'0'166'16,"0"0"-82"-16,0 0-37 16,0 0-47-16,0 0 38 15,0 0-28-15,0 113 36 16,0-60-17-16,0 4 12 15,0-1-36-15,0-5 22 16,1-4-27-16,4-8 13 16,-2-5-9-16,2-5-4 15,-2-5 8-15,0-4-15 16,0-7 16-16,-2-1-9 16,1-3 0-16,-2-6-46 15,0 0 7-15,0-3-53 0,0 0 5 16,-11-9-182-1</inkml:trace>
  <inkml:trace contextRef="#ctx0" brushRef="#br0" timeOffset="80466.929">24336 10251 396 0,'0'0'99'0,"0"0"-27"15,38-91-11-15,0 58 0 16,10 4-38-16,1 2 2 0,5 7-23 16,-3 7-2-16,-2 8 9 15,-3 5-9-15,-5 5 0 16,-7 17 0-16,-10 10 5 16,-10 3-5-16,-12 3 4 15,-2-2 1-15,-10-2 17 16,-16-1-8-16,-9-2 7 15,-3 0 12-15,-1-4-21 16,0-6 10-16,2-2 2 16,8-6-17-16,6-6 13 15,5-5-18-15,8-2-2 16,-1 0 4-16,7 0-4 16,2-4-27-16,2-10-84 15,0 2-216-15</inkml:trace>
  <inkml:trace contextRef="#ctx0" brushRef="#br0" timeOffset="80888.79">24740 10476 679 0,'0'0'53'0,"0"0"-36"16,0 0-17-16,84-17 8 16,-47 17-2-16,1 5 14 15,-1 15-20-15,-3 4 5 16,-8 2 4-16,-6-1-8 15,-6-2 11-15,-8-3-12 16,-6-1 3-16,0-5 38 16,0-2-17-16,-5-5 18 15,-10-4 20-15,-1-3-32 16,-3 0 13-16,-1-8-23 16,7-12-14-16,5-8 11 15,8-10-15-15,0-6-2 0,11-6 0 16,16 3-47-1,2 3-23-15,6 12-22 0,-7 11-89 16,-7 12-169-16</inkml:trace>
  <inkml:trace contextRef="#ctx0" brushRef="#br0" timeOffset="81267.778">25224 10637 463 0,'0'0'151'0,"0"0"-94"0,0 0-19 15,40-95 33-15,-27 65-70 16,-2-2 11-16,0-4 5 16,-3-3-5-16,-2 3-7 15,-3 3 39-15,-3 8-42 16,0 11 56-16,0 5-2 15,-3 6-23-15,-3 3 32 16,-2 0-31-16,-2 0-17 16,-2 25-17-16,-2 8-19 15,1 10 15-15,3 1 4 16,9-5-2-16,1-10-6 16,0-8 10-16,4-6-2 15,11-7 4-15,9-5 2 16,7-3-12-16,5-6-38 0,1-14-71 15,-1-9 11-15,-3-1-89 16,-8-2-103-16</inkml:trace>
  <inkml:trace contextRef="#ctx0" brushRef="#br0" timeOffset="81656.29">25582 10206 345 0,'0'0'184'0,"0"0"-19"15,0 0-74-15,0 0 42 16,0 0-81-16,0 0-41 15,-40-33 23-15,20 56-22 16,-2 8-12-16,4 7 0 16,9-1-2-16,9-1-5 15,0-5 7-15,6 0 0 16,16-4-3-16,5-5 4 0,4-4-2 16,2-4-8-16,-1-2-57 15,-6 0 47-15,-8 2-11 16,-9-4 25-16,-9 3-9 15,0-2 19-15,-10 4-5 16,-19-1 39-16,-5 1-31 16,-2-2 20-16,5-4-24 15,3 1 6-15,7-2 17 16,6-6-18-16,4 2-9 16,8-4 16-16,3 0-16 15,0 0-8-15,2-5-72 0,14-5-34 16,8-1 61-16,1 3-57 15,-2 0-76 1,-4 4 117-16,-2 0-12 0,-7 3 15 16,2 1-112-16</inkml:trace>
  <inkml:trace contextRef="#ctx0" brushRef="#br0" timeOffset="82477.641">25746 10585 665 0,'0'0'68'0,"0"0"-63"16,0 0 84-16,0 0-44 16,82-87-14-16,-52 53-31 0,-1-5 4 15,-2 0-5 1,-6 0 1-16,-6 8 0 0,-10 2 19 15,-5 5-15-15,0 4-4 16,-13 4 23-16,-7 7-18 16,-4 4 35-16,-1 5-33 15,4 0-1-15,-2 3 15 16,3 17-13-16,3 9-8 16,2 11 0-16,6 3-2 15,9 5-4-15,0-8 6 16,3-3 0-16,15-8-3 15,6-12 9-15,7-8-12 16,6-9 6-16,7 0-96 16,3-23 32-16,-3-8-80 0,-5-7-85 15,-12-1 84-15,-8-1-167 16,-9 5 274-16,-4 7 38 16,-3 9 258-16,-3 9-109 15,3 6 6-15,-3 4-51 16,1 0-32-16,1 0-72 15,1 13 0-15,0 10 15 16,0 4-12-16,-3-3 32 16,0 2-28-16,0-9-7 15,0-5 28-15,0-4-20 16,0-6-3-16,0-2 15 16,-1 0-19-16,-6-12 50 15,0-9-51-15,7-9 0 16,0-1-11-16,7 2-7 15,13 2 18-15,4 5-2 0,1 8 0 16,-1 8-5-16,-3 3 7 16,0 3-3-16,0 3-5 15,-3 13-2-15,-3 3 10 16,-5 3 5-16,-5-1 5 16,0 1-10-16,-5-4 0 15,0-2-28-15,0-5-63 16,-4-5-173-16</inkml:trace>
  <inkml:trace contextRef="#ctx0" brushRef="#br0" timeOffset="82834.601">26494 9801 696 0,'0'0'120'0,"0"0"-73"16,0 0-24-16,0 0-15 0,0 0-6 15,17 91 11-15,-4-35 2 16,-2 7 31-16,1-2-38 15,-3 4 1-15,0-1-4 16,-2-4-4-16,0 0 14 16,-4-9-14-16,-1-5 8 15,-2-9-9-15,0-16-11 16,0-4-56-16,0-12-105 16,-12-5-217-16</inkml:trace>
  <inkml:trace contextRef="#ctx0" brushRef="#br0" timeOffset="83414.156">26474 10246 403 0,'0'0'37'16,"0"0"-25"-16,89-31-3 15,-47 18 18-15,9 1-23 16,7 0 9-16,3-1-5 16,0 5-3-16,-6 2-5 15,-11 4-10-15,-11 2 3 16,-13 0-16-16,-9 0-10 16,-11 0 33-16,0 0-24 15,-5 0 24-15,-14 0 28 0,-4 0-25 16,0 0 70-1,-1 0 33-15,4 0-53 0,3 0 25 16,3 0-23-16,2 0-8 16,0 0 15-16,-1 7-61 15,-5 8 42-15,-1 4-32 16,0 1-7-16,3 3 44 16,4 0-41-16,3-2-4 15,5-6 0-15,2-5 2 16,2-2-5-16,0-4 0 15,3 0-22-15,15-4 15 16,7 0-33-16,2-8 11 16,-6-8 24-16,-3 4-33 15,-7 5 35-15,-5 2 3 0,-2 3 0 16,-3 2 25 0,1 0-19-16,4 0-5 0,5 4 20 15,5 6-12-15,0 2-8 16,4-4-1-16,-7 0 10 15,3-4-8-15,0-4-2 16,1 0-26-16,4 0-18 16,-4-22-190-16,-1-2-120 15</inkml:trace>
  <inkml:trace contextRef="#ctx0" brushRef="#br0" timeOffset="83639.556">27094 9832 56 0,'0'0'572'0,"0"0"-473"16,0 0 26-16,0 0-78 16,0 0-35-16,0 0-12 15,20 51 0-15,-10 0 6 16,-3 4 7-16,1 4 8 16,1-1-8-16,1-8 4 15,-1-5-19-15,0-9 2 16,1-8-2-16,-3-6-19 15,-3-8-67-15,-2-8-115 16,-2-6-151-16</inkml:trace>
  <inkml:trace contextRef="#ctx0" brushRef="#br0" timeOffset="83960.212">27042 10216 542 0,'0'0'88'0,"0"0"-56"16,0 0 25-16,0 0-23 15,103-62 11-15,-58 45-37 16,-1 2-2-16,-2 3 17 16,-3 3-20-16,-6 4-5 15,-3 5 2-15,-2 0 0 16,-3 2 4-16,-2 13 8 0,-4 4-12 15,-3 1 12-15,-4 2 3 16,-3-1-8-16,2-1-7 16,-7-3 21-16,-1-1 0 15,-3-4-21-15,0-2 1 16,0 0 1-16,0-5-2 16,-1-5-91-16,-9 0-161 15</inkml:trace>
  <inkml:trace contextRef="#ctx0" brushRef="#br0" timeOffset="84135.696">27340 9939 629 0,'0'0'109'0,"0"0"-109"16,0 0 7-16,0 0-19 15,0 0-12-15,0 0-238 16</inkml:trace>
  <inkml:trace contextRef="#ctx0" brushRef="#br0" timeOffset="84724.045">27879 10009 665 0,'0'0'77'16,"0"0"-73"-16,0 0 75 16,-106 78-20-16,81-40 24 15,5-2-59-15,7-2-10 16,7-3 3-16,6-6-15 15,0-5-2-15,0-6 0 16,13-7 10-16,5-2-16 16,4-5 6-16,-1 0 0 0,0-10-7 15,-3-9-31 1,-3-5 38-16,-4-2 0 0,-1-4-16 16,-1-1 13-16,-2 4 5 15,2 3-2-15,-3 5 4 16,0 11-1-16,-3 4-3 15,3 4 0-15,4 0-2 16,1 6-8-16,3 11 10 16,0 7 0-16,-2 0-5 15,-1-1 6-15,-2-4-1 16,-3-6 0-16,-3-8-4 16,-2-1 3-16,1-4 1 15,-1 0 0-15,5-17 25 0,3-10-19 16,3-4-6-1,6-3 1-15,-3 4 4 0,3 6-8 16,-3 8 9-16,1 5 14 16,-2 8 21-16,5 3-41 15,3 0 0-15,2 16 1 16,-1 2 16-16,-1 3-26 16,-5 3 9-16,-3 0-6 15,-5 0-31-15,-6-4-189 16</inkml:trace>
  <inkml:trace contextRef="#ctx0" brushRef="#br0" timeOffset="92447.957">13688 5813 613 0,'0'0'31'0,"0"0"-11"15,0 0-14-15,0 0 66 16,0 0-59-16,0 0 0 16,0 0-24-16,1-4 11 15,5 4 0-15,6 0-2 16,5 4 10-16,2 2-13 16,1-2 5-16,2 1 0 15,3-1-3-15,3-1 8 16,4 1-5-16,5-1 0 15,2 0 9-15,3-1-10 0,-4 1 1 16,1 1 0-16,3-1 7 16,0 1-4-1,5 1-3-15,1-2 0 16,4-1 1-16,2-1-4 0,-1-1 3 16,-3 0 0-1,1 0-3-15,-3 0 5 0,-1 0-2 16,0 0 0-16,-3 0 8 15,-3 0-8-15,-3 0 0 16,-4 0 1-16,1 0-9 16,-2 0 9-16,-2 0-1 15,-4 2 0-15,-4 2 6 16,-3 1-8-16,-1 3 2 16,0-4 0-16,0 1-5 15,0 5 8-15,-1-5-3 0,0 4 0 16,-1-1 5-16,-1 1-5 15,3-1 0-15,2 1 1 16,3-4-7-16,4-2 6 16,2-3 0-16,3 0 1 15,-3 0 0-15,1-5-1 16,0 0 0-16,1 0 6 16,-1 4-10-16,-1 1 4 15,-2 0 0-15,-1 0-5 16,0 0 13-16,-6 0-14 15,-3 3 6-15,-2 2 0 16,-1-2-4-16,3 2 12 0,-2-3-8 16,4 1 0-16,-3-3 3 15,2 0-3-15,1 0 0 16,6 0 0-16,0-8-6 16,2-4 6-16,5 2 0 15,-1 0-2-15,-2 3-8 16,-5 0 9-16,-1 7 1 15,-3 0 0-15,-2 0-11 16,1 0 11-16,-1 0 0 16,-1 3-5-16,-2 5 7 15,-2 3-6-15,2 0 1 16,-1 0 3-16,2-1-3 16,0 0 7-16,0-3-4 15,4 0 0-15,5-7 8 16,6 0-18-16,5 0 3 0,5-14-11 15,1-3 15-15,-2 2-30 16,-6 2 33-16,-3 6-15 16,-5 3 14-16,-5 3-15 15,-4 1 7-15,-2 0-24 16,0 3 31-16,0 7 1 16,0 6 1-16,0-1-7 15,1 3 16-15,-1 0-15 16,3 0 6-16,4 2 0 15,4-2-15-15,5-3 23 16,3-1-8-16,5-7 6 16,-1-2 22-16,3-2-28 15,-4-3 0-15,0 0 3 16,-4 0 18-16,-1 0-21 0,-3-1 0 16,-2-3 2-16,2 1-2 15,-2 0-2-15,-1 0 2 16,-2-3-4-16,-1 1 3 15,-1 2 2-15,1-3 5 16,4-1-5-16,0-3 4 16,2-1-6-16,1-2 1 15,1 0-19-15,-2 1 17 16,-2 0-17-16,-3 4 19 16,-3 2-5-16,-5 3 5 15,-1 3-4-15,-2 0 4 16,-1 0 0-16,1 12-2 15,-1-2 8-15,5 0 1 0,0 1 41 16,-3 0-43 0,3-2-10-16,-2-1-2 0,5-1 7 15,0 0 6-15,0-2 1 16,1-3-7-16,0-2 2 16,1 0 7-16,1 0-10 15,3 0 1-15,-2-4-2 16,2-2-2-16,-2 2 4 15,2 4 0-15,3 0-3 16,0 0 8-16,-1 0-5 0,3 3 0 16,-3 1 0-16,4 3 12 15,0-4-7-15,0 2-3 16,1-4 3-16,2-1 2 16,0 0-14-16,3 0 3 15,0-1 4-15,-1-7 6 16,1-2-6-16,-3 3 0 15,-5-2-3-15,0 4 8 16,-4 0-7-16,-4 2 2 16,-4 0-9-16,-1 3 0 15,-6 0 6-15,0 0 3 16,0 0 3-16,0 0-1 16,3 0-2-16,0 0 0 0,-1 0 0 15,0 4 2 1,2 0-2-16,-1-1 0 0,2-1-2 15,1-2 9-15,4 0-12 16,3 0 5-16,4 0 0 16,2 0-6-16,2-2 10 15,0-1-4-15,-2-1 10 16,0 3-7-16,-2-1 1 16,-4 1-4-16,2-2 0 15,-6 1 18-15,1-1-18 16,0-2 8-16,-3 2-7 15,-3 1 0-15,-4 1-2 16,-2 1 1-16,-5 0 0 16,-2 0 0-16,-3 0 0 15,0-2 0-15,0 2-2 0,3 0 10 16,0 0-13-16,1 0 5 16,6 0 0-16,1 0-1 15,1 0 2-15,3 0-1 16,-2 0 0-16,2 0 0 15,3 0 0-15,0 0 0 16,1 0 0-16,-1 0-10 16,0 0 20-16,-1 0-9 15,-1 0-1-15,-2 2 2 16,3 1-5-16,1 5-5 16,3-1 8-16,1 0-4 15,1-2 14-15,-4-2-10 16,4-1 0-16,0-2 3 15,1 0-4-15,-1 0 1 0,-2 0 0 16,-2-5-2-16,-3 0 5 16,2-1-3-16,0 1 0 15,2-3 7-15,-1 2-9 16,0-5 2-16,4 3 0 16,-3-1-3-16,-1 2 5 15,-2 3-2-15,-3 3 0 16,-4-1 1-16,-2 1-1 15,-1 1 0-15,-2-2 0 16,2 2-5-16,-3 0 6 0,-1 0-1 16,0 0 13-16,2 0-12 15,-2 0-2 1,2 0-1-16,2 0 2 0,0 0 23 16,2 0-21-16,0 0 16 15,5 0 7-15,-2 0-11 16,4 0-4-16,1 0-10 15,-3 0 0-15,-3 0 17 16,-2 0-15-16,-2 0-1 16,1 0 1-16,-2 0 3 15,3 0-5-15,2 0 0 16,3 0-29-16,-1-8-83 16,-5-4-570-16</inkml:trace>
  <inkml:trace contextRef="#ctx0" brushRef="#br0" timeOffset="95016.354">21917 6171 271 0,'0'0'161'16,"0"0"-147"-16,0 0 19 16,0 0 53-16,0 0-2 15,0 0-11-15,-90-43-8 16,83 39-15-16,-1 0-32 16,0 0-16-16,2 1 25 0,3 3-12 15,-2 0-14-15,5 0 14 16,0 0-15-16,0 0 0 15,0 0-2-15,0 0-8 16,0 0 10-16,6 3-10 16,15 6 10-16,9 1 0 15,6-2 9-15,7 0-8 16,6-2-1-16,3-1 7 16,4-1-15-16,9 1 4 15,5-2 4-15,5 1-6 16,5-3 10-16,1 1-4 15,-3-1 0-15,-3 2 1 16,-1 0-6-16,-2 5 5 16,-4 0 0-16,-3 1-2 15,0-1 3-15,-3 0-1 0,-1 1 0 16,2-1-8-16,-2 0 7 16,2-1 1-16,-3-2-1 15,-2 0-10-15,0-2 7 16,2 1 4-16,-2 0 0 15,1-1-10-15,-4 0 5 16,-2-3-2-16,-1 0-21 16,-3 0 25-16,1 0 3 15,-3 0 0-15,-2 0-2 16,-2 0-12-16,-4 0 6 0,0 0-17 16,-2 0 25-1,0 0 7-15,1 0-7 16,1 0 0-16,5 0 2 0,1 0-2 15,3 0 0-15,-2 0-1 16,-3 0 5-16,-4 0-15 16,0 0 15-16,-5 0-4 15,-3 0 2-15,-1 0 4 16,0 0-8-16,3 0 2 16,-1-3 0-16,1-2-4 15,2 2 6-15,-1-2-2 16,-1 1 0-16,0-1 6 15,-2 1-10-15,0 0 4 0,2 0 0 16,3-1-4 0,-2 3 6-16,0-1-2 0,2 2 2 15,2-1 0-15,5 1-2 16,0-2 0-16,5 1 1 16,0-1-6-1,1-1 10-15,-1 3-5 0,1-2 0 16,3 0 8-16,0 2-10 15,8-1 2-15,7-3 0 16,3-1 0-16,5 0 2 16,7-4-2-16,3 0 9 15,-1 0-1-15,3-1-13 16,-2 3 5-16,-1 2 0 16,-1 1-3-16,1 0 6 0,-4 0-3 15,4 2 0-15,2-2 0 16,8 1 0-16,6-2 0 15,3-1 3-15,2 0-13 16,0 3 12-16,-2 1-2 16,-1 1 7-16,-8 2-1 15,-8 0-10-15,-4 0 4 16,-4 0 0-16,-7 0-8 16,-2 5 11-16,0-2-3 15,2 1 11-15,1 0-11 16,-5 0-2-16,-9 0 2 15,-13-2-26-15,-15 5 13 16,-15-4-205-16,-15-2 8 0</inkml:trace>
  <inkml:trace contextRef="#ctx0" brushRef="#br0" timeOffset="98482.302">17639 5741 286 0,'0'0'536'0,"0"0"-506"16,0 0 6-16,0 0 29 15,0 0-22-15,0 0-19 0,0 0-24 16,0-3-34-1,0 25 20-15,8 10 14 16,3 9 3-16,0 1 27 16,0-6-21-16,-3-8-9 0,-2-8 0 15,0-9 0-15,0-3 6 16,4-3-1-16,4-4-5 16,13-1 14-16,12-9-2 15,14-21-12-15,18-12 0 16,9-5 0-16,2-1 7 15,-3-2 2-15,-4 5-9 16,-5-2 0-16,-1 1 4 16,-4 4-8-16,-1 2 4 15,-8 5-28-15,-6 8 20 0,-9 4-22 16,-6 8-12-16,-9 3 5 16,-6 7-66-16,-5 5-26 15,-7 0-42-15,-7 2-3 16,-1 11-162-16</inkml:trace>
  <inkml:trace contextRef="#ctx0" brushRef="#br0" timeOffset="98955.387">18121 5949 712 0,'0'0'44'15,"0"0"-37"-15,0 0-7 16,0 0 13-16,24 92 72 15,7-54-30-15,0-4-45 16,2-6 27-16,-2-8-13 16,-5-7-18-16,-4-5 26 15,-1-2-12-15,0-6 9 16,0 0 20-16,1 0-44 16,11-19 27-16,13-19-10 0,14-23-20 15,9-12 33-15,1-7-33 16,0-1-2-16,-3-1 7 15,2-4 8-15,11-4-30 16,11-1 13-16,17 10-61 16,9 10 53-16,6 15-54 15,-2 14-31-15,-11 12 26 16,-12 13-72-16,-16 12 8 16,-18 5-102-16,-22 9-53 15</inkml:trace>
  <inkml:trace contextRef="#ctx0" brushRef="#br0" timeOffset="108361.206">24474 8917 179 0,'0'0'356'16,"0"0"-260"-16,0 0-74 16,0 0 50-16,3-77 31 15,-3 68-57-15,0 3 20 16,0 5 36-16,0 1-45 16,0 0 1-16,0 0-38 15,0 0-11-15,0 1-18 16,-6 21-11-16,-11 17 20 15,-7 7 10-15,-3 8 4 16,1-4-19-16,2-7 5 16,3-5 0-16,0-4-8 0,5-6 12 15,2-6-4-15,1 0 9 16,4-7 0-16,1-4-15 16,4-2 6-16,-1-4-1 15,4-4-24-15,1-1 22 16,0 0-10-16,0-1 3 15,0-21-21-15,0-8-50 16,15-7 43-16,2-3 19 16,2 0 9-16,0 2 13 15,-1 1-3-15,3 4 1 16,1 0 17-16,3 7-20 0,2-1 2 16,0 5-1-16,2 4-15 15,-3 5 16-15,1 5 0 16,-3 7 8-1,-2 1-4-15,1 2-5 0,-2 18 1 16,-2 6-9-16,-4 5 9 16,0 5 1-16,-3 1 2 15,-2 2 3-15,1-3 3 16,-4-8-9-16,-1-4 0 16,-1-7-19-16,-4-2 9 15,-1 0-47-15,0-5-101 16,-3 1-34-16,-13-6-160 0</inkml:trace>
  <inkml:trace contextRef="#ctx0" brushRef="#br0" timeOffset="109009.479">24323 9119 420 0,'0'0'282'16,"0"0"-232"-16,0 0 38 15,0 0-22-15,0 0-50 16,0 0-14-16,110-56-2 16,-59 38 0-16,0 1 1 15,-2-1-1-15,-3 2-17 16,-1 0-8-16,-9 7-36 0,-8 1 51 16,-9 8 0-16,-8 0 10 15,-4 0-9-15,1 5-11 16,-1 15 20-16,2 9 15 15,-1 7 9-15,2 3 21 16,-3 3-37-16,2-2 7 16,-2-5 21-16,0-1-32 15,-3-9-4-15,-1-3 0 16,-3-5 12-16,0-9-11 16,0-2-1-16,0-3 0 15,0-3 31-15,0 0-27 16,-10-5 41-16,-5-13-45 15,-3-7 6-15,8-8-15 16,4-5 9-16,6-5-40 16,0 1 40-16,3 0-52 0,17 5 45 15,5 2-5-15,4 5-5 16,3 9 9-16,2 5 8 16,-7 10 0-16,0 6-4 15,-5 0-1-15,-3 13 3 16,-4 9-5-16,-2 4 12 15,-6 1-9-15,-6-1 8 16,-1-3-4-16,0-6 38 16,-3-3-35-16,-12-2 12 15,0-2 21-15,-9-3-25 16,-5 0 18-16,0-5-24 0,1-2-1 16,4 0 6-16,9-14-10 15,3-7-6-15,8-3-39 16,4-5-33-16,0-1-84 15,8 3-52-15,6 5-293 16</inkml:trace>
  <inkml:trace contextRef="#ctx0" brushRef="#br0" timeOffset="109599.903">25258 8914 570 0,'0'0'129'0,"0"0"-126"16,0 0 2-16,0 0 92 15,-1 89-46-15,1-47 4 16,1 3-27-16,7-4-28 15,-1 2 3-15,-1-7 28 16,-3-3-28-16,-2-3 5 16,-1-10 5-16,0-6-12 15,0-5 7-15,0-6-8 16,0 0 0-16,0-3 21 16,-1 0-4-16,-14-3 39 0,-2-9-46 15,-2-10-1-15,6-9-18 16,4-8 5-16,6-7-25 15,3-6 6-15,0-2-22 16,16 6 0-16,5 3 23 16,2 8-10-16,2 10 29 15,0 5-7-15,-3 10 6 16,-3 4-6-16,-5 5 10 16,-3 3 0-16,1 0-1 15,-5 14-8-15,-1 6 9 16,-3 5 0-16,-3 2 11 15,0 0 28-15,0 2-18 16,-6-4-3-16,-3-2 34 16,-1-5-51-16,2-5 27 0,-2-2-28 15,0-3 0-15,-2 0 23 16,-2-6-23-16,-1-2-3 16,-1 0 1-16,4-10-140 15,1-13-91-15,1-9-236 16</inkml:trace>
  <inkml:trace contextRef="#ctx0" brushRef="#br0" timeOffset="110082.655">25471 8511 408 0,'0'0'137'16,"0"0"-109"-16,0 0 23 15,0 0-9-15,0 0-5 16,0 0-36-16,91 56 51 16,-76-17-19-16,-1 6-8 15,-4 2 24-15,2-1-38 16,-3-3 8-16,-1-5 28 16,2-5-46-16,-4-5 18 15,0-1-19-15,0-8 8 16,0-4 5-16,4-1-12 0,1-6-1 15,3-3 12 1,3-3-1-16,5-2-11 0,4 0 0 16,0-12 8-16,-1-5-15 15,-3-5 7-15,-1 0-4 16,-6-3-11-16,-2 5 7 16,-7 4 7-16,-3 5 1 15,-3 6 0-15,0 4 19 16,0 1 6-16,0 0 21 15,0 0-27-15,2 0-19 16,1 3-3-16,3 8 0 16,2 3 3-16,0-1 2 15,2-4 1-15,2-1 0 16,2-5-3-16,2 0-9 0,-1-3-94 16,-3 0-147-16</inkml:trace>
  <inkml:trace contextRef="#ctx0" brushRef="#br0" timeOffset="110276.61">25877 8572 756 0,'0'0'125'0,"0"0"-85"16,0 0 21-16,0 0-33 15,0 0-28-15,0 0-14 0,-6 22-19 16,6-3-70-16,0-3-84 16</inkml:trace>
  <inkml:trace contextRef="#ctx0" brushRef="#br0" timeOffset="110963.378">26179 8665 489 0,'0'0'149'0,"0"0"-117"16,0 0 107-16,0 0-80 16,0 0-15-16,0 0 15 15,-75 100-45-15,60-68 18 16,8-1-21-16,5-2 11 16,2-3-16-16,0-3-6 15,13-2 0-15,7-8 2 16,8-4 5-16,8-8-7 15,4-1 0-15,5 0-51 16,2-13 18-16,0-4 8 16,0 0-20-16,-5-3 43 15,-7 1-48-15,-10 1 42 0,-9 3 5 16,-8 0 6-16,-8 6 14 16,0-1-12-16,-11 2 22 15,-8 6 23-15,-2 0-37 16,2 2 4-16,-2 0 17 15,-1 6-23-15,-5 11 22 16,3 1-7-16,-2 3-22 16,7 1 12-16,8-5-13 15,4-3-3-15,6-6 0 16,1-1 0-16,0-4-7 16,5-2 7-16,11-1-52 0,3 0 39 15,-4-1 0-15,1-6 13 16,-4 4 0-16,1 3-3 15,0 0-1-15,3 7 1 16,-1 8 3-16,1 2 1 16,-1-3 3-16,0-3-4 15,0-5 4-15,1-6 7 16,2 0-22-16,3-17-69 16,0-12-88-16,-6-6-73 15,0-5 8-15</inkml:trace>
  <inkml:trace contextRef="#ctx0" brushRef="#br0" timeOffset="111205.725">26642 8561 279 0,'0'0'40'0,"0"-100"-9"16,0 64 113-16,0 11 48 15,0 10-83-15,0 3-41 16,0 8 16-16,0 4 19 16,0 0-36-16,0 0-67 15,0 9-1-15,0 15 0 16,0 10 1-16,0 8 15 15,0 3-12-15,0 3 3 16,9-1-2-16,3-2-2 16,1-5-2-16,0-2 5 15,0-5-2-15,-4-5-6 16,-3-5-100-16,-6-6-65 16,0-6-22-16,-3-4-223 0</inkml:trace>
  <inkml:trace contextRef="#ctx0" brushRef="#br0" timeOffset="111522.861">26574 8816 599 0,'0'0'70'0,"0"0"-51"16,92-55 81-16,-56 37-53 0,-2 4-29 15,-1 6 23 1,3 2-34-16,-2 6-6 16,1 0 28-16,-4 1-14 15,-6 12 17-15,-4-1-27 0,-7 3 4 16,-4-3 20-16,-6-2-21 16,-1-3 4-16,-1 0 6 15,-2 0-10-15,0-2-8 16,0 0 0-16,-12 1-26 15,-9-5-33-15,-3-1-155 16,3 0-266-16</inkml:trace>
  <inkml:trace contextRef="#ctx0" brushRef="#br0" timeOffset="111660.479">26979 8547 304 0,'0'0'0'0,"0"0"-10"16,0 0-280-16</inkml:trace>
  <inkml:trace contextRef="#ctx0" brushRef="#br0" timeOffset="112277.361">27288 8523 558 0,'0'0'56'16,"0"0"37"-16,0 0 38 16,0 0-80-1,0 0 0-15,-92 81-29 0,77-48-17 16,6-1 36-16,0 0-30 15,4-4 9-15,5-7-11 16,0-6-5-16,0-5-8 16,0-3 3-16,5-4 1 15,4-3 8-15,4 0-8 0,2-10 0 16,3-9-20-16,0-5 12 16,1-3 7-16,3-2-9 15,0 0 1-15,1 2 3 16,-2 5 6-16,-4 6 0 15,-2 6 8-15,-3 5 1 16,1 3-9-16,-3 2 0 16,1 0 7-16,1 14-25 15,-5 6 32-15,1 3-14 16,-4-3 14-16,-1-5-11 16,0-4-3-16,-2-3 0 15,-1-5 5-15,0-1 6 16,0-2-10-16,0 0-1 15,0 0 34-15,0 0-20 16,5-16-4-16,1-6-10 0,6-1-10 16,3-3 10-16,2 8 0 15,-3 4 0-15,-2 6-9 16,0 4 18-16,-1 4-9 16,2 0 0-16,2 4 3 15,0 9-5-15,-2 1 2 16,-2-2 0-16,-5 1 7 15,-2-4-2-15,-3 3-5 16,-1 0 0-16,0-2-103 16,-13-2-79-16</inkml:trace>
  <inkml:trace contextRef="#ctx0" brushRef="#br0" timeOffset="114189.12">12257 5654 727 0,'0'0'27'0,"0"0"-27"15,0 0-12-15,0 0 12 16,0 0 0-16,0 0 39 15,0 0-14-15,72 89 12 16,-45-64-28-16,-2-2-4 16,-1-5 8-16,-7-6 17 0,-3-5-27 15,-2 0 2-15,-1-6-5 16,7-1 23-16,4 0-9 16,6-13-14-16,10-14 44 15,5-14-43-15,6-4 43 16,-4-2-44-16,0 4 3 15,-11 5 0-15,-3 7-2 16,-4 8-2-16,-6 6 1 16,-8 6-74-16,-2 9 32 15,-5 2-42-15,-5 0-61 0,-1 13-41 16,-4 4 35 0</inkml:trace>
  <inkml:trace contextRef="#ctx0" brushRef="#br0" timeOffset="114450.442">12651 5767 198 0,'0'0'408'0,"0"0"-408"16,0 0 0-16,5 82 82 16,1-69-29-16,-2-6-40 15,1-5 24-15,2-2-9 16,5 0 0-16,16-21 61 0,11-13-19 15,15-16-33 1,10-9-20-16,9 1-10 0,2-2-7 16,6 2 0-1,6 3-8-15,10-2 2 0,14-1-52 16,5-3-66-16,-6 3-116 16</inkml:trace>
  <inkml:trace contextRef="#ctx0" brushRef="#br0" timeOffset="115919.593">23422 12064 625 0,'0'0'109'16,"0"0"-26"-16,0 0-39 15,0 0-42-15,0 0 9 16,0 0 1-16,-13 87 3 16,13-34 53-16,0 0-68 15,-3-5 23-15,-1-2-23 16,0-2 18-16,1-5-16 15,0-6-2-15,1-9 0 16,2-7-9-16,0-7-36 0,0-7-74 16,11-3-71-1,0-17-427-15</inkml:trace>
  <inkml:trace contextRef="#ctx0" brushRef="#br0" timeOffset="116242.725">23705 12112 487 0,'0'0'76'0,"6"73"4"16,-3-37-35-16,2-7 75 15,0-3-92-15,0-6 6 16,1-6-18-16,-1-7-9 15,-1-5 16-15,1-2-3 16,2 0 5-16,5 0 30 16,9-14-27-16,3-11 26 15,7-4-49-15,-1-1 6 16,-2-4 3-16,-1 2-9 16,-5-1-5-16,-2 5 0 15,-7 2-58-15,0 6-1 0,-3 1-24 16,-7 4-86-1,-3 2-132-15</inkml:trace>
  <inkml:trace contextRef="#ctx0" brushRef="#br0" timeOffset="116537.474">24192 11696 286 0,'0'0'274'16,"0"0"-192"-16,73 115-57 16,-46-54 62-16,-4 10-10 15,-3 8-57-15,-7 0 17 16,-11 0-10-16,-2-4-4 0,-24-3 17 16,-13-2-32-16,-10-5 23 15,-2-4-24-15,-3-4 3 16,-3-7 15-16,1-1-25 15,0-9 3-15,5-7-6 16,6-10-29-16,7-12-66 16,6-11-95-16,5-4-306 15</inkml:trace>
  <inkml:trace contextRef="#ctx0" brushRef="#br0" timeOffset="119491.288">20303 5134 282 0,'0'0'180'0,"0"0"-157"16,0 0 54-16,-36-89-12 0,21 66-37 15,2 1 36 1,-3 3-38-16,-3-1-6 0,-1 1 10 16,-6 2-12-16,0 0-18 15,-4 3 0-15,-2 1 7 16,-2 3 7-16,-3-1-12 16,-5 1 10-16,-1 1-9 15,-5 2 1 1,-1 1-4-16,-3 2 0 0,4-1 4 15,-1 2-4-15,3 0 0 16,5 0 1-16,-1 2-4 16,-2-1 15-16,2 2-12 15,-4 0 0-15,2 0 2 16,1 0-8-16,1 0 6 0,2 2 0 16,-5 10-15-16,0 3 21 15,-4 2-6-15,1 1 0 16,1 0 4-16,2-1-12 15,3 0 8-15,3-3 0 16,5-1-4-16,1-2 4 16,5-2 0-16,3-1 0 15,1 0 7-15,3-3-10 16,1 4 3-16,-2-3 0 16,2 3 3-16,1-2 3 15,2 0-6-15,3 1 0 16,-2 1 7-16,1 3-13 15,-2-2 6-15,2 4 0 16,-1-1-5-16,1 3 9 16,-1-2-4-16,1 2 0 0,-2-2 5 15,1 4-7 1,0-1 2-16,5-4 0 0,-1 0 0 16,6-4 8-16,-1 4-8 15,-2 6 0-15,-2 1 2 16,1 2-2-16,-2-1 0 15,5-2 0-15,-1 0-2 16,2-2 4-16,0 3-2 16,-1-3 0-16,2 5 7 15,-1-3-14-15,3 4 7 0,-1 1 0 16,2 1-6-16,-1 2 9 16,3-1-3-16,0-1 0 15,0 1 4 1,0-1-5-16,0-1 1 0,0 0-1 15,6-2-9-15,2 0 12 16,1 0-2-16,3 1 0 16,0 2 9-16,1-2-14 15,0 2 5-15,4 2 0 16,-1-1-3-16,3-1 5 16,-2-1-2-16,5 0 0 15,-2-2 4-15,1 2-11 16,3-3 5-16,-1 1 2 0,3 2 2 15,0-4-2 1,-1-2 0-16,0-2 0 0,-1-2 5 16,-2 0-5-16,2-1 0 15,0 1 1-15,4-4-7 16,2 2 12-16,3-2-6 16,4 0 7-16,0-1-3 15,2 0-8-15,0-1 4 16,1 0 0-16,-3-1-1 15,-1-2 1-15,-1 2 0 16,5-4 9-16,0-2-9 16,1 1 0-16,5-2-2 15,0 0 2-15,2 0-5 16,0 0 18-16,2-6-13 0,1-2 0 16,1 0 4-16,2-3-6 15,-2 2 2-15,-3-1-2 16,-4-2-2-16,-2 1 6 15,0-2-2-15,-2 0 0 16,-1-1 10-16,-6 1-12 16,-1-3 2-16,0 1 0 15,-3 1-17-15,1-5 32 16,-1 4-15-16,0-4 1 16,-2 2 8-16,-3-3-13 15,-2 3 4-15,-2-4 0 16,-2 1-2-16,-1-1 8 15,0-3-6-15,-5 2 2 16,-1 0 7-16,-4 3-9 16,-4 1 0-16,-1-6 4 0,0 1 42 15,-3-4-45-15,0 0 4 16,0-5 23-16,0-4-25 16,-1-2 18-16,-7-8-21 15,-3-2 9-15,0 0 9 16,0-2-6-16,-3-1 4 15,-2 3-12-15,2 2 15 16,-3 7-19-16,1 6 20 16,1 4-6-16,-1-1-13 15,-1 6-1-15,-1 0 0 16,2 7-1-16,-2 2-1 0,0 3-1 16,1 5-32-1,-2-1-58-15,0 5 42 0,-7 3-32 16,-5 0-121-16,-9 7-84 15</inkml:trace>
  <inkml:trace contextRef="#ctx0" brushRef="#br0" timeOffset="120538.547">14177 6392 577 0,'0'0'26'0,"0"0"8"15,0 0-34-15,0 0 62 16,-85-7 41-16,81 7-85 15,2 0 12-15,2 0-30 16,0 0-34-16,31 0 32 16,37 0 4-16,39 0 12 15,43-13-7-15,35-12 18 0,18-11-25 16,12-1 2-16,3 1 5 16,-8 8 30-16,-10 9-37 15,-16 7 1-15,-27 7-2 16,-24 5 8-16,-21 0-13 15,-16 0 6-15,-15 0-27 16,-9 0-18-16,-6 0-38 16,-12 0-124-16,-11 0 25 15</inkml:trace>
  <inkml:trace contextRef="#ctx0" brushRef="#br0" timeOffset="124530.969">25128 11904 436 0,'0'0'168'0,"0"0"-87"15,-31-86 3-15,22 65 13 16,6 9-30-16,0 7 2 15,3 3-4-15,0 2-42 16,0 10-23-16,0 24-16 16,6 20 9-16,6 10 14 15,-3 7 22-15,0-3-15 16,0-6-4-16,-2-9 9 16,1-7-15-16,-4-10-4 15,-1-9 0-15,1-8 11 16,-4-6-38-16,0-9 10 15,0-1-62-15,0-3 30 16,-4 0-47-16,-9-15-29 0,-5-12-121 16,3-11 51-16</inkml:trace>
  <inkml:trace contextRef="#ctx0" brushRef="#br0" timeOffset="124816.904">25048 11761 377 0,'0'0'174'15,"0"0"-102"-15,0 0-46 16,104-76 47-16,-67 73-40 16,4 3-28-16,-1 3 12 15,-3 17-8-15,-7 9-6 16,-7 5 12-16,-7 5-13 16,-9 3 9-16,-7 3 34 15,0-2-27-15,-16-1 17 0,-10-4-14 16,-3-7 3-16,-3-6 22 15,2-4-39-15,1-5 9 16,0-5-10-16,6-3 5 16,3-7-14-16,10-1 3 15,8-4-59-15,2-20-42 16,3-6-116-16,17-7-130 16</inkml:trace>
  <inkml:trace contextRef="#ctx0" brushRef="#br0" timeOffset="125258.722">25477 11604 582 0,'0'0'127'0,"0"0"-114"16,0 0-5-16,0 0 65 15,91 98-22-15,-62-46-37 16,-4 4 37-16,-4 0-34 15,-9-4 15-15,-3-6-18 16,-5-3 2-16,-4-11-6 16,0-10-10-16,0-10 5 0,0-5 10 15,0-5-14 1,-7-2 10-16,-2 0 7 0,-2-17-6 16,3-13-24-16,5-8-11 15,3-6-31-15,0 0 50 16,13 7-1-16,5 5 5 15,6 8 0-15,-2 5 11 16,3 9-12-16,-1 8 1 16,2 2 0-16,2 0 12 15,-1 16-12-15,0 8 3 16,-5 6 4-16,-4 2 22 16,-3 0-31-16,-6-1 2 15,-3-5 0-15,-3-2 4 16,-2-5-4-16,-1-3-10 15,0-6-70-15,0-7-133 0,0-3-219 16</inkml:trace>
  <inkml:trace contextRef="#ctx0" brushRef="#br0" timeOffset="125474.146">25984 11748 706 0,'0'0'24'16,"0"0"1"-16,0 0 47 16,0 0 14-16,109 49-62 15,-75-39-16-15,2-3 13 16,-1-5-12-16,-1-2-18 16,-4 0-1-16,-3-2-124 0,-7-10 9 15,-9-2-172-15</inkml:trace>
  <inkml:trace contextRef="#ctx0" brushRef="#br0" timeOffset="125655.66">26270 11696 445 0,'0'0'235'15,"0"0"-96"-15,0 0-92 16,0 0 6-16,-55 82 10 16,44-29-39-16,0 7 30 15,2 5-45-15,-1 4-9 16,-2-9 13-16,-1-2-6 15,1-7-7-15,-1-8 0 16,2-7-84-16,-1-10 9 16,0-13-161-16</inkml:trace>
  <inkml:trace contextRef="#ctx0" brushRef="#br0" timeOffset="126160.355">26638 11467 649 0,'0'0'41'0,"0"0"10"15,0 0 56-15,0 0-45 16,0 0-48-16,0 0-11 16,-43 47 16-16,11-6-4 15,-1 5-3-15,2-3 35 16,6-3-36-16,10-10 11 16,8-7-20-16,7-6 0 15,0-6-1-15,20-2-1 0,15-3 3 16,9-6-8-1,4 0 2-15,1 0 2 0,-4 5-9 16,-3 2-3-16,-11 6 2 16,-6 4 11-16,-11 2 0 15,-7 4-1 1,-7 2 11-16,0 2-10 0,-10 4 8 16,-12-2-1-16,-8 3 37 15,-2-1-30-15,-3-4-7 16,2-3 0-16,3-5 10 15,8-7-20-15,8-7 3 16,2-5-75-16,8 0 8 16,4-22-122-16,0-10-194 15</inkml:trace>
  <inkml:trace contextRef="#ctx0" brushRef="#br0" timeOffset="126406.693">26885 11604 622 0,'0'0'29'0,"0"0"2"0,27 75 60 16,-19-33 1-16,-2 2-63 16,-2 5 27-16,-1-2-46 15,-1 1 5-15,-1-2-5 16,-1-4 2-16,0-5-13 15,0-7 1-15,0-9-23 16,-1-6 18-16,-2-10-121 0,1-5-94 16,2-5-254-16</inkml:trace>
  <inkml:trace contextRef="#ctx0" brushRef="#br0" timeOffset="126729.874">26835 11397 747 0,'0'0'67'15,"0"0"-19"1,0 0-16-16,0 0 28 0,-79 83-56 16,79-59-2-1,0-5 2-15,17-5-1 0,13-11-6 16,3-3-14-16,3 0-59 15,-5-20 34-15,-10-3-38 16,-12 1 54-16,-9 1 10 16,0 1 32-16,-15 5-15 15,-7 6 32-15,-5 4-7 16,3 5 29-16,2 0-55 16,-2 8-14-16,8 13 4 15,5 5-142-15,5 3-244 16</inkml:trace>
  <inkml:trace contextRef="#ctx0" brushRef="#br0" timeOffset="127689.625">27157 11537 623 0,'0'0'93'0,"0"0"-7"16,0 0 15-16,0 0 22 16,0 0-92-16,0 0-15 15,-45 31-16-15,21 19-2 16,-1 8 1-16,2 3 2 15,9-4 7-15,6-5 18 16,8-9-24-16,2-4-2 16,20-10 5-16,8-10-1 15,9-8-8-15,8-11-51 16,3 0-16-16,2-20 15 16,-5-5-23-16,-6-3-28 15,-4-5 55-15,-6 2 13 16,-5-1 39-16,-7 1 7 15,-10 5-1-15,-9 4 47 16,0 4-1-16,-6 5 14 0,-15 1 9 16,-1 6-60-16,1 5 9 15,0 1 6-15,0 0-20 16,2 12 29-16,-4 10-24 16,1 6 6-16,0-1 9 15,5 2-30-15,7-5 2 16,3-5-2-16,7-6 0 15,0-4 3-15,0-9-3 16,13 0-30-16,8 0 1 16,1-12-19-16,0-7 35 15,-6 6 12-15,-6 3 1 16,-6 4 10-16,1 6 19 16,1 0-11-16,5 0-2 15,5 4-2-15,4 5-14 0,2-1 0 16,4-5 5-16,6-3 8 15,5 0-13-15,5-17 8 16,7-11-8-16,3-9-18 16,-1-7 16-16,-5-2-6 15,-7-3-1-15,-11 1 9 16,-8-5 1-16,-4 0 2 16,-9-5-3-16,-5-3 7 15,-2 2-16-15,0 6 9 16,-9 16 0-16,-6 16 12 15,3 11 12-15,3 8 53 16,-1 2-37-16,-2 29-34 16,-8 21-12-16,1 18 5 0,6 11 1 15,10 4 32-15,3-1-17 16,22-4-9-16,17-9 8 16,7-13-3-16,5-16-22 15,4-13 5-15,5-15-94 16,8-11 40-16,1-1 17 15,-10-9 14-15,-15-6 6 16,-22-3-11-16,-16 1 3 16,-6 5-5-16,-3 3-32 15,-15 1-1-15,0 5-30 16,-1 3-82-16,2 0 49 0</inkml:trace>
  <inkml:trace contextRef="#ctx0" brushRef="#br0" timeOffset="146812.741">10160 4068 315 0,'0'0'11'0,"0"0"-3"0,0 0 3 15,0 0 4-15,0 0 2 16,0 0 20-16,-33 10-32 16,25-7-5-16,-1 3 0 15,-1-1 3-15,2 1-8 16,2-2 5-16,0 1 0 16,1 0 0-16,1 0-1 15,1-2-1-15,1 0 2 16,1-2-27-16,1 1 19 15,0-1-26-15,0 1-32 16,0-2 51-16,-3 0 15 16,3 1 2-16,0-1 15 15,-3 0-14-15,3 0-3 0,-3 0-12 16,0 0-218-16</inkml:trace>
  <inkml:trace contextRef="#ctx0" brushRef="#br0" timeOffset="149451.953">6337 4017 385 0,'0'0'25'16,"0"0"-18"-16,0 0 18 16,0 0 59-16,0 0-63 15,0 0-15-15,-4 0-6 16,4 0 0-16,0 0-8 15,0 0 10-15,0 0-4 16,0 0-4-16,0 0-5 16,0 0 8-16,0 1-10 0,0 2 13 15,4 1 27-15,4 1-25 16,1-1 5-16,1 0-7 16,5 3 0-16,1-2 4 15,1 0-2-15,5 2 2 16,2-2-2-16,0 2 1 15,0-2-3-15,7 0 0 16,1-1 2-16,5-1-8 16,3-2 6-16,2 0 0 15,4 1 0-15,-1-2 11 16,1 0-18-16,2 0 7 16,-2 0 0-16,3 0-1 0,4-2 4 15,-1-3 1-15,1-1 4 16,-3 0-4-16,-4 1-8 15,-4 2 4-15,-1 0 0 16,-2 2-1-16,0-1 1 16,-3-1 0-16,4 1 4 15,-4-3-1-15,0 3-6 16,-2-1-1-16,-3 1 4 16,2-1 7-16,-3 0-7 15,3 2 0-15,-2-2 0 16,1 2 3-16,0-1-6 15,-3 1 3-15,3 0 0 16,-1-1 0-16,4 2 0 16,1 0 0-16,4 0 0 15,3 0-1-15,-4 2 1 0,1 5 0 16,-2 1-2-16,-1 1-1 16,0-1 6-16,-1 0 0 15,3-3-3-15,2-2 2 16,-3 1-6-16,-4-2 4 15,-4 1-1-15,1-2-2 16,-2 2 6-16,-1-1-2 16,2 0-1-16,-3 1 0 15,-4-1-5-15,2 0 3 16,-3 1 2-16,-3-1 2 16,1 1-2-16,-4 1 0 15,2-1-2-15,-3 1 3 0,1 1-2 16,2-1 1-1,3 0 0-15,0 0 0 0,-2 1 0 16,-1 1 1-16,0-2-1 16,0 1-1-16,0 0-1 15,1 2 2-15,2-3 0 16,4 0 1-16,1-2-1 16,-2 1 0-16,1-1 1 15,5 0 6-15,3-2-8 16,7 0 1-16,0 0 0 15,-1 0 5-15,0 0-4 16,-1 0-1-16,-3 0 0 16,-4 0-4-16,-3-2-1 15,1 2 4-15,-1 0 0 0,0-2-1 16,2 1 4-16,0-1-1 16,4 0 3-1,-1-1-4-15,2 1 0 0,-3-3-1 16,1 0-2-16,0 2 3 15,0-1 0-15,-2 1 3 16,1 0 1-16,-4-1 1 16,3 1-10-16,-2 1 5 15,-1 1 0-15,-1 1-2 16,1-2 2-16,2 1 0 16,0 1 2-16,3-3-2 0,-1-1 0 15,3 1-1-15,1 0 2 16,-5 0-3-16,3 2 2 15,-4 1 0-15,-6 0 0 16,3 0-6-16,-2 0 4 16,3 0-1-16,2 0 3 15,3 0-4-15,1 0 4 16,4 0 0-16,0 0 7 16,-3 0-3-16,-3 0-8 15,-2 0-7-15,-1 0 11 16,0 1 5-16,0 1-5 15,2 1 0-15,3-2 1 16,-1-1 4-16,3 2-5 0,0-2 0 16,-3 0 0-16,1 0-5 15,-1 0 7-15,-2 0-2 16,0 1 2-16,-1-1 0 16,-2 2-3-16,-2 0 1 15,-2-2-1-15,1 3 1 16,-4-3 0-16,-1 3 0 15,-1-2-4-15,2-1 10 16,0 0-12-16,3 0 6 16,-2 0 0-16,2 0-2 15,-3 0 8-15,3 0-6 16,1 2 0-16,0-2 4 16,0 0-7-16,1 0 3 15,-2 0-5-15,1 0-1 0,2 0 11 16,0 3-5-16,1 0 0 15,3-1 9-15,5 1-10 16,2-1 1-16,3-2-5 16,0 0 3-16,-4 0 2 15,3 0 0-15,-1 0 1 16,-2 0 6-16,4 0-14 16,-1 0 4-16,0 0 3 15,2 0-3-15,-1 0 7 16,-2 0-4-16,2 0 2 15,2 0-2-15,2 0 0 0,4 0 0 16,-3 0 3 0,0 0-20-16,-4 0 10 15,-3 0-74-15,-3 0 63 16,-2 0 14-16,0 0-28 0,-1 0-44 16,-3 0-68-16</inkml:trace>
  <inkml:trace contextRef="#ctx0" brushRef="#br0" timeOffset="169175.493">17928 4515 608 0,'0'0'122'0,"0"0"-102"15,0 0-17-15,0 0 31 16,0 0 17-16,0 0-33 15,0 0-3-15,-24 3-15 16,35-3 0-16,30-7 6 16,25-26-3-16,24-17-2 0,17-18 4 15,13-10-2-15,7-11 4 16,-1 5-3 0,-5 0-1-16,-9 9-3 0,-12 10 7 15,-14 7-14-15,-11 8 6 16,-19 14 1-16,-12 11 3 15,-14 9-3-15,-14 7-31 16,-9 8 19-16,-5 1-61 16,-2 0 14-16,0 15-55 15,-16 12 34-15,-13 7-71 16</inkml:trace>
  <inkml:trace contextRef="#ctx0" brushRef="#br0" timeOffset="169812.305">18417 4627 554 0,'0'0'104'15,"0"0"-92"-15,0 0-2 16,0 0 21-16,0 0 14 16,0 0-45-16,127-93 17 15,-46 30 22-15,6-1-37 16,2-1 10-16,1 5-4 15,-5 4-4-15,-4 4-4 16,-4 7 0-16,-7 7-2 16,-8 6-20-16,-8 10-4 15,-12 5-36-15,-15 9-69 0,-14 4-41 16,-13 4-81-16</inkml:trace>
  <inkml:trace contextRef="#ctx0" brushRef="#br0" timeOffset="171446.057">18701 4752 376 0,'0'0'44'16,"0"0"-16"-16,0 0-6 15,0 0 66-15,0 0 10 16,0 0-69-16,-37 30-4 15,37-30-8-15,0 1 3 16,0-1 16-16,0 0-35 0,0 0 12 16,0 0-13-16,4 0 4 15,23-17 8 1,18-17-6-16,15-10 8 0,5-7 1 16,2 1-10-16,-4 4-10 15,-2 1 4-15,-1 2 1 16,-2 4 8-16,0 3-8 15,-6 5 0-15,-4 6 1 16,-11 4-1-16,-11 5-9 16,-10 5-14-16,-3 3-25 15,-5 2 22-15,-2 1-25 16,0 2-86-16,-6 3 16 0,0 0 5 16</inkml:trace>
  <inkml:trace contextRef="#ctx0" brushRef="#br0" timeOffset="172182.604">18929 4933 408 0,'0'0'26'16,"0"0"-10"-16,0 0-4 15,0 0 57-15,0 0 3 16,0 0-22-16,2 3-11 16,2-3-24-16,8-8-5 0,9-11 17 15,7-10-25 1,5-6 6-16,3-5-8 16,3-2 4-16,2 0-4 0,1 4 3 15,-1 4 0-15,-3 3-3 16,-2 3 0-16,-5 3 0 15,-1 3-8-15,-6 4 0 16,-6 5 0-16,-3 5-14 16,-6 2-50-16,-3 5-38 15,0 1 15-15,0 0 12 16,-3 0-77-16</inkml:trace>
  <inkml:trace contextRef="#ctx0" brushRef="#br0" timeOffset="173457.911">19298 4925 455 0,'0'0'65'15,"0"0"-60"-15,0 0 93 16,0 0 8-16,0 0-47 16,0 0-59-16,0 0 17 15,74-100-17-15,-6 29 0 16,27-15-29-16,23-10-31 16,20-10-138-16,11-5 45 15</inkml:trace>
  <inkml:trace contextRef="#ctx0" brushRef="#br0" timeOffset="175691.339">14322 6016 452 0,'0'0'0'0,"0"0"-16"16,0 0 16-16,0 0 0 16,98-2 1-16,-57 2 2 0,9 0-2 15,11 0-1-15,15 0 4 16,10 0 7-16,10-3 46 16,6-7-57-16,9-4 9 15,6-2 1-15,11 3-6 16,8 1-5-16,6 2 11 15,5 3-10-15,4-2 0 16,1 1 0-16,6-4-1 16,3-2 2-16,14-1 1 15,8-7-1-15,7 1-1 16,1 1-1-16,-12 4 1 16,-18 8 5-16,-22 6-3 15,-22 2-2-15,-17 0-2 16,-13 9 2-16,-8 6 0 0,-9 1 1 15,-7 1-1-15,-10 1 0 16,-8-3 1-16,-6-1 3 16,-8-2 3-16,-6 0-14 15,-8-2-17-15,-8 1-42 16,-9 2 21-16,0-3-82 16</inkml:trace>
  <inkml:trace contextRef="#ctx0" brushRef="#br0" timeOffset="176560.267">15065 6162 426 0,'0'0'11'0,"0"0"-11"15,0 0 8-15,0 0 6 0,0 0-13 16,0 0 2-16,11-3-6 15,22 3 5-15,14 0-2 16,18 0 0-16,23 0 5 16,24 0 36-16,21 0-13 15,21 0-2-15,14 0-21 16,5-2 2-16,7-1-7 16,5-5 0-16,11 0 8 15,8-6-5-15,5-1-3 16,-3-2 2-16,-14 2-4 15,-16 5 2-15,-21 5-4 16,-14 5 2-16,-19 0 2 0,-15 15-9 16,-20 7 2-1,-19 3-70-15,-12 2 47 16,-14-4-34-16,-10-2-55 0</inkml:trace>
  <inkml:trace contextRef="#ctx0" brushRef="#br0" timeOffset="177815.177">16842 6457 194 0,'0'0'64'16,"0"0"-55"-16,0 0-7 16,0 0 41-16,0 0 3 15,0 0-26-15,-3-1 11 16,3 1-20-16,-1 0 21 16,1 0-2-16,0 0 8 15,0 0 1-15,0 0-37 16,0 0-4-16,0 0-6 15,0-2 5-15,1 0-4 16,13-1-5-16,8-1 24 0,5 1-24 16,4-3 12-16,11 0 0 15,10-2-3-15,17 0 17 16,19-2-14-16,15 1 9 16,12 0-6-16,4 4-3 15,1 5-1-15,-6 0 1 16,-2 0 0-16,-4 3 1 15,-8 4-1-15,-9-1 0 16,-9 0 6-16,-12-1-12 16,-3-4-55-16,-6-1 49 15,-6 0-26-15,-3 0-71 16,-9-7-20-16</inkml:trace>
  <inkml:trace contextRef="#ctx0" brushRef="#br0" timeOffset="182997.784">14481 2255 501 0,'0'0'72'16,"0"0"-66"0,0 0-12-16,0 0 0 0,0 0 6 15,0 0 5 1,55 83 0-16,-28-35 54 0,0 0-44 15,0-6 18-15,-4-4-16 16,-3-8-16-16,-2-3 7 16,2-3 5-16,-4-9-10 15,-2-4-3-15,-1-5 0 16,-1-4-1-16,1-2 1 16,11 0 7-16,11-17 1 15,17-27 33-15,22-21 13 16,21-22-16-16,21-21-19 0,21-7-5 15,13-10 16-15,7-1-30 16,3 8 1-16,-10 6-5 16,-11 10 9-16,-18 13-5 15,-20 16 0-15,-13 14 5 16,-16 17-15-16,-14 14 10 16,-10 10-26-16,-14 5-11 15,-6 8-39-15,-7 5-2 16,-10 0-90-16,-11 5 18 15,0 12 34-15</inkml:trace>
  <inkml:trace contextRef="#ctx0" brushRef="#br0" timeOffset="183469.523">15239 1990 524 0,'0'0'72'16,"0"0"-72"0,0 0-13-16,0 0 5 0,0 0 8 15,55 123 48-15,-25-65-12 16,7 3-24-16,4-5 6 16,-3-12-18-16,1-10 13 15,-7-13-13-15,-6-9 0 16,-2-5 9-16,-4-7 1 15,8 0 10-15,15-17 34 16,23-28 7-16,23-23-4 16,20-23-52-16,19-14 2 15,8-14-7-15,12-14 3 0,9-12-3 16,15-3 0-16,10 5-8 16,2 12-78-1,-17 21-138-15,-30 18-248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1T14:26:03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13812 2044 271 0,'0'0'78'15,"0"0"-42"-15,0 0-27 16,0 0 39-16,0 0 84 0,0 0-85 16,0 0-23-16,-14-5 26 15,14 5-29-15,0 0-5 16,0 0-15-16,0 0 5 16,0 0-6-16,0 0-3 15,0 0-1-15,0 0 3 16,0 0 1-16,0 0-1 15,0 0-8-15,0 0 5 16,0 0-5-16,0 0 7 16,6 0 2-16,11 0 0 15,6-3 3-15,9-2 7 16,2-3-3-16,6-1-8 16,2 1 1-16,0 2-4 15,1-4 1-15,2 4 3 0,1 0 0 16,5-1 5-16,6 2-5 15,1-2-2-15,1 1 0 16,-2-1 2-16,-2 0 0 16,-1 2-2-16,-2-1 2 15,3 3 6-15,-4 0-5 16,-2-2-2-16,-3 2-25 16,-5-1 26-16,3 2 2 15,-3-1-2-15,-2 1 0 0,1 0-4 16,-6 2 10-16,-1 0-6 15,0 0 0-15,0 0 3 16,1 0-5-16,3 0 2 16,3 0 0-16,2 0 4 15,3 0-3-15,0 0-2 16,4 0-6-16,0 0 7 16,2 0 9-16,-4 0-9 15,-3 0 0-15,-5 2 2 16,-3 0-2-16,-1 1-3 15,-1 1 0-15,1-2 3 16,-1 2 4-16,4 3-4 16,-3-4 0-16,5 5-1 15,-1 0 1-15,-3-1 0 16,2 1 0-16,0-1 0 0,2 0 0 16,1 3 0-16,3-3 1 15,1 3-1-15,1-3 1 16,-1 3-1-16,1-1 0 15,1 1 1-15,2 0-2 16,-2-3 1-16,0 0 0 16,-1-2-2-16,0-2-3 15,3 1 5-15,2-2 0 16,3-2 0-16,0 0 0 16,-1 0 1-16,-2 0 0 15,0 0-1-15,-1 0 4 16,-2 0-8-16,3 0-4 0,1-2 8 15,-2-2 3-15,0 1-2 16,-2 1-1-16,-5 1 0 16,-1-2-10-16,-2 0 7 15,-1 1 2-15,-3-1-6 16,-3 3-1-16,-1 0-3 16,0 0 8-16,-1 0-3 15,0 0 3-15,2 0 1 16,1 0-2-16,1 0-11 15,0 0 15-15,4-3 3 16,4 1-2-16,2-1 6 16,0 0 12-16,0 0-38 15,-2 0 8-15,0 0-10 16,-4-1 17-16,0 2 1 16,1 0 3-16,2 1 4 0,2 1-4 15,1 0-13-15,1 0-3 16,-1 0 16-16,0 0 7 15,-5 0-7-15,-2 0 0 16,-4 0-11-16,-1 0 11 16,-3 0 0-16,1 1-9 15,-1 2 8-15,1-2 1 16,2 3 2-16,1-4 5 16,0 0-8-16,1 0 3 15,-1 0-3-15,-1 0 1 0,1 0 0 16,-1 0 10-1,-1 0-10-15,-1 0 1 0,-3 0-9 16,-3 0 21 0,-4 0-17-16,-4 0 4 0,-2 0-4 15,-3 0 1-15,1 0 6 16,-4 0-1-16,0 0-2 16,0 0 0-16,-2 0 0 15,1 0 11-15,-2 3-9 16,-2-3 2-16,-2 0 4 15,-1 0-6-15,-1 0-2 16,0 0 11-16,3 0-22 16,-2 0-8-16,-1-8-274 0</inkml:trace>
  <inkml:trace contextRef="#ctx0" brushRef="#br0" timeOffset="1326.29">21363 2155 358 0,'0'0'13'15,"0"0"17"-15,0 0-2 16,0 0 50-16,0 0 5 16,0 0-7-16,0 0-21 15,-34-15-30-15,31 15-25 0,-3-2 59 16,3 2-36-16,3 0-1 16,-1 0-22-16,1 0 0 15,0 0-8-15,16 0-16 16,24 11 20-16,26 2 4 15,24-1 2-15,23-5-1 16,21-6-1-16,12-1 7 16,11 0-10-16,4 0 3 15,-9 0-5-15,-7 0 5 16,-11 0 0-16,-16 0 1 16,-9 0-12-16,-8 0 7 15,-8 7-42-15,-9 2-50 16,-16 0-75-16,-20-1-10 15</inkml:trace>
  <inkml:trace contextRef="#ctx0" brushRef="#br0" timeOffset="12499.495">7541 2785 353 0,'0'0'29'0,"0"0"-23"16,0 0 48-16,0 0 17 0,0 0 1 16,0 0-13-16,0 0-10 15,-40 0 7-15,35 0-4 16,-2 0-45-16,0-3 6 16,2 1-1-16,2 1-11 15,0 1 22-15,3 0-18 16,0 0-3-16,0 0 4 15,0 0-5-15,0 0-2 16,0 0-3-16,0 0-5 16,0 0-1-16,0 0 3 15,0 0 4-15,0 0 2 16,0 0-26-16,6 0 22 16,12 3 5-16,4 3-8 15,1-1 3-15,5-2 10 16,3 0 8-16,2 1-13 0,6-1 1 15,1-1-1-15,4-2 0 16,0 0-15-16,1 0 4 16,1 0 22-16,5 0-19 15,0 0 8-15,2-6-2 16,1 0 0-16,1-1-4 16,-4 0-2-16,4-1-3 15,3 0 8-15,-1-1 2 16,-1 2-3-16,-2 1 1 15,-3 0 1-15,0 6 2 16,-6 0-16-16,-4 0 14 0,-2 0-4 16,-2 0 6-1,3 0 3-15,1 0 0 0,1 2-6 16,4 2-24-16,-3-2 27 16,0-2-2-16,-1 0-1 15,-3 1 1-15,4 1-3 16,-1 1-2-16,2 4-13 15,0-3 17-15,-2 2-13 16,2-3 8-16,0 1 8 16,0 0-22-16,0-3 12 15,2 0-29-15,0-1 13 16,3 0 23-16,1 0 3 0,0 0 0 16,-1 0 1-16,-2 0 6 15,-4 0 2-15,-1 0-9 16,-2 3-12-1,2 0 8-15,-2 0 4 0,-1-1-6 16,7-1 11-16,-4 1-5 16,2-2 0-16,-3 2-11 15,-1-1-13-15,3-1 22 16,-2 0 1-16,3 0-1 16,3 0 2-16,2 0 0 15,-3 0 4-15,2 0 6 16,-5 0-10-16,2 0 0 15,-5 0-2-15,-1 0 0 16,1 0 2-16,-3 0 0 0,1 0-2 16,-1 1 2-16,2 1-3 15,-5-1 0-15,0 2 6 16,-2 0-3-16,-4 3 2 16,2-2-2-16,-3 2 0 15,-1 1-10-15,0-1 9 16,-2-2 1-16,4 4 0 15,-4-2-4-15,4-3 4 16,2 4 0-16,-2-4-1 16,4 1 15-16,1-2-16 15,-2 3 2-15,0 0-6 16,-1-1 3-16,0 2 3 16,-2-1 0-16,5 0 2 0,5 1 10 15,3-3 0-15,4 2-12 16,4 0 0-16,2-3 1 15,3 1 0-15,-2-1 6 16,0 4 5-16,-1-2-3 16,2 1-9-16,4-3 0 15,1 0 12-15,2 1-6 16,-1-3-4-16,-6 0-1 16,5 3 7-16,-1-1-5 15,-2 0-3-15,0 1 0 16,-3-2 2-16,-2 2-5 15,0 0 4-15,-5 2-1 16,0-2 0-16,-5 2-21 16,0-3-61-16,-10 0-39 0</inkml:trace>
  <inkml:trace contextRef="#ctx0" brushRef="#br0" timeOffset="33282.957">27512 1208 294 0,'0'0'57'0,"0"0"-40"16,0 0 0-16,0 0 56 15,0 0 54-15,0 0-81 16,0 0 1-16,13-33-41 16,-13 33 24-16,0 0 4 15,0 0-28-15,0 0 40 16,0 0-28-16,0 0 7 0,0 0 12 16,0 0-25-16,0-1-6 15,0-2-6-15,-3-1-1 16,-2 1-2-1,-2-1 6-15,-2-2-1 0,0 0-2 16,-1-4 11-16,-2-1-16 16,-3 3 5-16,0-4 0 15,-4 1-2-15,2 0 4 16,-5-1-1-16,0-2 3 16,-5-3-1-16,-3 0-6 15,-6-2 2-15,-4-2 1 16,-5 0 1-16,-3-3 6 0,-5-2-7 15,-5 2 0 1,-6-1 7-16,-5-2-12 0,-3 0 5 16,1 1-12-16,-1 2 5 15,-5 4 7-15,-7-2 0 16,0 4 1 0,-4 2 4-16,0 3-10 0,-1 6 5 15,-2 4 0-15,-2 3 1 16,1 0 3-16,-1 0-4 15,2 9 3-15,3 7 8 16,5 1-14-16,8 4 3 16,1 1-9-16,4 5 1 15,1-1 11-15,5-2-3 16,6 0 0-16,7-2 6 16,9 0-9-16,5-1 3 0,7 1-4 15,9 1-7-15,5 3 12 16,2 3-1-16,3 3 6 15,2 7-2-15,-2 0-5 16,2 2 1-16,0 3-4 16,2-2-2-1,-5 4 8-15,3-3-2 0,1 3 0 16,1 3 3-16,-2 1-3 16,6 1 0-16,2-2 0 15,1-3-14-15,0 0 14 16,11 0 0-16,8 3-2 15,6 1 6-15,8 1-8 16,6 0 4-16,8-1-2 16,10 0-5-16,8-1 9 0,13-5-2 15,4 0 0-15,8-6 9 16,7-4-16-16,2-3 7 16,3-6 0-16,-4-2-1 15,5-4 1-15,-3-4 0 16,0-5 1-16,-3-2 6 15,-10-8-14-15,-8 0 4 16,-6-12 3-16,1-12 3 16,-2-9 10-16,-2-5-10 15,-3-5 16-15,-6-7-4 16,-3-4-2-16,-5-7 8 16,2-11-20-16,-5-13 51 15,0-14-47-15,0-8-4 16,-2-9-1-16,-3 0 7 0,-2 9-7 15,-10 7 0-15,-12 18 3 16,-8 13-9-16,-13 9 6 16,0 10-3-16,-11 7-7 15,-15 10-66-15,-10 4 27 16,-3 9-93-16,-2 5-154 16</inkml:trace>
  <inkml:trace contextRef="#ctx0" brushRef="#br0" timeOffset="35122.291">4233 2839 355 0,'0'0'23'0,"0"0"3"16,0 0-4-1,0 0 22-15,0 0 10 0,0 0-6 16,0 0 10-16,-42-30-21 15,39 29 38-15,3-1-57 16,-3 2 2-16,3 0-20 16,0 0 3-16,0 0-1 15,0 0 0-15,0 0-2 16,0 0 0-16,0 0-12 16,0 0 8-16,0 0-7 15,0 0 0-15,0 0 9 16,0 0 2-16,12 0 0 15,9 0 0-15,4 0 7 16,11 0-12-16,9 0 5 16,13 0 0-16,10-7-9 0,7-1 14 15,7-2-5-15,6 0 0 16,-4 2 9-16,1 4-13 16,-5 0 4-16,-2 4 0 15,-4 0-5-15,-2 2 5 16,1 4 0-16,5-2 4 15,5-4 2-15,2 0-12 16,0-1 5-16,-6-10 0 16,-3 0-2-16,-1 2 6 15,-1-3 0-15,1 2-3 16,-3 1 2-16,-4-1-7 16,-5 4 0-16,-7 2 5 0,-8 0 3 15,-2 4-3 1,-7-3 3-16,-4 3-3 0,-4-4 0 15,-4-1-29-15,-5 2-51 16,-1 3-46-16,-6 0 28 16,-6 0-167-16</inkml:trace>
  <inkml:trace contextRef="#ctx0" brushRef="#br0" timeOffset="40359.03">28116 6210 135 0,'0'0'106'0,"0"0"-68"15,0 0-5-15,70-78-2 0,-55 62 15 16,-3-1-6-16,1 2-6 16,-2 1-1-16,4-1-17 15,-5-1 38-15,2 2-54 16,-2 3 13-16,-4 3-5 15,-3 0-3-15,-1 2 19 16,-2-2-2-16,0 2-12 16,0-2 41-16,0 1-1 15,-5 0-46-15,-8 2 62 16,-8 3-58-16,-4 2 1 16,-7 0 8-16,-5 12-15 15,-4 11-2-15,-1 5 0 16,0 10 0-16,0 7 1 0,5 3-1 15,1 12 0-15,3 3 5 16,2 4 17-16,2 0-21 16,9-3-1-16,8-6 0 15,10-7-7-15,2-5 19 16,6-8-12-16,18-7 0 16,9-11 13-16,10-12-23 15,6-8 10-15,9-6-49 16,4-22 44-16,-6-5-21 15,-6-5 26-15,-9-2-18 16,-14 5 32-16,-7 5-14 0,-11 10 0 16,-4 8 0-1,-5 8 88-15,0 4-9 0,0 0-50 16,0 0-26-16,0 1-3 16,0 17-13-16,0 8 0 15,0 8 25-15,0-1-12 16,0-3 0-16,5-2 4 15,12-3-14-15,3-6-45 16,4-8-113-16,-3-10-277 16</inkml:trace>
  <inkml:trace contextRef="#ctx0" brushRef="#br0" timeOffset="41056.168">28635 6520 546 0,'0'0'125'0,"0"0"-121"0,0 0 89 15,0 0 14-15,0 0-102 16,0 0-5-16,85-28 44 16,-36 0-30-16,-4-6 6 15,-9 0-20-15,-9 4 0 16,-11 0 8-16,-8 8-7 15,-8 8-1-15,0 5 0 16,-5 6 12-16,-17 3 18 16,-8 1-30-16,-6 24 0 15,-1 11-12-15,4 10 24 16,6 0-12-16,6 0 0 16,12-6 9-16,9-9-17 15,0-6 10-15,22-8-2 16,14-11 2-16,14-6-2 0,13-12 0 15,6-23 0-15,2-10-81 16,-6-9 64-16,-7-5-59 16,-7-5 56-16,-9-5 2 15,-6-5 4-15,-8-8-19 16,-6 3 9-16,-11 3-1 16,-10 13 25-16,-1 17 25 15,0 18 41-15,-9 13 53 16,3 10-46-16,2 5-5 15,2 0-68-15,-6 22 0 16,-1 30 0-16,-2 20-2 16,-2 15 8-16,8 2 5 15,5-4-11-15,0-4 0 16,2-7-2-16,12-12 10 0,2-13-35 16,-2-14-58-16,0-15-94 15,-8-17-129-15</inkml:trace>
  <inkml:trace contextRef="#ctx0" brushRef="#br0" timeOffset="41215.743">29183 6185 697 0,'0'0'32'0,"102"-45"24"15,-25 16-45-15,14 4 1 16,17-1-12-16,15 0-35 15,-1-1-153-15</inkml:trace>
  <inkml:trace contextRef="#ctx0" brushRef="#br0" timeOffset="42383.001">28196 7306 447 0,'0'0'152'0,"0"0"-106"16,0 0 62-16,0 0-23 15,0 0 3-15,0 0-35 16,-25-48-53-16,25 48 0 16,0 7-17-16,0 20 0 15,0 13 17-15,0 11 3 16,2 5 5-16,4 2-3 16,1 1 6-16,-1-4-12 15,-2 0 1-15,1-3 0 16,-4-6-2-16,1-3 7 0,-2-7 3 15,0-9-8-15,2-5-7 16,-1-11-12-16,1-3-64 16,-2-8-78-16,0 0 58 15,0-12-116-15</inkml:trace>
  <inkml:trace contextRef="#ctx0" brushRef="#br0" timeOffset="43186.467">28070 7333 362 0,'0'0'126'0,"0"0"16"0,0 0-131 16,16-93 81-16,16 69-63 16,7 0 1-16,8 6 16 15,7 1-27-15,-4 12-14 16,-3 5-5-16,-3 5-7 16,-8 17-3-16,-5 6 10 15,-12 1 0-15,-9 3-8 0,-10 4 27 16,-5-2-19-16,-22 2 0 15,-10-2 4-15,-6-3 19 16,-5-1-20-16,-1-9 13 16,4 1 0-16,6-6-14 15,7-5-2-15,9-2 0 16,10-4 2-16,7-2-16 16,6-3 14-16,9 0-89 15,24-6-38-15,10-12-165 16</inkml:trace>
  <inkml:trace contextRef="#ctx0" brushRef="#br0" timeOffset="43817.99">28709 7285 622 0,'0'0'2'15,"0"0"80"-15,-35 101-8 16,35-63-57-16,0-1 26 16,16-6-27-16,13-3-16 15,3-12 0-15,6-6-9 16,-1-6-4-16,-4-4-13 16,-7 0-40-16,-9-8 45 15,-9-7-69-15,-8-4 67 16,-3 0 22-16,-21-3 2 0,-5-1 49 15,-6-1-18-15,-1 4 0 16,4 0 42-16,9 4-44 16,7 4 24-16,10 0-1 15,6 0-45-15,3-8 36 16,29-3-44-16,11-9 0 16,11-1-18-16,-1 1 12 15,-5 4 4-15,-3 2-21 16,-11 7 6-16,-10 8 14 15,-12 7 3-15,-9 4 0 16,-3 3-11-16,-1 17 8 16,-17 11 3-16,-9 5 0 15,3-2 15-15,6-5-14 16,12-7-1-16,6-1 1 0,6-4-8 16,21-2 11-16,7 0-4 15,6-2 0-15,1-2-1 16,-7 0-14-16,-4 2 14 15,-8 2 1-15,-10-1-25 16,-6 3 25-16,-6 0 0 16,0 0-12-16,-18 2 29 15,-10 3-14-15,-5-1 12 16,-3-1-4-16,1-6-6 16,6-4-2-16,7-5-6 0,7-5 0 15,11-7-96-15,4-22-243 16</inkml:trace>
  <inkml:trace contextRef="#ctx0" brushRef="#br0" timeOffset="44040.394">29263 6892 562 0,'0'0'6'16,"0"0"51"-16,40 75-31 15,-23-14 40-15,-5 14-34 16,-1 7-14-16,0 5 4 0,0 2-7 16,0-4-15-1,1-7 0-15,-1-12-8 0,2-18 5 16,-1-15-132-16,-3-15-71 16,-5-18-216-16</inkml:trace>
  <inkml:trace contextRef="#ctx0" brushRef="#br0" timeOffset="44238.868">29302 7240 617 0,'0'0'63'0,"76"-74"-9"15,-21 32-2-15,12-4-25 16,16-1-14-16,16 5-8 15,14 6-10-15,4 10 0 16,-5 8-102-16,-17 6-151 16</inkml:trace>
  <inkml:trace contextRef="#ctx0" brushRef="#br0" timeOffset="45541.158">28007 8649 261 0,'0'0'193'0,"0"-78"-53"16,0 41-110-16,-6 6 67 15,3 9 3-15,0 8-58 16,2 8 76-16,1 6-65 16,0 0-4-16,0 0-49 15,0 20-26-15,0 22 21 16,0 17 5-16,3 8 0 15,0 2-5-15,2-9 9 16,0-5-4-16,-2-4 0 16,1-7 19-16,3-8-25 15,4-8 6-15,0-10-38 0,1-9-30 16,6-9-42-16,2 0-49 16,3-27-55-16</inkml:trace>
  <inkml:trace contextRef="#ctx0" brushRef="#br0" timeOffset="45777.526">28290 8294 467 0,'0'0'161'0,"0"0"-126"16,0 0 12-16,23 96-36 0,-19-38 73 15,-2 8-52-15,-1-1-18 16,-1 0 24-16,2-6-34 15,-1-2-3-15,-1-8 6 16,0-6-2-16,0-9-5 16,2-10 0-16,-1-6-15 15,1-7-28-15,-2-8-67 16,0-3-222-16</inkml:trace>
  <inkml:trace contextRef="#ctx0" brushRef="#br0" timeOffset="45960.038">27997 8799 662 0,'0'0'99'16,"0"0"-27"-16,0 0-11 0,55-75-59 16,0 47-2-16,11 1 0 15,5 4-18-15,-1 7 5 16,-7 6-140-16,-8 10-139 15</inkml:trace>
  <inkml:trace contextRef="#ctx0" brushRef="#br0" timeOffset="46951.571">28586 8915 499 0,'0'0'178'16,"0"0"-166"-16,61-91-6 0,-30 42 63 15,2 0-69-15,-6-1 0 16,-8 1 16-16,-7 7-10 16,-10 5 18-16,-2 10 11 15,0 9-6-15,-6 10 50 16,-11 5-51-16,-6 3-19 16,-7 8-9-16,-6 20 2 15,0 9-8-15,5 5 6 16,8 0 0-16,13-3-17 15,8-3 16-15,2-6 1 16,20-6-4-16,15-10 9 0,10-7-20 16,9-7 15-1,4-5-49-15,3-14 3 0,0-5-118 16,-2-3 118-16,-5-1 29 16,-5-2-83-16,-9 0 75 15,-4-3 10-15,-14 2 15 16,-7 4 9-16,-11 6 51 15,-4 8 8-15,-1 5-3 16,-17 8-13-16,-4 0-20 16,-8 11-1-16,-7 13-23 15,-1 10 41-15,2 6-40 16,4 2-6-16,5 0 21 0,8-6-16 16,8-8-3-1,10-10-5-15,1-5 0 0,0-7-9 16,13-6-8-16,14-3-55 15,3-19 2-15,-3-2-14 16,-8-2 3-16,-9 5 60 16,-8 8 21-16,-1 4 54 15,1 6 17-15,-2 3 38 16,4 0-96-16,5 0 3 16,5 5-16-16,8 4 0 15,6-4 5-15,7-5 6 16,7 0-9-16,10-16 0 15,12-11-2-15,12-3-127 16,5-6 109-16,-3 1-45 16,-9 2-73-16,-11 4 101 0,-13 5 2 15,-18 6 33 1,-14 7 17-16,-13 2-16 0,-4 7 114 16,-19 2-57-16,-3 0-7 15,-4 16 38-15,-5 15-41 16,-5 15-7-16,0 8 18 15,7 6-52-15,8-7 28 16,13-8-35-16,12-12 7 16,0-11-3-16,17-13-1 15,13-9-3-15,11-5 0 16,6-28-67-16,1-20-22 16,-5-10-16-16,-11-9 30 0,-16-6 30 15,-11-4-17-15,-5-11 62 16,-11-4-4-16,-19 0-7 15,-2 12 0-15,-3 21 11 16,5 27 147-16,10 17-20 16,7 11-24-16,8 9-48 15,0 22-44-15,4 29-11 16,1 28-1-16,0 19 0 16,18 9 1-16,10 3 2 15,5-4 4-15,1-6-12 16,3-11-98-16,1-19-335 15</inkml:trace>
  <inkml:trace contextRef="#ctx0" brushRef="#br0" timeOffset="47966.922">28455 9515 602 0,'0'0'132'15,"0"0"-32"-15,0 0 1 16,0 0 18-16,0 0-119 15,0 0-29-15,0 0 26 16,14 95-5-16,5-23 8 16,0 1 0-16,-3-4 8 15,-5-10 0-15,-1-6-8 16,-3-11 0-16,-2-9 5 16,-4-7 0-16,-1-6-10 15,0-9-46-15,0-5-61 16,0-6-31-16,0-3-57 15,-13-20-319-15</inkml:trace>
  <inkml:trace contextRef="#ctx0" brushRef="#br0" timeOffset="48231.217">28474 9445 379 0,'0'0'75'0,"82"-45"32"16,-37 35-37-16,2 10-13 15,-5 0-22-15,-4 16-17 16,-9 9-18-16,-5 1 0 16,-13 3 4-16,-9 0 11 15,-2 2-13-15,-13 4 31 16,-15-1 11-16,-8 2-43 16,-4 0 25-16,-3-4-26 0,4-4 17 15,6-6-28 1,9-2 18-16,12-5-14 0,9-4-34 15,3-7-100-15,4-4-103 16,16 0-185-16</inkml:trace>
  <inkml:trace contextRef="#ctx0" brushRef="#br0" timeOffset="48768.865">28865 9676 476 0,'0'0'285'0,"0"0"-263"16,0 0-4-16,0 0 28 15,0 0 5-15,0 0-9 0,0 48-32 16,0-36-13-16,4-2 3 16,12-1-7-16,6-7-7 15,4-2-61-15,0-8-59 16,-7-9-72-16,-9 3 19 15,-8 7 76-15,-2 5 111 16,0 2 133-16,0 0 17 16,0 10-33-16,0 11-44 15,0 2 25-15,0-1-77 16,8-4 14-16,12-4 0 0,3-9-33 16,8-5 24-16,6-4-24 15,7-28 15-15,6-11-17 16,1-13-83-16,-3-5 7 15,-5 2 66-15,-10-2-9 16,-10-2 15-16,-9-10 4 16,-8-1 0-16,-6 1 3 15,0 10 12-15,-7 18-15 16,-6 17 61-16,2 16 2 16,3 9 27-16,5 3-26 15,2 6-51-15,-1 26-13 16,2 18-10-16,0 18 10 15,0 11 0-15,21-4 9 0,6-5-27 16,6-16 19-16,4-10-1 16,-4-13 0-16,0-14-99 15,-7-13-69 1,-6-4-229-16</inkml:trace>
  <inkml:trace contextRef="#ctx0" brushRef="#br0" timeOffset="48972.32">29268 9419 836 0,'0'0'36'0,"89"-55"-10"15,-20 15-13-15,8-2-9 16,13 1-4-16,13 3-86 15,7 3 11-15,3 5-265 16</inkml:trace>
  <inkml:trace contextRef="#ctx0" brushRef="#br0" timeOffset="49580.918">28514 10467 704 0,'0'0'117'0,"0"0"-12"0,0 0-98 16,0 0-7-16,0 0 0 16,18 89 0-16,-7-26 10 15,0 4-8-15,0-2 0 16,0 0 4-16,-3-8-2 16,0-5-4-16,-2-10 0 15,-3-11-56-15,-3-12-24 16,0-14-176-16,0-5-286 15</inkml:trace>
  <inkml:trace contextRef="#ctx0" brushRef="#br0" timeOffset="49851.963">28371 10423 599 0,'0'0'26'16,"112"-34"-22"-16,-36 29 31 15,2 5-34-15,-4 26 11 16,-11 17-10-16,-13 12 12 16,-15 5-18-16,-19 1 4 15,-13 2 0-15,-3-4 23 16,-22-5-4-16,-15-6 27 16,-8-8 14-16,-7-7-45 15,-3-7 4-15,-4-10-19 16,-2-7 0-16,6-9 0 15,4 0-80-15,12-22-67 16,8-14-188-16</inkml:trace>
  <inkml:trace contextRef="#ctx0" brushRef="#br0" timeOffset="50658.39">28802 10793 567 0,'0'0'74'0,"0"0"-27"16,115-58 58-16,-64 17-29 0,5-6-72 16,1-4 0-1,-3-3-4-15,-9 1 0 0,-14 6-4 16,-13 10 9-16,-14 13-5 15,-4 15 0-15,-18 9-7 16,-11 9 7-16,-7 27-1 16,1 11 1-16,4 15 32 15,7 5-22-15,9-3 25 16,12 0-1-16,3-11-21 16,8-8-9-16,18-11-4 15,7-16 0-15,8-12 14 16,6-6-10-16,8-16 0 15,5-18-4-15,1-8-56 0,-5-8 16 16,-10-4-12-16,-13-4-8 16,-11-9 56-16,-10-8-24 15,-6-6 28 1,-4-9-12-16,-2-8 1 0,0 1-27 16,0 8-39-16,-6 16-2 15,-7 23 79-15,-1 19 112 16,5 15-31-16,3 14 37 15,4 2-86-15,2 29-23 16,0 24-9-16,0 22 0 16,0 10 42-16,11 9-31 15,6 1 16-15,3-3-15 0,4-13-3 16,1-13-10-16,0-20 1 16,-1-18 0-16,-1-14 1 15,4-12-1-15,4-2-19 16,3-22 14-16,5-13-77 15,-6-10 60-15,-5-9-62 16,-11-2-25-16,-4 0-7 16,-10 9-13-16,-3 15 129 15,0 11 71-15,-2 13 37 16,-6 8 10-16,0 0-1 16,-1 22-111-16,1 17 36 15,3 14-13-15,5 2 16 16,0-3-10-16,15-6-22 15,8-14-15-15,4-11 2 16,6-9 0-16,9-12-18 0,8 0 18 16,6-23-46-16,-5-12 21 15,-7-6-105-15,-13-1 26 16,-12-2-124-16,-16 0 1 16</inkml:trace>
  <inkml:trace contextRef="#ctx0" brushRef="#br0" timeOffset="51190.966">30297 9718 501 0,'0'0'180'16,"0"0"-151"-16,0 0 44 16,-30 88-3-16,18-18-10 15,3 10 22-15,6 1-59 0,3-3 13 16,0-3-36-1,18-14 17-15,6-13-7 0,2-9-8 16,3-13-2 0,1-13 6-16,5-13 0 0,4-3-12 15,10-29-13-15,4-11-33 16,2-5 49-16,-3-5-31 16,-9 2 27-16,-11 3-25 15,-13 11 20-15,-11 15 12 16,-8 10 12-16,0 10 6 15,0 2 69-15,-6 11-69 16,-7 20-2-16,-1 10 12 16,6 4-25-16,8-3 19 15,0-3-22-15,14-9 15 16,13-7-15-16,9-12 0 0,14-11-20 16,16 0-42-16,13-22-170 15,-3-9 20 1,-12-5-245-16</inkml:trace>
  <inkml:trace contextRef="#ctx0" brushRef="#br0" timeOffset="51378.843">30258 10115 821 0,'0'0'35'15,"0"0"-35"-15,106-98 0 0,-35 53 15 16,12-2-15-16,8-3-88 16,0 0-253-16</inkml:trace>
  <inkml:trace contextRef="#ctx0" brushRef="#br0" timeOffset="58638.597">30323 8366 603 0,'0'0'89'0,"0"0"-89"0,16 96 0 16,-8-38 4-16,-2-2 12 15,-3-5 4-15,2-13 31 16,-1-13-41-16,-1-12 21 16,8-9-4-16,4-4-9 15,21-6 42-15,29-29-16 16,27-13-21-16,17-13-6 15,9 1-11-15,-9-1-6 16,-10 8 0-16,-12 0-18 16,-13 6-30-16,-13 10-34 15,-15 14-70-15,-19 8-80 16</inkml:trace>
  <inkml:trace contextRef="#ctx0" brushRef="#br0" timeOffset="87202.896">25198 5036 406 0,'0'0'64'15,"0"0"-64"-15,0 0 12 16,0 0 28-16,0 0 60 15,0 0-83-15,0 0-7 16,0 0 1-16,-3 1 3 0,3-1 35 16,0 0-16-16,0 0 29 15,0 0-26-15,0 0-10 16,0 0 14-16,0 0-35 16,0 0-3-16,0-3-2 15,17-11 2-15,8-13-2 16,12-2 0-16,2-5 6 15,0 2-11-15,-3-1 5 16,2 1 0-16,1 1-2 16,3 0 13-16,3 3-9 0,-5 7-2 15,-4 2 0 1,-6 4-20-16,-8 3-2 16,-7 4-4-16,-2 5 3 15,-3 3-63-15,-3 0 31 0,0 0-43 16,-5 3-111-16,-2 7-13 15</inkml:trace>
  <inkml:trace contextRef="#ctx0" brushRef="#br0" timeOffset="87478.682">25467 5175 437 0,'0'0'121'0,"0"0"-98"15,0 0 28-15,0 0 28 16,0 0-6-16,0 0-73 16,100-87 0-16,-36 39 24 15,3 0-24-15,-3-2-2 16,2 3-7-16,3-3-8 15,2 2-36-15,2 5-64 16,-10 5-60-16</inkml:trace>
  <inkml:trace contextRef="#ctx0" brushRef="#br0" timeOffset="99093.073">5101 7945 428 0,'0'0'75'0,"0"0"-34"16,0 0 18-16,0 0-9 15,0 0 7-15,-75-75-31 16,59 63-24 0,1 0 36-16,-3-1-30 0,2 1 3 15,-1 1 7-15,-5-2-17 16,1 2 15-16,-3-1-16 16,-6-1 6-16,-3 1-7 15,-5 1 4-15,-4 1-3 16,-6 0 0-16,-1 3-3 15,-5 0 3-15,-1 3 0 16,-3 2 0-16,1-1-9 16,-4 3 12-16,-6 0-3 15,0 0 5-15,-5 0-5 0,-1 1-4 16,6 7-2-16,0 1 4 16,1 0-8-16,1 4 18 15,-1-2-8-15,-1 4 0 16,1 2 0-16,-1 2-3 15,-3 4-1-15,0 1 0 16,6 2-2-16,1 1 6 16,5-1 0-16,4 1 3 15,3 0-1-15,-1-1-2 16,2 3 0-16,2 3 3 16,5-1-3-16,2 2 1 15,10-3 0-15,9 0-1 16,4-3-10-16,6-2 10 0,4 0-9 15,1 3-5-15,1 4 3 16,3 1 13-16,0 4-2 16,0 1 0-16,3 1 2 15,0 3-2-15,0-2 0 16,0 2-5-16,0-1 0 16,0 1 7-16,3 1-2 15,6 0 7-15,0-3-7 16,3 3-7-16,1-1 5 15,4 0 0-15,2 2-3 16,6-1 10-16,8 1-4 16,0 2 2-16,9 0 4 0,1 0-14 15,0 4 0 1,5-2 7-16,0-3 2 0,4-4-1 16,3-3-1-16,6-5 0 15,3-5 4-15,2-4-11 16,-2-3 7-16,-1-6 0 15,0-2 3-15,-2-6-1 16,3-6-2-16,9-1 2 16,0-4 2-16,9-13-4 15,9-9 0-15,6-1 0 16,0-4-6-16,0-1 6 16,-9 1 0-16,-6-2 1 15,-5 2 6-15,-8 1-14 16,-3 1 6-16,-10-2 1 15,1-1 4-15,-6-2-4 0,1-3 0 16,-6 1 0-16,-4-3 16 16,-6 2-19-16,-2-4 3 15,-4 1 0-15,-3-1 6 16,0-5-1-16,-5 0-5 16,-4-3 4-16,-5-5 3 15,-7-8-7-15,-6-5 0 16,0-8 2-16,-3-8 5 15,-14-8-6-15,-6-2-1 16,-7 4 4-16,-1 6-4 0,-9 10 0 16,-4 11-2-1,-3 4 1-15,-1 7 1 16,-3 5 13-16,-1 6-11 0,3 8-2 16,-5 7-1-16,5 6 0 15,1 11-13-15,2 8-30 16,4 3-1-16,5 26-120 15,4 9 16-15,-1 6-79 16</inkml:trace>
  <inkml:trace contextRef="#ctx0" brushRef="#br0" timeOffset="99689.013">5147 9075 593 0,'0'0'31'0,"0"0"-31"16,0 0-27-16,0 0 26 16,0 0 1-16,103-17 0 15,-36 10 4-15,21-2-4 16,19-1 0-16,7-3-5 15,1 2 12-15,-8 0-8 0,-7 3 1 16,-9 0 0-16,-15 5-2 16,-12-2 2-16,-16 2 0 15,-12 0 5-15,-11 2-5 16,-7 1 0-16,-12 0-2 16,-6 0-118-16,0 0 48 15,-16 7-19-15,-22 3-100 16</inkml:trace>
  <inkml:trace contextRef="#ctx0" brushRef="#br0" timeOffset="100362.587">5802 8686 347 0,'0'0'0'0,"-96"58"5"16,37-24-5-16,2-3 20 15,2-4 11-15,10-5 32 16,12-3-35-16,6-3 17 0,10-1-32 15,3 0-13 1,8 2 3-16,-1 2 12 0,4-2-15 16,1-1 0-16,2-4 0 15,0-2-3-15,0-2-3 16,0 1 0-16,0 0 6 16,5 2 5-16,2-3 2 15,-1-2-5-15,-3 2 2 16,2-3-2-16,-4-3-4 15,1 0-4-15,-1-2 5 16,-1 0 1-16,2 0-8 16,-1 3-4-16,2-3 12 0,3 4 0 15,1-1 13-15,4 1 5 16,4-1 6-16,1 2-24 16,5 2 5-16,4 1 3 15,8 5 3-15,3 2 2 16,3 0 2-16,1 2-11 15,-4 0 6-15,0 0-10 16,-3 0-9-16,-5-3 9 16,-4 0 7-16,-6-4-6 15,-8-3-2-15,-4-1 9 16,0-5-8-16,-4-1 1 16,-2 0 26-16,0 0 82 15,0-7-22-15,0-13-41 16,-14-7-41-16,-5-5-5 15,4-2-1-15,0-2-4 0,12-8-35 16,3-6-112-16,0-15-213 16</inkml:trace>
  <inkml:trace contextRef="#ctx0" brushRef="#br0" timeOffset="115766.896">8525 6195 242 0,'0'0'0'16,"-125"54"0"-1,61-12-6-15,-4 5 3 16,-4 9 6-16,0 2 2 15,-1 5 8-15,0 10-11 0,7 4-2 16,2 7 0-16,4 8-1 16,4 6-25-16,4 5-12 15</inkml:trace>
  <inkml:trace contextRef="#ctx0" brushRef="#br0" timeOffset="116615.733">5429 8296 546 0,'0'0'44'0,"0"0"-35"15,0 0 34-15,0 0 23 16,0 0-50-16,0 0-16 16,-25 7-28-16,25-7 25 15,9 0-13-15,13-4 16 16,5-9 1-16,6-6 7 0,7-5 3 15,11-9 16-15,8-14-22 16,7-9 13-16,3-11-17 16,2-3 6-16,-5-1-5 15,-2 5 3-15,-3 2 0 16,-4 5-4-16,-5 6-1 16,-4 7 0-16,-7 10-1 15,-8 4 1-15,-3 9 0 16,-7 4-2-16,-1 5-6 15,-6 8-33-15,-1 3-57 16,-3 3-35-16,-6 5 49 0,-6 18-23 16</inkml:trace>
  <inkml:trace contextRef="#ctx0" brushRef="#br0" timeOffset="117364.738">5766 7754 317 0,'0'0'23'0,"0"0"-12"16,0 0 42-16,0 0-5 15,0 0-27-15,0 0-1 16,-49-16-20-16,40 38 7 15,-2 6-5-15,-2 8-2 0,-2 4 0 16,5 1 37 0,-4 1-37-16,2 3 0 0,-4 2 0 15,4 4 6-15,-3-3 38 16,0 0-38-16,2-6 3 16,1-1-5-16,3-7 3 15,0-2 24-15,6-9-17 16,3-5-14-16,0-6-25 15,0-5-4-15,6 1 19 16,13-6 10-16,8-2 5 16,7 0 2-16,7-15 34 15,6-6-37-15,0-3-8 16,0 1 3-16,-2 1 1 16,1 2 2-16,-1 5 7 15,-2-3-12-15,-5 7 3 0,-7 1 0 16,-9 3 0-16,-11 4-1 15,-5 2 1-15,-6 1 12 16,0-1-2-16,0-2 61 16,-21-2-18-16,-15-5-49 15,-7-4 1-15,-4-3-4 16,0-2-1-16,2-5 0 16,2-3 8-16,4-5-8 15,3-9 0-15,2-7 3 16,1-1-12-16,11-1 6 0,4 4-11 15,10 7-1 1,8 4-54-16,0 12-98 16,0 9-32-16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1-11T14:28:21.7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18340 1584 449 0,'0'0'17'15,"0"0"-17"-15,0 0-14 16,0 0 14-16,0 0 28 16,0 0-9-16,84 0-3 15,-46 0 7-15,8 0-22 16,7 0 27-16,11 0 14 15,4-5-5-15,7-5-8 16,6 0-10-16,5-1-19 16,8-2 7-16,11 1 4 15,6-2-6-15,6 2-5 16,0 2 2-16,-3 3-5 0,-2 2 6 16,-2 0-3-1,-2 2 0-15,2 0 8 0,2 2-6 16,3 1-2-16,10 0 0 15,-1 0 4-15,4 0-3 16,2 0-1-16,-5 7 0 16,-1 8 6-16,-3 2-6 15,-3 2 2-15,-7 0 0 16,-3-2 2-16,-1-4-4 16,-7-4-14-16,-7-4 3 15,-7-5-12-15,-11 0-2 16,-8 0-22-16,-1 0-26 0,-5-11-30 15,-2-2 10-15</inkml:trace>
  <inkml:trace contextRef="#ctx0" brushRef="#br0" timeOffset="11441.284">19384 2441 352 0,'0'0'33'0,"0"0"-15"16,0 0-18-16,0 0 5 15,0 0 16-15,0 0-3 16,0 0-15-16,1-2-3 16,3 2 0-16,-1 0-1 15,3 2 4-15,4 2 4 16,3 1-7-16,3 0 13 15,6 1 10-15,5 0 24 16,4 0-29-16,5 2-11 0,4-3-6 16,6 2 10-1,3 1-7-15,2-1 14 16,3-2-3-16,1 0-10 0,3 0 5 16,3-2-10-16,2-3 5 15,1 0 18-15,-1 0-11 16,0 0-10-16,2 0-1 15,2 0-1-15,6-4 0 16,5 0-1-16,1-1 1 16,1 1 8-16,-2 0-8 15,3-3 0-15,-1 1-1 16,-1-2 8-16,2 0-7 16,-5-1 0-16,1-5 1 15,-2 2 3-15,1-1-3 16,-6 1 0-16,-3 0-1 0,-2 2-1 15,-2 0 0 1,3 1-1-16,3 0 2 16,4-1 0-16,3-1 0 0,-3 0 3 15,3 3-2-15,-3-4 0 16,0 3-1-16,-4 1 0 16,-3-1 1-16,-5 2-2 15,-5 0 1-15,2 1 0 16,-2-1-1-16,-2 2 6 15,-1 0-7-15,1 0 2 16,-2 0-5-16,-3-1 3 16,2 1 4-16,2 0 2 0,3 1 0 15,-2 0-4-15,-1 0-3 16,-1 1-2-16,-2 1 10 16,0 1-5-16,4 1 0 15,1 0 0-15,-1 0-3 16,3 0 4-16,-2 0-1 15,3 0 0-15,-1 0 1 16,-1-2-2-16,-1 2 1 16,-5 0 0-16,-3 0 1 15,0 0 0-15,2 0-1 16,0 0 0-16,2 0-5 16,4 0 2-16,3 0 3 15,3 0 0-15,7 0 4 16,0 0-4-16,-1 0-13 15,0 0 5-15,-6 0 7 0,-1 0 0 16,1 0 2-16,-1 0 0 16,0 0-1-16,-1 2 5 15,-4-2-5-15,-1 1 0 16,-2 1-2-16,1-2-2 16,-4 3 4-16,2 1 0 15,-2-2 6-15,-3 3-6 16,0-2-6-16,-4 0 5 15,-3 2 1-15,1-1 2 16,2 1-2-16,1-2 0 16,2 4-1-16,-2-2-1 15,2 0-8-15,1 2 8 0,0-1 4 16,3 0-11 0,2 1-7-16,8-3 16 0,5 2 5 15,4-1-5-15,2-2-16 16,-1 2 16-16,-2-4-6 15,-4 2-7-15,-3 2 24 16,-2 0-11-16,0 0 17 16,1-1-15-16,1 1-2 15,3 0 16-15,7 0-6 16,1 0 8-16,4 2-18 16,2 0 1-16,-5 3 1 15,1-1-2-15,-3 4-1 16,2-1-4-16,1 2 10 15,-1-1 0-15,-2-1-5 0,0-1 0 16,3 0-4-16,3-2 4 16,3 2 0-16,3-5 0 15,4 1 9-15,5-3-13 16,6-4 4-16,4 0 0 16,-6 0 8-16,0-2-8 15,-6-7-1-15,-3 1-3 16,-1-1 4-16,-5 0 1 15,-6-2-1-15,-4 3 0 16,-6 0-2-16,-7-2 2 16,-5 2 0-16,-9-1 0 0,-10 1-52 15,-11 1 13-15,-7 3-31 16,-6-4-35-16,-9 1-2 16</inkml:trace>
  <inkml:trace contextRef="#ctx0" brushRef="#br0" timeOffset="13337.27">6193 3391 375 0,'0'0'58'0,"0"0"-58"15,0 0-3-15,0 0 2 16,0 0 2-16,0 0 6 16,73 12 5-16,-27-10 1 15,6-2 54-15,14 0-42 16,7 0-7-16,15 0 9 15,9 0-13-15,3 0 26 0,1 0-35 16,1 0-5 0,2 0 8-16,2 3-7 0,0 5-1 15,-3 3 0-15,1-1 10 16,2 3-8-16,6-1-2 16,7-4 2-16,8-2-4 15,4-4 11-15,-2-2-12 16,-5 0 3-16,-10-5 0 15,-11-9 3-15,-3 5-2 16,-12 4 0-16,-5-1 1 0,-6 6 0 16,-4 0-2-1,1 3 0-15,3 9 3 0,5 1-3 16,-2-2 0-16,-1 2-12 16,-1-4-8-16,-4-9-94 15,-5 0-58-15</inkml:trace>
  <inkml:trace contextRef="#ctx0" brushRef="#br0" timeOffset="42092.483">24455 3481 416 0,'0'0'247'15,"0"0"-247"-15,0 0 11 16,0 0-6-16,0 0 10 15,0 0-13-15,0 0-2 16,-10 25 0-16,9-6-7 16,1-2 7-16,0-3 0 15,0-7 6-15,7-2-6 16,6-3 0-16,8-2-8 16,9 0 21-16,17-20-5 15,15-13-5-15,13-9 5 16,4-6 3-16,-2-1-2 0,-7 4-4 15,-7 3-5-15,-6 3 3 16,-4 6-5-16,-6 6 2 16,-4 6 0-16,-7 5-1 15,-6 7 5-15,-10 5-8 16,-6 4-6-16,-5 0-40 16,-6 4-42-16,-3 13-22 15,0 3 14-15,0-1-87 16</inkml:trace>
  <inkml:trace contextRef="#ctx0" brushRef="#br0" timeOffset="42501.402">25244 3642 511 0,'0'0'43'0,"0"0"19"16,0 0-60-16,72-105 61 15,-21 56-27-15,13-3-31 16,21-3 6-16,15-3-11 16,18-2 7-16,7 7-15 15,-3 6 8-15,-11 14-10 16,-24 7-140-16,-28 9-107 15</inkml:trace>
  <inkml:trace contextRef="#ctx0" brushRef="#br0" timeOffset="106933.26">29657 7345 499 0,'0'0'78'0,"0"0"-68"16,0 0-10-16,0 0 19 15,0 0-10-15,0 0-8 16,0 0-2-16,9 38 2 16,-5-7 1-16,5 12 14 15,2 12-7-15,-1 9 13 16,2 9-7-16,-2 6 16 16,0 4-28-16,-2 1 0 15,-2-2 9-15,-1 2-7 16,-1-6-5-16,1-1 0 15,-2-3 3-15,-3-8-3 16,0-7 0-16,0-7 4 16,0-5-7-16,0-5 3 15,0-8-6-15,-2-4-42 16,-2-13-145-16,-2-8 53 0</inkml:trace>
  <inkml:trace contextRef="#ctx0" brushRef="#br0" timeOffset="107565.593">29699 7654 483 0,'0'0'66'15,"0"0"-8"-15,0 0-12 16,-25-72-2-16,36 46-41 16,22-8 12-16,12-5-15 15,15-5 1-15,8-1-6 16,4 0 10-16,1 4-5 16,0 1 11-16,-3 5-11 15,0 2 0-15,-2 3 3 16,-5 3-1-16,-5 7-2 15,-10 7 0-15,-8 10 0 16,-9 3-11-16,-9 15 2 0,-8 20 9 16,-5 15 5-16,-5 20 3 15,-4 19-3-15,0 16-4 16,-5 14 1-16,-3 4 27 16,8 0-13-16,2-1-8 15,22-2-8-15,4-4 10 16,2-9-10-16,-4-13 0 15,0-11 0-15,-3-16 2 16,-6-9 4-16,-5-14-2 16,-6-9-4-16,-4-7 2 15,-2-9-2-15,0-5 0 16,-11-1 3-16,-15-1 20 16,-13-2 1-16,-13 0-7 15,-11 1 4-15,-9 1-13 0,-5 3-8 16,-7 1 0-16,2-1 3 15,2 2-11-15,2-2 16 16,8-4-5-16,9-3-2 16,7-3 2-16,11-5-6 15,10 0-5-15,9-5-67 16,7-17-1-16,6-9-256 16</inkml:trace>
  <inkml:trace contextRef="#ctx0" brushRef="#br0" timeOffset="107885.298">29897 7979 717 0,'0'0'44'16,"0"0"1"-16,0 0-45 15,50-77 13-15,1 49 23 16,12 0-36-16,10-2 4 16,5 0 2-16,-2 1-5 15,-5 4-2-15,-6 3 1 16,-13 11-34-16,-12 7 11 0,-12 4-60 15,-15 0-111-15,-13 12 34 16</inkml:trace>
  <inkml:trace contextRef="#ctx0" brushRef="#br0" timeOffset="108125.174">29897 8574 534 0,'0'0'126'0,"0"0"-122"16,0 0 40-16,100-43 50 16,-43 11-93-16,10-6 6 0,6 1-7 15,-3 3 6-15,-9 5-27 16,-12 10 20-16,-18 9-75 15,-12 10-91-15,-16 0-26 16</inkml:trace>
  <inkml:trace contextRef="#ctx0" brushRef="#br0" timeOffset="108274.772">30132 8719 372 0,'0'0'0'0,"94"-55"0"0,-47 21-14 16,-6-3-11 0,-11 5-158-16</inkml:trace>
  <inkml:trace contextRef="#ctx0" brushRef="#br0" timeOffset="109999.8">23717 9199 463 0,'0'0'186'0,"0"0"-131"0,-100 4-45 16,87-3 14-16,13-1 48 15,13 0-52-15,36-14-20 16,31-19 0-16,27-17 4 16,18-15-3-16,18-4-1 15,8-1 0-15,-5 5 1 16,1 7-1-16,-15 4 0 16,-17 6 0-16,-11 5-6 15,-16 4 3-15,-17 7 3 0,-16 6-1 16,-16 6-29-1,-17 9 28-15,-12 5-3 0,-6 6-3 16,-4 0 8-16,0 0 0 16,0 0 3-16,0 0-3 15,0 0 1-15,0 0-2 16,0 13-5-16,0 13-7 16,3 19 10-16,5 13 4 15,1 12-1-15,3 11 28 16,8 11-26-16,2 5 14 15,3 0-11-15,1 7 7 16,-1-9 6-16,0-1-15 16,1-3-2-16,-1-13 11 15,-1-2-3-15,-3-4-9 16,0-10 0-16,-2-8 1 0,-7-13 1 16,0-10-2-16,-3-9 6 15,-3-5-11-15,1-7 10 16,-2-5-10-16,-2-5-54 15,-3 0-30-15,0-21 35 16</inkml:trace>
  <inkml:trace contextRef="#ctx0" brushRef="#br0" timeOffset="110645.915">23787 9251 395 0,'0'0'80'15,"0"0"-13"-15,0 0 4 0,0 0 18 16,0 0-89-16,0 0 0 16,18 107 23-16,5-22-18 15,2 22 26-15,2 11-21 16,2 3-5-16,3 7 22 15,-2-7-19-15,-1-5 1 16,0-5-5-16,-6-4 3 16,-4-15-7-16,-7-8 0 15,-2-17 0-15,-4-17-3 16,-3-17 3-16,2-13 0 16,-2-10 0-16,4-8 5 15,9-2-5-15,10-6 0 16,19-25 9-16,23-15 4 15,17-16-9-15,26-16-1 0,17-6 9 16,13-1-8-16,9 0-4 16,0 8 0-16,-12 7 2 15,-10 4 0-15,-15 9-2 16,-10 10 0-16,-18 9-4 16,-15 11 12-16,-28 10-15 15,-18 7 7-15,-15 10-73 16,-9 0 62-16,-3 0-21 15,-25 20-19-15,-14 8-16 16,-12 10-66-16,-4 0 27 16,-2 1-55-16</inkml:trace>
  <inkml:trace contextRef="#ctx0" brushRef="#br0" timeOffset="110987.528">24718 10328 526 0,'0'0'8'16,"-61"83"16"-16,24-10-9 15,-2 5 78-15,0 0-36 16,6-5-30-16,5-8-19 16,7-4 21-1,3-8-29-15,8-7-6 0,5-12 1 16,5-11 5-16,0-9-1 16,5-11-24-16,20-3-80 15,12-30-15-15,5-19-23 16,3-16-136-16</inkml:trace>
  <inkml:trace contextRef="#ctx0" brushRef="#br0" timeOffset="111298.699">25107 10118 379 0,'0'0'75'0,"0"0"-54"15,0 0-9-15,109 42 88 16,-70-7-46-16,3 7-36 15,7 3-10-15,5 1 5 16,2-2-9-16,1 3 2 16,-3-5-6-16,-10-6 13 15,-12-8-21-15,-17-11 16 16,-6-8-8-16,-9-2 19 16,0 0-16-16,-30 4 89 15,-22 5-59-15,-17 2-28 16,-8 4 18-16,-4 3-8 0,0 3-1 15,-1 0-10-15,4 0 2 16,9-1-10-16,17-6 4 16,14 0-35-16,19-9-9 15,9-2-93-15,8-10-138 16</inkml:trace>
  <inkml:trace contextRef="#ctx0" brushRef="#br0" timeOffset="115075.891">29293 7703 347 0,'0'0'55'15,"0"0"-40"-15,0 0 57 16,0 0 6-16,0 0-23 16,0 0-21-16,-11-12-26 0,11 12-6 15,0 0-4-15,15 0-4 16,14 0 6-16,10 0 0 15,5 0 14-15,3 0-17 16,-4 0 3-16,-5 5 0 16,0 5 2-16,-2-1-2 15,1 1 0-15,-6 0-1 16,-3 0 8-16,-8-3-9 16,-7-1 2-16,-5-3 0 15,-5 0-6-15,-3-2 1 16,0-1 5-16,0 1-1 15,-6 5 17-15,-12 1-6 16,-3 2 1-16,-3 0 1 16,-1 1 15-16,-2 0-22 15,-3 3 7-15,2 0-11 0,1 0 9 16,4 1 0-16,3 3-7 16,-1 4-3-16,1 4 1 15,-4 3 3-15,2 5-4 16,0 2 0-16,1 3-2 15,3-3-1-15,4-2 3 16,1-10 0-16,3-4 1 16,1-9-1-16,0-6 0 15,3-2 7-15,-2-2 3 16,0 0-10-16,3 0 8 0,-1-16 11 16,3-10 20-16,0-3-31 15,1-5 9 1,2-4-16-16,0 1 7 0,0-2-13 15,0-2 5-15,2-2 0 16,1 6 1-16,0 0 4 16,-3 6-5-16,0 7 0 15,0 4-16-15,0 7-23 16,0 3-27-16,0-1-91 16,-9 3-82-16</inkml:trace>
  <inkml:trace contextRef="#ctx0" brushRef="#br0" timeOffset="122293.972">30704 7957 26 0,'0'0'60'16,"0"0"-28"-16,0 0 3 15,0 0-16-15,0 0-6 16,0 0-1-16,0 0-12 16,-36 1 0-16,36-1-3 15,0 0 7-15,0 0-2 16,0 2-2-16,0-2 0 15,0 0 0-15,0 0 0 16,-1 0-2-16,1 0 2 0,0 0 0 16,0 0-22-1,0 1-16-15,0 0-34 0</inkml:trace>
  <inkml:trace contextRef="#ctx0" brushRef="#br0" timeOffset="122606.133">30704 7957 11 0</inkml:trace>
  <inkml:trace contextRef="#ctx0" brushRef="#br0" timeOffset="122688.913">30704 7957 11 0,'-64'41'74'0,"64"-41"-2"0,0 0-38 0,0 0 18 0,-3 0-31 16,-3 0-21-16,1 0 0 15,-1 0-2-15,2 0-17 16,-2 0-40-16,2 0-65 16</inkml:trace>
  <inkml:trace contextRef="#ctx0" brushRef="#br0" timeOffset="127154.579">24302 9690 266 0,'0'0'87'0,"0"0"-62"15,0 0-2-15,0 0 122 16,0 0-118-16,0 0 56 15,-9-3-58-15,9-4-19 16,0 0 29-16,2-5-35 16,8 2 0-16,3-5 27 15,7-3-18-15,2 0-12 16,7-4 3-16,5-3-1 16,1 1-5-16,3 1 6 15,-4 6 0-15,-5 3-4 16,-7 6-47-16,-7 2 7 15,-2 5-84-15,-2 1 69 16,-4 0 6-16,2 0 16 16,-6 5-100-16,-3 5 1 15</inkml:trace>
  <inkml:trace contextRef="#ctx0" brushRef="#br0" timeOffset="127354.041">24500 9682 241 0,'0'0'118'0,"0"0"-83"16,0 0-3-16,0 0 23 16,0 0-48-16,0 0 1 15,42-60-8-15,-15 43-5 16,0 2-86-16,-3 1-13 0</inkml:trace>
  <inkml:trace contextRef="#ctx0" brushRef="#br0" timeOffset="127555.504">24526 9769 390 0,'0'0'55'16,"0"0"-24"-16,0 0-15 0,0 0-9 16,0 0-7-1,89-80-5-15,-55 62-80 16,-5 6 6-16,-13 6-251 0</inkml:trace>
  <inkml:trace contextRef="#ctx0" brushRef="#br0" timeOffset="127734.074">24606 9895 366 0,'0'0'40'16,"0"0"-25"-16,0 0 33 0,0 0-4 16,0 0-43-16,73-71-1 15,-38 50-35-15,-1-3-69 16,-6 2-127-16</inkml:trace>
  <inkml:trace contextRef="#ctx0" brushRef="#br0" timeOffset="127905.607">24788 9902 402 0,'0'0'52'0,"0"0"-20"15,0 0 13-15,0 0 49 16,0 0-94-16,76-78-4 0,-35 48-99 16,2-2-189-16</inkml:trace>
  <inkml:trace contextRef="#ctx0" brushRef="#br0" timeOffset="129163.822">26976 9336 141 0,'0'0'0'16,"0"0"-24"-16,0 0 0 15,0 0-5-15</inkml:trace>
  <inkml:trace contextRef="#ctx0" brushRef="#br0" timeOffset="135577.704">26114 11853 239 0,'0'0'12'0,"0"0"-9"16,0 0 0-16,0 0 14 16,0 0-8-16,0 0-6 15,0 0 10-15,49-7-12 16,-43 4 4-16,-3 0 4 15,1 1-8-15,-1-3 26 16,-2 1 6-16,2-3 0 16,-3-1 46-16,1-2-70 15,-1-2 29-15,0 0-5 16,0 0-7-16,0-2 11 16,0 2 0-16,0-1-24 15,-5 2 37-15,-3 3-3 16,0 0-27-16,1 5 21 15,-3 2-5-15,-1 1-3 0,-4 0-33 16,-4 6 11-16,-5 12-17 16,0 2 6-16,0 3 0 15,3 4-4-15,2 0 8 16,5 4-4-16,6-2 0 16,5-4 0-16,3-1-3 15,0-2 3-15,20-8 0 16,12 1-7-16,7-8-7 15,5-6-11-15,1-1-2 16,-3 0 9-16,-5 0 14 0,-4 0-5 16,-5 10 9-16,-3 5-7 15,-6 8 2 1,-3 4 5-16,-9 1-5 16,-5 0 2-16,-2 2 3 0,-3-1 0 15,-16 0 17-15,-10-2 6 16,1-3-22-16,-8-5 20 15,5-6-12-15,3-5-6 16,5-3 19-16,2-5-20 16,5 0 6-16,4-6-8 15,3-18-7-15,3-8-50 16,6-10-34-16,0-1-18 16,0 2-114-16,0 5-151 0</inkml:trace>
  <inkml:trace contextRef="#ctx0" brushRef="#br0" timeOffset="136018.028">26284 12148 285 0,'0'0'51'15,"0"0"-18"-15,0 0-20 16,0 0 65-16,88 48-17 15,-67-48-14-15,3-14-8 0,0-8 3 16,-5-7-18-16,-5-2-7 16,-5-1-10-16,-5-1-4 15,-4 3-3-15,0-2 15 16,-7 6-7-16,-7 7-5 16,-2 4 1-16,1 2 2 15,0 6 8-15,3 3 11 16,1 2 19-16,0 2-32 15,0 0 9-15,2 6-20 16,0 12 3-16,5 8 1 16,2 3 1-16,2 3-6 15,0-4 0-15,14-6 1 16,5-6-6-16,7-8 5 16,3-8 0-16,4 0 0 15,5-18-58-15,-1-11 6 16,-3-2-9-16,-4-3-129 15,-8 4 72-15,-2-2-267 0</inkml:trace>
  <inkml:trace contextRef="#ctx0" brushRef="#br0" timeOffset="136758.122">26766 11712 320 0,'0'0'10'16,"0"0"37"-16,0 0-37 15,0 0 5-15,-2-77 18 16,-6 64-33-16,-1 3 17 16,-2 2 9-16,-1 0 52 15,3 5-17-15,-1 3 14 16,0 0-63-16,1 0 13 16,-1 0-23-16,0 16 25 0,1 14-27 15,0 7 19 1,3 2-17-16,5-3 5 0,1-9-5 15,0-4 5-15,4-5-7 16,14-3 0-16,8-6-4 16,3-5 1-16,6-4-5 15,-2 0-8-15,-1-9-19 16,-2-6 28-16,-3 0-33 16,-5 1 35-16,-4 3 1 15,-4 5-3-15,-8 3 5 16,1 3 2-16,-4 0-8 15,0 3 3-15,0 14 5 0,-3 1 11 16,0 0 21 0,0-1-22-16,0 0 15 0,-2-2 4 15,-5-1-26-15,-2-4 17 16,0-2-16-16,3-1 2 16,0-3 3-16,2-3 5 15,2-1-14-15,-2 0 2 16,1 0 2-16,-3-2-6 15,1-11 2-15,2-2-40 16,3-6 22-16,0 2-17 16,0-3 27-16,0 2-6 15,0 0-8-15,2 0 18 16,5 3-23-16,2-1 6 16,-3 1 19-16,3 0-53 15,-3 0-28-15,-1-1 50 0,1-1-19 16,1 3 35-16,-3-1-18 15,1 3-12-15,-1-1-59 16,-2 5-93-16</inkml:trace>
  <inkml:trace contextRef="#ctx0" brushRef="#br0" timeOffset="137323.609">26978 11483 175 0,'0'0'112'0,"0"0"-105"16,0 0 11-16,0 0 34 15,0 0-24-15,0 0 30 16,1-35-19-16,-5 35 40 16,-3 5-65-16,2 9 6 15,1 5-20-15,4 4 9 0,0-1-3 16,0-2 8-16,7-3-14 16,14-7 0-16,6-2 10 15,1-4 4-15,0-1 2 16,-3-1-16-16,0-1 0 15,-6 4 0-15,-4 2 4 16,-5 3-8-16,-8 1-10 16,-2 6 14-16,0 5 8 15,-12 3 16-15,-8-2-3 16,1-2 24-16,6-4-37 16,2-8 13-16,7-1-21 15,2-6 9-15,2-2-8 16,0 0 1-16,0-5-2 0,10-28 0 15,10-12-24 1,5-10 21-16,1-1-5 0,-4 7 4 16,-2 5-3-16,-1 6 9 15,0 9-2-15,-2 4 2 16,0 7 2-16,-1 3-4 16,1 6 4-16,-3 4 9 15,1 5 3-15,-3 0-16 16,-2 0 2-16,2 7 3 15,0 10 1-15,-2 1 2 0,-2 3-8 16,-1 0 6 0,-2-1 1-16,-2-2-6 0,-1-2 0 15,-2-4-1 1,0 0-18-16,0-1-22 0,0-2-17 16,-5-5-206-16</inkml:trace>
  <inkml:trace contextRef="#ctx0" brushRef="#br0" timeOffset="137485.178">27264 11253 379 0,'0'0'120'0,"0"0"-64"0,0 0-11 16,0 0 1-1,0 0-46-15,0 0-23 0,43-61-85 16,-7 51-111-16</inkml:trace>
  <inkml:trace contextRef="#ctx0" brushRef="#br0" timeOffset="137998.084">27680 11139 55 0,'0'0'614'0,"0"0"-610"16,0 0 12-16,0 0 53 0,-39 104-22 16,34-67 5-16,3 1-50 15,2-6 0-15,0-9-2 16,0-6 10-16,7-7-13 16,1-7 3-16,0-3-24 15,1-3 2-15,4-22 4 16,-1-11 18-16,1-7 0 15,-2-1 1-15,-2 2-1 16,2 5 0-16,0 7 1 16,0 10 1-16,2 9 0 15,-1 6-2-15,1 5 0 16,1 0-8-16,-1 0 8 16,-3 11-2-16,1 6 2 15,-5-1-2-15,0-7 6 16,-5-4-4-16,-1-2 10 15,0-3-2-15,2 0-1 0,2-17-6 16,2-9 7-16,5-3-10 16,1 3 3-16,-2 7-1 15,-1 8 4-15,1 6-1 16,3 5 6-16,3 0-9 16,0 1-4-16,1 14-3 15,-2 2 9-15,-1 5-2 16,-6 2 0-16,-6 2-86 15,-2-3-73-15,0-1-134 16</inkml:trace>
  <inkml:trace contextRef="#ctx0" brushRef="#br0" timeOffset="138409.975">26490 12726 374 0,'0'0'68'16,"-136"133"-49"0,77-78 65-16,14-15 19 0,15-18-27 15,17-12-25-15,13-10-50 16,15-18 6-16,34-42 23 16,41-34-5-16,40-36-1 15,54-29 25-15,46-24-39 16,41-19 27-16,28-19-23 15,14 0-14-15,0 9 21 16,-15 20-21-16,-25 30-47 0,-43 25-54 16,-42 28-45-16,-46 26-137 15</inkml:trace>
  <inkml:trace contextRef="#ctx0" brushRef="#br0" timeOffset="146002.981">24251 9386 155 0,'0'0'36'16,"0"0"-33"-16,0 0 22 16,0 0-20-16,0 0 50 15,0 0-29-15,0 0-19 16,0 0-6-16,-18 0-1 16,17 0-4-16,-1 0 3 0,1 0 1 15,-2 0-6-15,0 3-2 16,1 0-38-16,2-1-13 15,-1-2-48-15</inkml:trace>
  <inkml:trace contextRef="#ctx0" brushRef="#br0" timeOffset="146202.446">24251 9386 192 0,'-40'8'58'16,"40"-12"-41"-16,0 0 22 0,0-4-22 15,0-2-17-15,7 0 15 16,8-2-10-16,8-5-10 16,5-1 0-16,3-3-118 15</inkml:trace>
  <inkml:trace contextRef="#ctx0" brushRef="#br0" timeOffset="153518.487">25170 8889 22 0,'0'0'16'0,"0"0"43"16,0 0-53-16,0 0 41 15,0 0-23-15,0 0-22 16,0 0 46-16,5-11-27 16,-5 11 2-16,0-1-2 15,0-1-12-15,0 2 18 16,0 0-14-16,0-1-7 15,0 1 2-15,0-2-7 0,0-1 11 16,0 3 4-16,-2 0-10 16,2 0-2-16,-1 0-3 15,-2-2 15-15,3 2 17 16,-3 0-24-16,0 0-7 16,-2 0 4-16,-1 2-3 15,0 9-5-15,0-1 2 16,0 1-6-16,0 3 6 15,2-1 3-15,-2-1-1 16,2 2-4-16,-1 2 2 16,2-2 0-16,0 0 0 15,1 0 9-15,-1-1-16 16,2 1 7-16,-1 0 0 16,-1-4-2-16,2 2 11 15,-2-2-9-15,2-1 0 0,1 3 4 16,-2-1-3-16,1 0-1 15,1 1 3-15,0 2-4 16,-2 0 4-16,2 0-3 16,-1-2 0-16,1 4 3 15,0-2-6-15,0 2 3 16,0-2 0-16,0 3-1 16,0 0 1-16,0 0 0 15,0 2 0-15,0 1 7 16,0 1-6-16,0 0-1 0,0 1 1 15,3-2-1-15,0 0 0 16,1 1 0-16,0 1-4 16,2-4 10-1,-1 2 7-15,1-3-13 0,0 1 1 16,3 1 7-16,-2-1-7 16,1 0-1-16,2-1 7 15,-2 0 6-15,-2-2-5 16,3-1 3-16,-1 1-2 15,0-2-2-15,1 0-3 16,-3-4-4-16,1 2 0 16,1-4 8-16,-2 0-14 15,-2-1 6-15,1 0 0 0,-1-3 3 16,0 2 0 0,-1-2-3-16,0 0 0 0,2 0 4 15,0 4-4-15,-1-1 0 16,-1-1-4-1,0-1-4-15,1 3-37 0,-1-4-30 16,-1-2 16-16,-1-1-136 16</inkml:trace>
  <inkml:trace contextRef="#ctx0" brushRef="#br0" timeOffset="156489.385">24893 9476 166 0,'0'0'66'0,"0"0"-50"15,0 0 10-15,0 0 23 0,0 0-39 16,0 0 17 0,0 0-23-16,0 0-4 0,0 0 0 15,0 0-5-15,0 0-42 16,0 0-9-16,1 0-200 15</inkml:trace>
  <inkml:trace contextRef="#ctx0" brushRef="#br0" timeOffset="157336.133">24800 9549 174 0,'0'0'93'15,"0"0"-62"-15,0 0-15 16,0 0 19-16,0 0-14 16,0 0-19-16,-1 0 14 0,1-3-10 15,4-8-5-15,11-4 32 16,3-2-32-16,4-4 7 16,5-3 14-16,1-1-9 15,5-2-6-15,0-2-4 16,1-1 1-16,-2 2 5 15,-5 6-9-15,-4 3 0 16,-8 7 1-16,-3 4 8 16,-4 5-11-16,-4 2 2 15,-1 1-14-15,0 0 1 16,0 0-18-16,0 0-18 16,-1 0 40-16,-2 0-58 15,0 6-60-15</inkml:trace>
  <inkml:trace contextRef="#ctx0" brushRef="#br0" timeOffset="157778.941">24939 9600 211 0,'0'0'128'16,"0"0"-104"-16,0 0-18 16,0 0 38-16,0 0-27 15,0 0-14-15,54-56 23 16,-29 30-19-16,3 4 6 0,1-2-9 15,-4 5 0 1,-1 4-8-16,-6 2-1 0,-2 4-67 16,-7 7 15-1</inkml:trace>
  <inkml:trace contextRef="#ctx0" brushRef="#br0" timeOffset="160406.383">25118 9766 275 0,'0'0'88'0,"0"0"-87"16,0 0 22-16,0 0 36 16,0 0-2-16,0 0-49 15,-1 1 41-15,1-1-16 16,0 0 39-16,0 0-43 16,0 0-13-16,0 0 26 15,0 0-26-15,0 0-13 0,0 0-3 16,16-12-3-1,15-7-3-15,10-6 6 0,0-1-60 16,-2-2-74 0,-6 3-66-16,-6 3-168 0</inkml:trace>
  <inkml:trace contextRef="#ctx0" brushRef="#br0" timeOffset="168312.525">29512 7400 137 0,'0'0'193'0,"0"0"-145"16,0 0-45-16,0 0 36 15,0 0 30-15,0 0-18 16,-36-26-17-16,32 21 17 15,-1 3-27-15,2-1 30 16,2 0-36-16,-1 3-2 16,2-1-11-16,0 1 8 0,0 0-3 15,0 0-10 1,0 0 2-16,0 0-24 0,5 0 16 16,8 0 6-16,10 3 0 15,0 4 9-15,2 4-10 16,1 1 1-16,0-2 0 15,0 2-1-15,1 0-5 16,0-3 6-16,0 0-6 16,-6-1 14-16,-3-3-8 15,-6 1 0-15,-4-4 4 16,-3 1-14-16,-5-2 10 16,0-1 0-16,0 0 0 15,0 0-5-15,0 0 5 16,0 0 0-16,0 0 8 15,0 1-11-15,0 1 3 0,0-1 0 16,0 3 0-16,-5 1 2 16,-6 1 4-16,-1 0-6 15,-3 3 3-15,0-2 3 16,0 1-5-16,0 0 6 16,-1 1-7-16,1 1 0 15,-3 2 0-15,3-3 0 16,-1 3-6-16,2 2 4 15,1-4 4-15,4 0 4 16,1-3-6-16,4-3 1 16,1-3-5-16,3 1-2 15,0-2 6-15,0 0-4 16,0 0 8-16,0 0 4 0,0 0 3 16,0 0-2-16,0 0-8 15,0 0 11-15,0 0-10 16,0 0 41-16,0 0-36 15,0 0 28-15,0 0-2 16,-6-3-33-16,2-8 2 16,-1-3-2-16,2-3 0 15,0 0 2-15,1-6-1 16,1-3 5-16,-1-1-6 16,1 2 1-16,-1-2-1 15,2 4 0-15,0-1 3 16,0 4-4-16,0 4 2 0,0 5-1 15,0 6 0-15,0 0 3 16,0 4-8-16,0 0 5 16,0 1-37-16,0 0 4 15,2 0-46-15,4 0-34 16,1 0-26-16,-5 0-18 16</inkml:trace>
  <inkml:trace contextRef="#ctx0" brushRef="#br0" timeOffset="172063.249">30703 7531 237 0,'0'0'59'15,"0"0"-53"-15,0 0 28 16,0 0-1-16,0 0-32 0,0 0 45 16,-5 0 6-1,5 1-18-15,-2-1 49 16,1 1-59-16,1-1 6 16,0 0-16-16,0 0-1 0,0 0 14 15,0 0-1-15,0 0 10 16,0 0-14-16,0 0-21 15,6-1-1-15,19-12 0 16,10-6 8-16,6-3-8 16,3-3 0-16,2 0 0 15,-1 0-3-15,4 0 6 16,-4 3-3-16,-2 1 0 16,-8 2 2-16,-5 5-2 15,-4-2 0-15,-7 5 7 16,-3 1-15-16,-5 3 8 0,-3 3 0 15,-4 3-1 1,-1 0-17-16,-3 1 13 0,1 0-31 16,-1 0-33-16,0 0 5 15,0 0-58-15,0 0 34 16,0 5 48-16,-4 3-265 16</inkml:trace>
  <inkml:trace contextRef="#ctx0" brushRef="#br0" timeOffset="172557.917">30811 7666 178 0,'0'0'35'15,"0"0"13"-15,0 0 18 16,0 0-21-16,0 0-8 16,0 0 3-16,-25 15 2 15,25-15 43-15,0 0-58 16,0 0 27-16,0 0 3 0,1 0-54 15,16-10 2-15,4-7-5 16,9 1 2-16,4-4 13 16,6-5-12-16,7-1-1 15,2-2-2-15,0 1 5 16,-4 2-6-16,-7 2 1 16,-1 1 0-16,-7 5-4 15,-7 3 6-15,-5 3-2 16,-8 5 2-16,-4 2 0 15,-3 3-3-15,-2 1 1 16,-1 0-28-16,0 0 6 16,0 0-54-16,0 0 0 15,0 0-23-15,0 0 39 0,-1 1 32 16,-12 3-175 0</inkml:trace>
  <inkml:trace contextRef="#ctx0" brushRef="#br0" timeOffset="173742.075">24681 8338 230 0,'0'0'65'16,"0"0"-48"-16,-15-72-1 15,8 46 27-15,1-1-7 16,-1 1 43-16,3 4-51 15,2 8 4-15,-1 1 51 16,3 3-66-16,-1 2 7 0,1 2-7 16,0 4 6-1,0 2-19-15,0 0-4 0,0 0-4 16,0 2-3-16,0 10 5 16,6 8 2-16,5 10 5 15,-1 4 3-15,3 1-16 16,-1 2 2-16,0-4 6 15,-3 1-3-15,0-1 5 16,1-4-2-16,-4-1 4 16,-1-3-3-16,-2-2-1 0,-1-2 0 15,-1-3 0 1,-1-4-1-16,0-1 4 0,0-4 0 16,0 1 4-1,0 0-7-15,0 0-4 0,-8 1-42 16,-5-4-125-16,0-2 66 15,-7-5-141-15</inkml:trace>
  <inkml:trace contextRef="#ctx0" brushRef="#br0" timeOffset="174282.155">24588 8524 353 0,'0'0'60'15,"0"0"-8"-15,0 0-8 0,0 0 16 16,0 0-59-16,0 0-1 16,32 9 22-16,-9 3-21 15,4 0 44-15,2-1-24 16,-4-4-2-16,-2 0-9 16,-6-5-8-16,-6 0 7 15,-7-2-5-15,-1 0 11 16,0 0-12-16,3-7 29 15,0-15 9-15,2-11 5 16,-2-5-21-16,4-3-15 16,-3 1-10-16,3 1 4 15,1 1-4-15,-2 6 0 0,2 3 0 16,-4 5-13-16,1 9 13 16,-5 5 0-16,-2 6-1 15,-1 4-3-15,0 0 0 16,0 0-10-16,0 0-24 15,0 0 24-15,0 0-4 16,0 0 5-16,0 0 8 16,0 0 7-16,-8 4-6 15,-8 9 4-15,-4 3 0 16,-6 7 2-16,-10 4-2 16,-6 4 2-16,-7 2-9 15,-2 3 15-15,-4 0-18 16,5-1 10-16,0-4-16 15,1-2 8-15,-1-3-14 16,8-8 0-16,12-6-84 0,12-8 67 16,18-4 24-16,0-2-234 15</inkml:trace>
  <inkml:trace contextRef="#ctx0" brushRef="#br0" timeOffset="182674.412">24429 9855 255 0,'0'0'20'0,"0"0"12"15,0 0-27-15,0 0 8 0,0 0 19 16,0 0-32 0,0 0 32-16,0 0-7 0,-33-28-11 15,30 23 16-15,-3 1 7 16,3 1 6-16,-1-2-14 15,-1 1-2-15,4 2 4 16,-4 1-29-16,3-1 13 16,1 2 6-16,-1 0-12 15,2 0-1-15,0 0 0 16,0 0-3-16,0 0-5 16,0 0 0-16,0 0-14 15,0 12 2-15,0 10 14 16,0 4-2-16,6-1 0 0,1 1 6 15,-3 1-7 1,-1-4 1-16,0 1 0 16,-1 1-4-16,2-2 6 15,-4 0-2-15,0-3 10 0,0-1-10 16,0-6-1-16,0-4-2 16,0-2 3-16,0-3 0 15,0-3 0-15,0-1 7 16,1 0-4-16,1 0-2 15,2-5-2-15,5-17-39 16,0-5-52-16,5-2 36 16,-5 1 11-16,-3 1-50 15,1 3 42-15,-3 1-29 0,-2 3-95 16</inkml:trace>
  <inkml:trace contextRef="#ctx0" brushRef="#br0" timeOffset="183079.849">24488 9729 211 0,'0'0'74'15,"0"0"-66"-15,0 0 13 16,0 0 12-16,0 0-4 16,0 0-7-16,17-68 12 15,-14 67-21-15,-2 1-9 16,5 0 0-16,2 0-7 15,1 3 3-15,1 14 0 0,3 7 15 16,1 5 12-16,-1 3-26 16,-2 0 4-16,-2-2-1 15,0-5 7-15,-5-5-11 16,-2-3 5-16,-2-4 15 16,0-3-16-16,0 0 47 15,-3 0 11-15,-7 0-60 16,-3 1-2-16,1 3 7 15,1-4-1-15,0-2 11 16,3-1-17-16,0 1 0 16,2-1 3-16,-2 0-3 15,1 0 0-15,1-2 0 0,-2 2-23 16,5-3 5-16,2-3-99 16,-1-1-37-16,2 0 7 15</inkml:trace>
  <inkml:trace contextRef="#ctx0" brushRef="#br0" timeOffset="192858.799">10909 5320 159 0,'0'0'175'0,"0"0"-175"15,0 0 0-15,0 0 8 16,0 0 18-16,88-3 3 0,-52-3-3 16,7-2 21-16,9-1-45 15,-1 3 37-15,3-3-19 16,-4 1-19-16,-2 3 35 16,1-1-32-16,3 0-2 15,1-1 79-15,4 1-70 16,4-3-11-16,1 1 0 15,8 0 9-15,5-3-4 16,2 2-5-16,1-2 6 16,1 0-11-16,2 0 17 15,1 1-12-15,0 0 0 16,-3 1 21-16,1 1-21 16,-1 1 0-16,2 0 4 0,1-1 1 15,4 2-5-15,2 0 0 16,9-2 0-16,11 2 14 15,4 1-19-15,6-1 5 16,-2 0 0-16,-4 5 1 16,-5 0 11-16,-7 1-12 15,-3 0 0-15,-3 0 5 16,-5 0-9-16,2 4 4 16,3-1 0-16,8-2-6 15,7-1 6-15,0 0 0 16,2 0 5-16,-4 0-5 15,-6 0 0-15,-6 0-5 16,-7 0 5-16,-11-1 0 16,-6-1 4-16,-9 2-4 0,-5 0 1 15,-10-1 2 1,-6-1-5-16,-5 1 2 0,-5 0 0 16,-5 1-2-16,-4 0 2 15,-2 0 0-15,-8 0-18 16,-5 0-88-16,-7 0-104 15</inkml:trace>
  <inkml:trace contextRef="#ctx0" brushRef="#br0" timeOffset="207698.214">19411 6704 116 0,'0'0'312'0,"0"0"-299"15,0 0 48-15,-91 66 46 16,67-42-68-16,2 2-2 16,0-2-33-16,3 0 11 15,5 0 41-15,0 1-38 16,4 0-13-16,5 0 10 16,5 2-7-16,0-3-8 15,3 3 0-15,17-5-6 16,8-3 6-16,9-5 0 15,12-5 1-15,5-5-23 16,6-2 34-16,1-2-12 0,-4 2 0 16,-8 1 4-16,-7 3-8 15,-8 2 4-15,-9 2 0 16,-5 5-12-16,-11 3 18 16,-6 3-6-16,-3 5 0 15,-3 4 12-15,-21 2 22 16,-6 6-8-16,-7 1-14 15,-5 1 40-15,-7 4-38 16,-2-2-14-16,-1-4 0 16,0-3 17-16,8-7-19 15,7-7 2-15,10-7 0 16,5-5-12-16,6-9-86 0,2 0-31 16,6-20-328-16</inkml:trace>
  <inkml:trace contextRef="#ctx0" brushRef="#br0" timeOffset="208563.789">19782 7397 577 0,'0'0'32'15,"0"0"23"-15,78-89-17 16,-51 51-11-16,-5-2 0 16,-4 2-20-16,-5 0-7 15,-6 1 0-15,-7 4 8 16,0 0 6-16,0 6-4 15,-5 5 5-15,-4 6 22 16,0 7-30-16,3 4 18 16,2 3-21-16,-1 2 9 15,-1 2-10-15,-4 18 7 16,-2 9-10-16,0 4 0 0,2 6 12 16,4-3-15-1,4-2 3-15,2-5 0 0,0-5-5 16,12-4 12-16,7-6-7 15,8-6 0-15,6-8 1 16,9 0-1-16,4-15 0 16,-1-12-59-16,-1-8 22 15,-8-3-44-15,-4-5 25 16,-9-3-47-16,-6 3-12 16,-4-6 90-16,-7 4-20 15,-1 3 28-15,-5 1 13 16,0 4 4-16,0 4 4 15,0 6 23-15,0 5 0 16,0 10 55-16,0 4-19 0,0 7 19 16,0 1-13-16,-3 0-61 15,-5 1 13-15,-6 22-14 16,-3 9 2-16,-2 8-9 16,4-2 0-16,4 2 3 15,7-6 2-15,4-3-3 16,0-5-1-16,7-7 1 15,17-6 9-15,9-8-11 16,7-5 0-16,0 0-10 16,-1 0-2-16,-6-2 7 15,-8 0 5-15,-7 2-2 0,-7 0-13 16,-7 0 14 0,-4 10 1-16,0 6 0 15,-4 6 0-15,-18 3 23 16,-4 2 2-16,2-4 21 0,0-6-33 15,8-3-6-15,5-7-7 16,7-4 15-16,4-3-21 16,0-7 6-16,15-22-29 15,15-19-45-15,7-13-48 16,-4-3-80-16,-4-5 4 16</inkml:trace>
  <inkml:trace contextRef="#ctx0" brushRef="#br0" timeOffset="209060.978">20538 6604 321 0,'0'0'60'15,"0"0"46"-15,0 0 72 0,0 0-120 16,0 0 48-16,0 0-95 16,-32-45 11-16,18 73-44 15,10 6 17-15,4 1 5 16,4-7 0-16,26-2-1 16,12-9-7-16,12-4 8 15,2-7-15-15,0 0-2 16,-6-4-31-16,-11 3 48 15,-11-1-15-15,-14 0 9 16,-8 3 4-16,-6 2-17 16,-3 4 19-16,-18 4 54 15,-15 2-12-15,-3 1-9 16,-6 1 12-16,-2 1-40 0,3-1 14 16,9-6-19-16,12-7 0 15,13-5 7-15,9-3-7 16,1-15-9-16,17-17-52 15,15-17-85-15,8-6 88 16,2-1-5-16,-6 0 0 16,-7 5 63-16,-3 7 52 15,-7 9-25-15,-1 11 44 16,-4 5-5-16,0 8-19 16,-2 5-16-16,5 5-29 15,1 1 1-15,7 3-3 16,3 14 0-16,1 7 16 15,-1 2-1-15,-6-2-15 16,0 1 0-16,-3-1 1 0,-5-3 1 16,-1 0-1-16,-7-3-1 15,-6-4-32-15,0-3-102 16,-5-6-154-16</inkml:trace>
  <inkml:trace contextRef="#ctx0" brushRef="#br0" timeOffset="209236.513">20821 6278 450 0,'0'0'52'0,"0"0"-52"16,0 0-20-16,0 0-94 0</inkml:trace>
  <inkml:trace contextRef="#ctx0" brushRef="#br0" timeOffset="209866.823">21404 6249 394 0,'0'0'263'16,"0"0"-245"-16,-41 89-5 0,30-49 71 16,2-1-42-16,4 1-35 15,5-4 10-15,0-4-15 16,0-8-2-16,6-3 0 15,7-10 8-15,-2-4-10 16,-2-5 2-16,-3-2 0 16,0 0-4-16,-2-15-5 15,-2-11 3-15,-1-6-1 16,-1-2 5-16,0-4-2 16,2-1 4-16,2 3 0 0,4 4 0 15,4 8 25-15,1 7-25 16,6 7 0-16,7 6 13 15,2 4-18-15,2 0 5 16,-1 19 0-16,-1 3-13 16,-6 1 14-16,-3 0-1 15,-5-7 0-15,-6-5 7 16,-3-4-10-16,-3-3 3 16,-2-4 0-16,0 0 23 15,-2 0-1-15,-13-8 37 16,-1-10-59-16,3-6 15 0,8-3-19 15,5 0 4 1,0-2 0-16,3 5-8 0,15 5 8 16,2 4 0-16,3 6-7 15,4 6 15-15,0 3-13 16,3 0 5-16,-5 3 0 16,0 10-7-16,-7 1 7 15,-3 0 0-15,-6-2-3 16,-7 4-4-16,-2-5-101 15,-5 0-234-15</inkml:trace>
  <inkml:trace contextRef="#ctx0" brushRef="#br0" timeOffset="211615.351">22300 5456 545 0,'0'0'196'16,"0"0"-120"-16,0 0-76 16,0 0-26-16,0 0 26 15,0 0 2-15,50 115 24 16,-30-66-23-16,3-3-3 0,-2-3 0 15,3-2 8 1,-2-6-2-16,-4-1-6 0,0-3 0 16,-4-9 4-16,-5-3-9 15,-3-7 5-15,-2-7 0 16,-4-1 3-16,0-4 7 16,0 0-10-16,0 0 30 15,-4-5 22-15,-8-11-13 16,-2-3-38-16,0 1-1 15,1-4 5-15,5-1-2 16,1-1-3-16,4-1 0 16,1 1 3-16,2 0-5 15,0 3 2-15,0 0 0 0,6 0-10 16,6 4 8 0,3 2 2-16,2 1 0 0,0 2-1 15,-1 6 1-15,0 0 0 16,-3 3 4-16,4 3-27 15,-2 0 26-15,1 3-3 16,1 11 0-16,0 2-13 16,-1 1 13-16,-3 0 0 15,-3-3 2-15,0 2-8 16,-2-2 6-16,-2-2 0 16,2 1-7-16,-1-4 2 15,-1-1-4-15,-2-2-35 16,1-3-62-16,-1-3-3 15,-1 0-187-15</inkml:trace>
  <inkml:trace contextRef="#ctx0" brushRef="#br0" timeOffset="211847.708">22775 5456 656 0,'0'0'0'16,"0"0"10"-16,0 0 3 16,44 81 32-16,-29-57-21 15,3 0 19-15,0-5-39 16,0-2 5-16,0-6-5 16,-5-2 8-16,-1-4-24 15,-2-5-38-15,-5 0-97 0,-5-9-137 16</inkml:trace>
  <inkml:trace contextRef="#ctx0" brushRef="#br0" timeOffset="212011.272">22651 5238 623 0,'0'0'100'0,"0"0"-19"16,0 0-22-16,0 0-39 15,0 0-20-15,0 0-30 16,46-13-34-16,-18 18-137 0</inkml:trace>
  <inkml:trace contextRef="#ctx0" brushRef="#br0" timeOffset="213192.164">23009 5338 506 0,'0'0'47'15,"0"0"-47"-15,61 88 78 16,-24-38-64-16,9 5 37 16,1 0-48-16,0 0 4 15,-6-3 17-15,-7-2-2 16,-9-4-7-16,-8-3 6 15,-11-4-13-15,-6-2 6 16,0-4-10-16,-21-6 22 0,-6-3 42 16,-7-2-37-16,-4-5 15 15,-4 0-3-15,1-6-42 16,5-3 14-16,6-5-15 16,11-3 10-16,7 0 8 15,4 0-18-15,7-17 9 16,1-12-9-16,9-17-10 15,22-18-15-15,8-11-6 16,4-7-65-16,-2-1 86 16,-4 2-37-16,-4 5 29 15,-6 9 2-15,-5 9 12 0,-9 10 4 16,-4 11 0 0,-7 7 0-16,-2 12 20 0,0 6 15 15,-5 7 14 1,-7 5-23-16,-3 0-18 0,-2 10-13 15,-2 17 5-15,-1 5-5 16,3 3-15-16,7-3 21 16,5-3-1-16,5-11 0 15,0-4 17-15,0-7-29 16,6-7 12-16,8 0-33 16,2-7 27-16,2-11-16 15,-6 0 22-15,-3 0 1 16,-2 5 9-16,-5 7-12 15,1 1 2-15,-3 5 0 0,4 0-8 16,7 0 8-16,10 2 0 16,8 4 1-16,7-5 14 15,8-1-17 1,5-7 2-16,1-20-169 0,-2-6-132 16</inkml:trace>
  <inkml:trace contextRef="#ctx0" brushRef="#br0" timeOffset="213976.764">23704 5008 424 0,'0'0'242'0,"0"0"-201"15,0 0 23-15,0 0-54 16,-71 90-7-16,60-40 51 0,9-4-44 16,2-7-4-16,6-9-1 15,12-7 4-15,4-9-9 16,1-7 0-16,5-7-37 15,5-8 27-15,3-20-53 16,-5-11-56-16,-7-6-8 16,-9-4-29-16,-11-5 55 15,-4-4 39-15,0-7 62 16,-13-2 43-16,-6 0-3 16,1 6 35-16,4 16 106 15,5 15-46-15,5 15-14 16,4 10-39-16,0 5-46 15,0 0-36-15,10 28-27 16,10 11 27-16,5 12 5 0,2 4 5 16,-3-7-10-16,0-6 0 15,-5-9 11-15,0-11-16 16,-5-8 5-16,-2-12 0 16,0-2-3-16,2-12 7 15,-1-19 5-15,-4-6-9 16,-5-8 2-16,-4-5-11 15,0 0 7-15,0-3 2 16,-3 8 1-16,0 14 5 16,2 12-2-16,-1 12 41 15,2 7-28-15,-1 0-16 16,1 12-1-16,0 19-16 16,-3 16 14-16,0 4 2 0,1-4 0 15,2-10 1 1,0-10 4-16,0-10-9 0,15-11 4 15,9-6-17-15,10-2 1 16,6-22-2-16,1-7-17 16,-4-3 27-16,-4-1-39 15,-5 3 43-15,1 2-21 16,-6 1-1-16,-3 6 19 16,-5 1 12-16,-8 2-5 15,-4 5 0-15,-3-1-14 0,0 3 13 16,0 6-3-1,0 2 8-15,0 5 12 0,0 0-14 16,0 0-2-16,0 15 8 16,0 11 3-1,9 6 15-15,3 1-6 0,3 1-15 16,0-7 36-16,1-10-36 16,1-2-1-16,2-10-2 15,2-5-2-15,-2-3-35 16,1-22-186-16</inkml:trace>
  <inkml:trace contextRef="#ctx0" brushRef="#br0" timeOffset="214162.304">24273 4313 775 0,'0'0'116'16,"0"0"-115"-16,0 0 78 15,0 0-35-15,0 0-40 16,0 0-4-16,42-17-77 16,2 17-37-16,0 0-207 15</inkml:trace>
  <inkml:trace contextRef="#ctx0" brushRef="#br0" timeOffset="214680.442">24551 4535 343 0,'0'0'49'0,"0"0"18"0,0 0 95 16,0 0 10-16,0 0-36 16,0 0-69-16,0-51-20 15,0 15-50-15,0-3 3 16,0 4 0-16,0 8 15 16,1 8 9-16,1 7-24 15,-2 9 27-15,3 3-1 16,3 0-52-16,7 5 24 15,4 9 2-15,5 1-20 16,0-3 27-16,3-5-7 16,10-7 0-16,8 0 13 15,13-20-41-15,9-10 21 16,-1-9-49-16,-2-4 55 16,-10-2-24-16,-15-1 25 0,-15 1 0 15,-14 1 16-15,-8 6-12 16,0 10-1-16,-2 11 45 15,-4 7 22-15,-1 10-66 16,-9 1 8-16,-4 30-12 16,-2 18-14-16,1 11 2 15,16 5 11-15,5-3 1 16,30-5-14-16,20-4 16 16,11-6-2-16,10-6 0 15,2-7-30-15,-4-3 28 0,-9-5 0 16,-20-3-3-1,-21-7-10-15,-19 4 14 0,-7 2 1 16,-34 3 7 0,-20 6 10-16,-16 5-23 0,-8 3 6 15,-2-1-119-15,8-4-77 16,7-5-521-16</inkml:trace>
  <inkml:trace contextRef="#ctx0" brushRef="#br0" timeOffset="-176167.001">29245 7786 376 0,'0'0'19'16,"0"0"51"-16,0 0 4 15,0 0 31-15,0 0-13 0,0 0-55 16,-39-42 4-16,38 39 26 15,-2 2-58-15,3-1 21 16,0 2-7-16,0 0-7 16,0 0 19-16,0 0-26 15,0 0-2-15,0 0-13 16,0 0 6-16,0 0-20 16,12 0 14-16,10 7 2 15,8 3 4-15,4 0 0 16,-1 2 3-16,2-3-7 15,-2 2 4-15,-5-1-5 0,0-3 4 16,-4-2-31 0,-6-3 16-16,-5 1 16 0,-3-3 0 15,-5 0-22-15,-2 0 17 16,0 0 5-16,-2 0-10 16,-1 0 8-16,2 0-6 15,-1 0 8-15,-1 3 0 16,0 0-3-16,0 0 5 15,0 4-2-15,0 2 0 16,0 0 8-16,-1 1-9 16,-5 0 1-16,-6 1 0 15,2 2-1-15,-3-1 6 16,-4 2-5-16,0 3 0 0,-5 2 7 16,1 0-13-16,0 1 6 15,2-1 0-15,-2 1-6 16,-3-1 7-16,1-2-1 15,1 0 3-15,0-1 8 16,3-3-12-16,4 2 1 16,1-3 0-16,-1-6 5 15,3 0-4-15,1-4 5 16,1-2 11-16,3 0-5 16,0 0-12-16,2 0 0 15,-1 0 1-15,2 0 37 16,-1-14-27-16,2-4 10 15,2-5-11-15,1-5-3 0,0 2-7 16,0-5 0-16,0 2-2 16,0 2-8-16,4 0 10 15,2 1-31-15,-3 5 28 16,-1 4-83-16,-2 6 1 16,0 1-121-16,-6 3-156 15</inkml:trace>
  <inkml:trace contextRef="#ctx0" brushRef="#br0" timeOffset="-157303.731">29115 7611 340 0,'0'0'47'16,"0"0"-38"-16,0 0-4 15,0 0 57-15,0 0-33 0,0 0 19 16,0 0-27-16,-83-8-3 16,77 8 35-16,1-1-44 15,2 1 38-15,2 0-47 16,1-3 7-16,0 3 4 15,0 0-11-15,0 0 0 16,0 0-5-16,0 0-18 16,15 0 23-16,12 0 0 15,7 0 6-15,5 0-5 16,-2 0-1-16,2 4 1 16,2 0 14-16,-2 2-15 15,2 1 0-15,-2-2-6 16,-3 4 5-16,-3-3-6 15,2-1 7-15,-5-1-5 0,-4-1-22 16,-4-1 16-16,-6 4-33 16,-4-5 26-16,-4 0 18 15,2 1 12-15,-6-2-12 16,-1 0 0-16,-1 0-2 16,-2 0 2-16,0 1 0 15,0-1-3-15,0 0 15 16,0 0-16-16,0 0 4 15,0 0 0-15,0 1-11 16,0-1 11-16,0 0 0 16,0 3-23-16,0 2 39 15,0 2-20-15,-6 5 4 0,-7 2 0 16,-1 3 5-16,2 1 2 16,-4 1-7-16,2 1 0 15,-2-1 19-15,-1 5-19 16,1-1 0-16,-4 4 10 15,-2-1-6-15,0-1 4 16,-1 3-8-16,4-4 0 16,1-2 7-16,3-1-8 15,2-2 1-15,2-1 0 16,1 0-7-16,1-3 12 16,3-1-5-16,0-1 0 15,3-4 6-15,-2 0-9 16,1-5 3-16,3 0 0 15,-1-4-4-15,2 1 8 16,0-1-4-16,0 0 45 0,-3 0-44 16,-5-12 17-16,-2-9-5 15,-3-3-1-15,-1-2 31 16,-1-3-37-16,0-3-4 16,1 2 14-16,3-3-11 15,0-4-5-15,3 2 0 16,-1-1 0-16,1 4 5 15,-1 6 5-15,5 1 12 16,-1 7-16-16,2 1-1 16,2 2-7-16,-1 2 2 0,2 4-24 15,0-1 17 1,0 3-49-16,-3 2-57 0,-4 1-88 16</inkml:trace>
  <inkml:trace contextRef="#ctx0" brushRef="#br0" timeOffset="-138221.381">23311 10001 307 0,'0'0'14'0,"0"0"4"16,0 0-18-16,0 0 32 15,0 0-25-15,0 0 4 16,0 0 8-16,0 0 2 16,-34 10 59-16,30-10-64 15,2 0 18-15,-2 0 49 16,4 0-75-16,-1 0 38 15,-1 0-20-15,2 0-14 0,0 0 35 16,0 0-41 0,0 0 9-16,0 0 12 15,0 0-9-15,15-11-1 0,7-8-17 16,6-4 2-16,8-4 6 16,5-2 10-16,6-2-18 15,1-1 0-15,-3 3 10 16,-4 2-3-16,-2 1-7 15,-2 4 1-15,-2 1-11 16,-9 3 13-16,-4 4-3 16,-9 6 0-16,-6 2 6 15,-2 3-10-15,-4 3 4 16,1-2 0-16,-2 2 6 0,0 0-2 16,0 0-4-1,0 0 0-15,0 0-21 0,0 0 2 16,0 0-21-1,0 0-28-15,0 0 18 16,0 5-56-16,0 1 10 0,-3-4-17 16,-2-2-189-16</inkml:trace>
  <inkml:trace contextRef="#ctx0" brushRef="#br0" timeOffset="-137403.567">23643 9607 283 0,'0'0'75'15,"0"0"-48"-15,0 0 51 16,0 0-3-16,0 0-11 16,0 0-36-16,-17-2-1 15,17 2-14-15,0 0 32 16,0 0-30-16,0-1 20 16,0-1-3-16,0 1-29 0,7-3-3 15,15-3 0-15,12 0 4 16,6-2 4-16,5-1-7 15,3 0-1-15,-2 0 5 16,0 1 19-16,-4 3-24 16,-5 2 0-16,-7 1 0 15,-8 1-17-15,-7 2 25 16,-7 0-8-16,-5 0 0 16,-3 0-4-16,0 0 4 15,0 5 0-15,0 7-5 16,-8 7 2-16,-8 3 3 15,-6 1 0-15,4-5 14 16,0-1-12-16,4 0-3 16,1 0 1-16,1 2 0 0,0 2 1 15,-3 0-1-15,3 0 0 16,0 3-4-16,2-4 9 16,-1-1-5-16,4 1 0 15,-1-3 2-15,2-1-4 16,2-6 2-16,-1 4 0 15,0-4-11-15,0-1 19 16,2-1-8-16,0-3 0 16,0-4 7-16,2 1-7 15,-1-2 0-15,-1 0 1 16,-3 0 58-16,-4-5-45 16,-2-11-8-16,-1-5 8 15,-1-6-9-15,0-1 24 16,0-5-29-16,0-4 5 0,-1 3-10 15,3 1 5-15,2 5 0 16,1 4 0-16,1 7 5 16,2 5-5-16,1 5 0 15,2 2 2-15,1 3-16 16,2 1 9-16,0 1-20 16,0 0-6-16,0 0-100 15,0 0-66-15,0 4 23 16</inkml:trace>
  <inkml:trace contextRef="#ctx0" brushRef="#br0" timeOffset="-108796.285">29958 6055 506 0,'0'0'121'0,"0"0"-55"15,0 0 18-15,0 0-57 16,0 0 3-16,-83 15-30 16,57 16 5-16,4 13-11 0,2 9 9 15,11 4-3-15,9 4 1 16,0-2 4-16,9 0-5 16,15 0 0-16,4-3 0 15,2-1-8-15,0-3 11 16,-4-5-3-16,-7-5 3 15,-3-4-3-15,-7-4 0 16,-4-5-20-16,-5 0-20 16,0-2 31-16,0-7-2 15,-14 0-12-15,-3-3 19 16,-4-1-60-16,-3-4-18 0,-6 1-77 16,-6-4-259-1</inkml:trace>
  <inkml:trace contextRef="#ctx0" brushRef="#br0" timeOffset="-108262.748">29611 6657 163 0,'0'0'365'16,"0"0"-310"-16,0 0-27 15,101-87-7-15,-52 62-17 16,8 0 30-16,4 0-45 0,2 0 11 16,-2 0-22-16,-6 8 6 15,-7 0-73-15,-11 2 12 16,-6 5 59-16,-10 1-17 16,-7-1 33-16,-7 7 2 15,-3-1 0-15,-4 4 41 16,0 0 24-16,0 0 3 15,0 0 16-15,-4 4-79 16,-12 18 22-16,-7 6-24 16,0 3 14-16,4-2 12 15,8-5-20-15,5-7-9 16,4-3 0-16,2-4 4 16,0-6-6-16,6-2 2 0,13-2 0 15,4-2 8 1,-2-18-8-16,1-3 0 0,-4-2-2 15,-6 4 8-15,-6 4-6 16,-1 8 0-16,-4 4 6 16,-1 5 105-16,0 0-100 15,3 0-9-15,-3 0-2 16,1 2-18-16,4 10 16 16,1 0 2-16,3-4 0 15,10-6 2-15,9-2-2 16,7-6-83-16,2-19-163 15</inkml:trace>
  <inkml:trace contextRef="#ctx0" brushRef="#br0" timeOffset="-107870.8">30504 6168 524 0,'0'0'36'0,"0"0"41"16,0 0 5-16,0 0-53 15,-87 98 8-15,74-69-24 16,4-3-2-16,6-1-6 16,3-4-2-16,0-2-1 15,15-3-2-15,9-7 5 16,10-6-5-16,9-3 0 16,6-3-29-16,4-17 9 15,-1-5-60-15,-10-5 1 16,-8-2 33-16,-14-3 3 0,-10 3 43 15,-9 2 4-15,-1 6-4 16,0 6 129-16,-13 5-72 16,1 6-6-16,2 4 28 15,4 3-60-15,1 0 8 16,4 6-27-16,-1 11-14 16,2 6 5-16,0-1 13 15,24 0-4-15,10-5 15 16,13-5-12-16,8-5-6 15,2-7-62-15,-7 0-184 16</inkml:trace>
  <inkml:trace contextRef="#ctx0" brushRef="#br0" timeOffset="-107211.563">31053 5771 656 0,'0'0'26'0,"0"0"-21"15,-9 85 24-15,-1-41-28 16,4 1 3-16,0-3 19 15,4-7-10-15,2-7-13 0,0-8 0 16,6-8 6 0,9-5 0-16,3-7-6 0,9 0 0 15,10-16 16-15,8-12-23 16,0 0 7-16,-2-2 0 16,-8 4-17-16,-3 6 8 15,-5 6 9-15,-9 4 0 16,-2 10 4-16,-4 0-15 15,-2 10 11-15,1 10 0 16,-5 0 5-16,-2 1 3 16,-4-2-8-16,0-2 13 15,0-2 3-15,-1-1 7 16,-14 0 2-16,-4-2-4 16,-7 2 44-16,-4-3-55 15,-2-2-5-15,-3 1-5 0,2-5 23 16,4-1-25-16,5-1 2 15,4-3 0-15,1 0-10 16,4 0-8-16,6-8-57 16,8-12-60-16,1-8-347 15</inkml:trace>
  <inkml:trace contextRef="#ctx0" brushRef="#br0" timeOffset="-106596.122">31499 5877 312 0,'0'0'18'16,"0"0"56"0,33 81-43-16,-18-61 14 0,2-6-7 15,2 0-38-15,-5-8 8 16,0-1-8-16,-4-5 1 15,-4 0 28-15,-4-5-29 16,-2-12-35-16,0-3 35 16,-20-4-43-16,-2-2 40 15,-4 1 1-15,3-3 2 16,2 6 28-16,7 0 20 16,4 5-2-16,6 0 63 15,4-2-92-15,0 1 11 16,17-1-28-16,15-2 0 0,5-1-7 15,6 2 7 1,-1 2 0-16,-3 5-1 0,-6 8 5 16,-5 3-12-16,-9 2 4 15,-5 4 1-15,-4 15-10 16,-9 4 14-16,-1 6-1 16,0 0 1-16,0 1 12 15,0-5-21-15,0-5 8 16,0-3 0-16,2-5-5 15,6-5 13-15,2-5-8 0,9-2 12 16,4 0 6 0,-1-12-26-16,1-5 8 0,-9-6 0 15,-6 0 7-15,-8 2-6 16,0 1 3-16,-5 3 41 16,-14 0-35-16,-6 3 9 15,-5 1-19-15,0 2 16 16,7 4-20-16,6 1 7 15,9 2-3-15,7 4 0 16,1-3-8-16,0 1-53 16,0-2-280-16</inkml:trace>
  <inkml:trace contextRef="#ctx0" brushRef="#br0" timeOffset="-106128.374">32085 5702 714 0,'0'0'77'15,"0"0"-50"-15,0 0 66 16,0 0-83-16,0 0-4 16,0 0-6-16,-8 5-14 15,5 0 3-15,-2 0-69 16,0 2-41-16,4-5-64 0,1-2 14 15</inkml:trace>
  <inkml:trace contextRef="#ctx0" brushRef="#br0" timeOffset="-105729.442">32018 5445 558 0,'0'0'202'0,"0"0"-201"16,0 0 18-16,0 0-19 16,0 0 4-16,0 0-7 15,27 87 7-15,-14-49 4 16,-1 1-5-16,0 1 6 0,-3-2-9 16,-1-8 0-1,-3-2 3-15,-3-8-13 0,1-6 15 16,-2-4-5-16,2-3 6 15,0-7-6-15,5 0-59 16,2-10-156-16,1-10-60 16</inkml:trace>
  <inkml:trace contextRef="#ctx0" brushRef="#br0" timeOffset="-105461.151">32231 5540 349 0,'0'0'104'16,"0"0"63"-16,0 0-39 15,0 0-120-15,0 0-4 16,0 0-4-16,-22 31 0 0,4-9 17 16,1-2-8-16,0-1-2 15,6-5 14-15,4 0-16 16,4-3-5-16,3-3 0 16,0 3 3-16,0-4-8 15,12 0 5-15,8 2 0 16,7-6 17-16,3 2-11 15,3-5-12-15,0 3 5 16,-6-3-147-16,-8 0-95 16</inkml:trace>
  <inkml:trace contextRef="#ctx0" brushRef="#br0" timeOffset="-105292.602">32360 5697 644 0,'0'0'87'15,"0"0"-51"-15,0 0-10 16,0 0-26-16,0 0-36 16,0 0-63-16,25-14-174 15</inkml:trace>
  <inkml:trace contextRef="#ctx0" brushRef="#br0" timeOffset="-104484.569">32571 5419 176 0,'0'0'56'0,"0"0"-27"16,0 0-23-16,0 0 6 16,0 0 30-16,0 0-35 15,-1-3 27-15,1 3 4 0,0 0 50 16,-2 0 75-1,1 0-105-15,-1 0 4 0,-2 0-39 16,-3 0-12-16,-1 5 12 16,-3 10-18-16,1-1 8 15,4 6 18-15,3-1-22 16,3 0-11-16,0-2 2 16,0-2 0-16,5-1 6 15,12 0-3-15,4-3-3 16,5-4 12-16,5-2 0 15,3-5-18-15,-3 0 6 16,-5 0-31-16,-3-12 29 0,-9-2-23 16,-5-3 25-16,-6-1-8 15,-3 1 20-15,0 2-14 16,0 1 2-16,0 6 0 16,-1 2 25-16,-2 6-13 15,0 0 14-15,-2 0-25 16,-2 9 12-16,0 8-15 15,0 3 2-15,4-4-5 16,2-1-8-16,1-5 13 16,0-3 0-16,0-3 0 15,0-4 3-15,3 0-6 16,8-6-18-16,0-9-26 16,-3-4 40-16,-1 2 10 15,-4 5-3-15,0 4 26 16,-3 4-8-16,0 3 9 0,2 1-27 15,2 0 13-15,5 0-25 16,6 9 12-16,6-1 0 16,6-2 0-16,4-6 8 15,5 0-8-15,10-6 0 16,4-13 17-16,-3 2-14 16,-7-2-3-16,-11 5 1 15,-15 4 1-15,-8 5 4 16,-2 3-6-16,-4 2 0 15,0 0-69-15,-23 6 63 16,-10 10-114-16,-7 4-176 16</inkml:trace>
  <inkml:trace contextRef="#ctx0" brushRef="#br0" timeOffset="-102211.821">23346 7965 280 0,'0'0'109'0,"-39"75"-95"15,26-34 25-15,7-1 21 16,3-4-50-16,3 0 23 16,0-5-33-16,0-5 6 15,0-4-2-15,7-5-4 16,3-3 0-16,4-6 12 16,5-2-10-16,10-6-2 15,6-3 44-15,7-20-25 16,6-8 20-16,-3-3-39 0,-5-7 0 15,-7-4-7-15,-7 0-65 16,-9 1 68-16,-4 4-15 16,-7 3 1-16,-6 8 8 15,0 6 10-15,0 7 0 16,-8 7 73-16,0 4-17 16,5 2-4-16,2 3-20 15,-1 0-32-15,1 19 0 16,1 10 0-16,0 1 7 15,0-2-10-15,7-5 3 16,3-9 0-16,1-1-1 16,-2-9 8-16,-3-4-10 15,1 0 3-15,-5 0 0 0,-1-9 6 16,-1-6-4 0,0-4-2-16,0-1 0 0,-13 1 9 15,1 1-15-15,-1 2 6 16,1 0 0-16,4 4 3 15,4-1-3-15,4 2 0 16,0-2-4-16,10-5 13 16,17-2-20-16,9-3 11 15,3-2 0-15,4 1-7 16,-4 4 8-16,-7 4-1 16,-6 9 0-16,-9 3 6 0,-6 4-19 15,-5 4 11-15,-1 18 2 16,-4 2-10-16,1 5 14 15,-2-6-4 1,0-6 2-16,3-4 2 0,1-7-5 16,0-2 1-16,4-4 0 15,1 0-4-15,1-17 8 16,-1-8 4-16,-4-3-2 16,-5 2 6-16,0 1-16 15,0 4 4-15,-8 5 0 16,-6 3 12-16,0 5-11 15,-2 5 17-15,1 3-18 0,-5 0-6 16,2 18 4 0,0 4-11-16,5-1-77 15,3-4-158-15</inkml:trace>
  <inkml:trace contextRef="#ctx0" brushRef="#br0" timeOffset="-101911.624">24093 7345 566 0,'0'0'17'0,"0"0"-17"0,0 0 26 16,60 75 35-16,-41-41-31 15,1-1-19-15,0-3-10 16,-5-8-1-16,0-2 0 16,-3-7 3-16,-4-3-3 15,2-5 0-15,-4-3-1 16,0-2-4-16,2-10-11 16,-1-13-137-16,2-11-106 15</inkml:trace>
  <inkml:trace contextRef="#ctx0" brushRef="#br0" timeOffset="-101597.465">24308 7370 390 0,'0'0'86'0,"0"0"-27"16,0 0-24-16,0 0-9 15,-71 94 50-15,64-66-61 16,6-8-15-16,1-5 0 16,0-6 12-16,8-6-15 15,14-3 3-15,11 0 0 16,7-17 19-16,3-10-12 15,0-7-14-15,-6 0 6 16,-7 1-68-16,-9 5-38 16,-6 4 28-16,-7 7 79 15,-7 7 0-15,-1 3 10 16,2 5 47-16,-1 1 125 16,2 1-173-16,3 0-9 15,4 3-1-15,4 11 1 16,7 2 13-16,1-1-8 0,1-2-5 15,2-2 0 1,-3-5 21-16,1-3-30 0,-8-3 9 16,-8 0-160-16</inkml:trace>
  <inkml:trace contextRef="#ctx0" brushRef="#br0" timeOffset="-101442.876">24554 7031 570 0,'0'0'103'16,"0"0"-97"-16,0 0-12 0,0 0-10 15,0 0-11-15,86 14-205 16</inkml:trace>
  <inkml:trace contextRef="#ctx0" brushRef="#br0" timeOffset="-101199.522">24884 7195 414 0,'0'0'12'0,"0"0"5"16,13-82-13-16,-13 53 18 16,0 6 14-16,0 4-17 15,0 8 44-15,0 4 40 0,0 7-45 16,0 0-20-16,0 0-38 15,12 9-15-15,3 5 6 16,7 1 9-16,5-5 3 16,6-5 0-16,3-5-3 15,0-3-37-15,-8-17-380 16</inkml:trace>
  <inkml:trace contextRef="#ctx0" brushRef="#br0" timeOffset="-97157.341">25455 9358 251 0,'0'0'107'15,"0"0"-61"-15,0 0-42 16,0 0 74-16,0 0 25 15,0 0-60-15,0 0-25 16,-30-19 31-16,26 19-36 0,1-3 37 16,0-2-43-16,1 1 2 15,-1 1 41-15,2-2-43 16,-1-1 37 0,1-2-44-16,-1-1 4 0,2-2-15 15,0-3 13-15,0-3-2 16,0-2 0-16,5 2 7 15,5 0-7-15,0 1 0 16,1 2 10-16,1-2-30 16,6 1 20-16,3-1 0 15,5-4-10-15,4-2 13 16,3 5-3-16,3-6 5 16,1 3 4-16,-1 1-18 0,4-1 4 15,-2 1 3 1,4 2-9-16,4-3-9 0,2-1 16 15,5-1-3-15,1 1-16 16,1-2 18-16,-4 2-2 16,1 1 5-16,-2-2-13 15,2 2 22-15,-2-1-7 16,-1 1 0-16,1 0-11 16,0 0 11-16,1 3 0 15,-2-3-6-15,3 1-2 16,-1-2 8-16,0-1 0 15,-1 5-5-15,3 0-3 0,-5 2-4 16,1-2 8 0,-3 1-9-16,2-1 7 0,1-2 5 15,2 1 1-15,4-1-1 16,3-1-6-16,0 0 7 16,0-1 0-16,-4 4 0 15,-2-5-7-15,0 3 8 16,-1-1-1-16,-3 0 1 15,-1 2 7-15,-2-1-14 16,3-1 6-16,-3 0 0 16,1-1-10-16,-4 0 10 15,-1 1 0-15,1 3 1 16,3-2 21-16,1 1-29 16,5 1 7-16,-5 1-8 15,3 2-5-15,-5 3 22 0,0-2-9 16,0 0 0-16,2 1 13 15,2-1-26-15,1 2 13 16,0 0 0-16,-6 0-9 16,-5-1 16-16,-8 2-7 15,-5 1 3-15,-4 1 5 16,-5 1-8-16,2 2 0 16,-3-2 0-16,3 4-3 15,-1-1 3-15,3-1 0 16,6 3 10-16,-1-1-10 15,0 0 0-15,-2 3-1 16,1 0 9-16,-1 0-14 16,3 0 6-16,-3 0 0 15,-1 0-5-15,-3 0 11 0,-6 0-6 16,1 0 0 0,-1 0 5-16,0 0-8 0,3 0 3 15,0 0 0-15,-1 0-1 16,1-1 2-16,-2-1-1 15,-5 1 0-15,1-1 4 16,-4 1-4-16,-5-1 0 16,1 2 0-16,0-1-4 15,-1 1 8-15,1 0-4 16,1 0 0-16,0 0-1 16,2 0-17-16,-2 0-12 15,-1 0-117-15,-2-1 25 0</inkml:trace>
  <inkml:trace contextRef="#ctx0" brushRef="#br0" timeOffset="-96860.628">29150 7664 469 0,'0'0'146'15,"0"0"-146"-15,0 0 15 16,0 0-15-16,0 0 8 16,85 40-1-16,-52-20 22 15,-1-2-29-15,-5 4 10 16,-5-1-10-16,-11 4 0 15,-11 1-6-15,-14 1-116 16,-24-7-148-16</inkml:trace>
  <inkml:trace contextRef="#ctx0" brushRef="#br0" timeOffset="-94710.24">25280 9174 317 0,'0'0'15'16,"0"0"-3"-16,0 0 0 16,0 0 8-16,0 0-20 15,0 0 13-15,3-3-2 16,0-2 12-16,2 1-23 0,-2-1 16 16,3-3-16-1,1 2 0-15,1-2-3 16,-2 1 3-16,1 2-1 0,0-3 1 15,1 2 0-15,1-2-3 16,3 1 13-16,0-2-12 16,0 2 2-16,4-3 0 15,1 0 0-15,4-5 0 16,4 3 1-16,5-4-15 16,3 1 13-16,-1-1-19 15,1 2 8-15,-1 0-37 16,-6 2 48-16,3-2-23 15,-3-1 24-15,0 3-6 0,1 0-8 16,-5 1-1-16,2 0 3 16,1 2-113-1,1-3 100-15</inkml:trace>
  <inkml:trace contextRef="#ctx0" brushRef="#br0" timeOffset="-93377.497">26445 8562 28 0,'0'0'102'0,"0"0"-94"0,0 0 13 15,91-45 4-15,-65 31-11 16,-3 1 10-16,1 0-23 16,-1 1 9-16,4 0 20 15,1 0-22-15,0 1-8 16,2-2 0-16,-2 2 0 16,4 0 11-16,1 1-11 15,-2-2-12-15,-1 0 8 16,0 0 5-16,-2 1-2 15,-1-2-2-15,-2 1 3 16,-1 0 14-16,-1 0-14 0,2-3 0 16,2 3-16-16,-1-4 34 15,6 2-23-15,-2 0 10 16,2 0-8-16,1 1 3 16,-1 1 0-16,-1 1 18 15,0 1-18-15,-2 3 0 16,-6-3-6-16,0 5 10 15,-7-2-4-15,2 2 2 16,-3-2 6-16,1 0-8 16,1-2 0-16,2-2 11 15,2 3-1-15,-1 1-5 16,-3-1 4-16,-1 2 13 0,0 1-11 16,0-2-11-1,2 1 0-15,0 0 2 0,0 1 7 16,0-1-9-16,1 2 3 15,1-3 0-15,0 0 1 16,4 2-4-16,-1-3 0 16,4 2-1-16,-1 0-1 15,0 1 2-15,-3-1 0 16,0-1-10-16,-1 3 15 16,1 0-5-16,-1 3 0 15,-4-3 2-15,4-1-9 16,1 1 7-16,-1-2 0 15,5 2 1-15,-2-1 3 16,4-1-4-16,-1-1 0 16,0-2-1-16,2 2 1 15,1 2 0-15,-1-3 6 0,-3 4-16 16,-2-3 11-16,-5 2-1 16,-1 0 0-16,0 0 2 15,0 1-7-15,0-2 5 16,1 3 0-16,2-3-1 15,2 1 4-15,1-1-4 16,2 0 1-16,-1 2-19 16,0-2 17-16,1 2-12 15,-2 1 14-15,-3-1-3 16,-1 3 11-16,-6-2-8 0,0 0 0 16,-1 2-2-1,-1-2 2-15,4 1 0 0,-2-2 4 16,2 1-14-16,1 2 21 15,-3-2-11-15,4 1 0 16,-2 0-6-16,2-1 6 16,-1 2 0-16,-1-2 0 15,-3 1 0-15,-3 1 0 16,0 1 0-16,-5 0 2 16,1 0 5-16,-3 0-9 15,1 0 2-15,-1 0 0 16,1 0-4-16,-1 0 15 15,2 0-10-15,-1 0-1 16,-1 0 6-16,1-1-12 0,-1 1 6 16,2-3 0-16,1 3 16 15,-1 0-16-15,1-1 0 16,-1-1 2 0,0 1 11-16,2-1-14 15,0 1 1-15,-1-1 0 0,-2 2 17 16,2 0-17-16,-5-3 4 15,-1 3-10-15,1 0 10 16,-1 0-4-16,-1 0 0 16,0 0 1-16,0 0-4 15,0 0 7-15,0 0 1 16,0 0-5-16,0 0 4 0,0 0-6 16,2-3 2-16,-1 3-2 15,2 0-15 1,0 0 16-16,-1 0-13 0,-2 0-7 15,0 0-104-15</inkml:trace>
  <inkml:trace contextRef="#ctx0" brushRef="#br0" timeOffset="-91974.976">25309 9307 224 0,'0'0'47'0,"0"0"-47"15,0 0 8-15,0 0 52 16,0 0-56-16,0 0 18 16,0 0-16-16,0-63 25 15,4 47-24-15,4 3-2 16,-2-1 17-16,4 3-11 15,-1 0 2-15,0-2-13 16,4 1 0-16,1 1-6 16,-1-1 1-16,4-1 5 15,2-3 0-15,5-1 7 0,3-3-7 16,3 1-4-16,4-2 1 16,2-1 3-16,-1 0-4 15,3 2 5-15,-1-1-1 16,3 3 0-16,-1-1-17 15,-1 5-16-15,-1-1 19 16,1-1-83-16,-3 2 81 16,-1 1-104-16</inkml:trace>
  <inkml:trace contextRef="#ctx0" brushRef="#br0" timeOffset="-91206.517">26604 8517 19 0,'0'0'156'0,"0"0"-152"15,0 0 8-15,91-52 23 16,-65 40-14-16,1-2-21 15,2 0-6-15,3 1 6 16,1-1 8-16,6 1-8 16,-3-1 2-16,-1-1 14 15,0 1-4-15,-2 2-8 0,-2 0-4 16,-1 0 4-16,1 0-11 16,1-2 3-16,-1 1 4 15,2-1 11-15,0 1 3 16,2-1-1-16,-1-1-3 15,1 0-6-15,1-2 31 16,-2 3-33-16,0 0-1 16,2 2 8-16,1 1-9 15,1 0 0-15,-1-2-1 16,0 4 8-16,0-1-9 16,-2 6 2-16,-4-4 0 0,-1 0-4 15,-3 1 4-15,-3 2 0 16,0-1 4-16,-2 1-1 15,-1 0-4-15,-2 0 1 16,3 2 0-16,2-3 0 16,2-2 3-16,2 2-3 15,3-3 1-15,4 3-1 16,-3-2 0-16,1 3-1 16,-1-2 1-16,-3 2-7 15,-2 0 13-15,0 1-6 16,-3 0 2-16,2-3-2 15,-4 3 0-15,3-4-3 16,0 4-1-16,2-4 4 16,3 2 0-16,-3-2 1 15,7-1 4-15,0-3-5 0,4 3 0 16,-1 0-2-16,-1 0 7 16,-3 2-11-16,-5 0 9 15,-4 1-3-15,-8 3 0 16,-5 2 3-16,-4-2-5 15,0 3 2-15,0 0 0 16,-1 0-4-16,-2 0 4 16,2 0 0-16,0 0-4 15,3 0-123-15</inkml:trace>
  <inkml:trace contextRef="#ctx0" brushRef="#br0" timeOffset="-87715.485">30226 8124 302 0,'0'0'38'0,"0"0"-33"15,0 0 25-15,0 0 64 16,0 0-71-16,0 0 16 16,0 0 17-16,-16 0-30 15,16 0 73-15,0 0-80 16,0 0-13-16,0 0 34 15,0 0-34-15,0 0 3 16,0 0-9-16,0 0 3 16,0-10-25-16,12 0 25 15,3-1-3-15,0 0 3 16,-2 3 11-16,-1-1-14 16,0 2 0-16,-3 3-16 0,-1-1 2 15,2 3-1-15,-4-2-18 16,0 1 26-16,-1 2-101 15,-2-1 14-15,-2 2 4 16,1 0 10-16,-2 0-51 16</inkml:trace>
  <inkml:trace contextRef="#ctx0" brushRef="#br0" timeOffset="-87163.914">30225 8008 324 0,'0'0'97'16,"0"0"-90"-16,0 0-5 15,0 0 129-15,0 0-125 16,0 0 10-16,0 12 17 15,0 5-22-15,0 2 19 0,6-1-30 16,3 1 5 0,0-5-2-16,0 1-3 0,-2-4 0 15,-1 2 6-15,-1-1 8 16,0 0-28-16,-1 0 1 16,-4-3-191-16,0 1 55 15</inkml:trace>
  <inkml:trace contextRef="#ctx0" brushRef="#br0" timeOffset="-83329.372">30463 6921 422 0,'0'0'43'0,"0"0"23"15,0 0 62-15,0 0-79 0,0 0-4 16,0 0-23-16,-44-7-12 15,44 7 38-15,0 0-47 16,0-2 15-16,0-1 4 16,0-4-11-16,12-7-13 15,15-4 4-15,11-2 0 16,7 2-6-16,9-4 14 16,4 0-8-16,6 0 0 15,3-2 3-15,2 0-3 0,9-1 0 16,-2 0-1-16,3 3-10 15,-3 0 20-15,-8 0-9 16,-4 2 2-16,1-1 8 16,-1-1-13-16,2-2 3 15,2 1-4-15,1-2-6 16,-2-2 10-16,2 0 0 16,5 0 3-16,-2 2 5 15,2 0-8-15,-5 0 0 16,-10 5 0-16,-4 1-12 15,-8 4 14-15,-1 0-2 16,-7 5 0-16,-3-2 6 16,-2 2-6-16,-4 2 0 0,-2-3 3 15,-4 3-10-15,0 1 7 16,-8 0 0-16,-1 1-9 16,-3 0 4-16,-4 3 5 15,2 1 0-15,-3-1-37 16,1-1 24-16,1 1 7 15,-5 1 5-15,-1 0-18 16,0 2-14-16,-3 0 11 16,0 0-5-16,0 0-107 15,0 0 8-15,0 0-4 16</inkml:trace>
  <inkml:trace contextRef="#ctx0" brushRef="#br0" timeOffset="-78685.887">31712 7665 402 0,'0'0'28'0,"0"0"42"0,0 0 34 16,0 0-38 0,0 0 28-16,0 0-82 0,0 0 40 15,-3-57-12-15,3 52-37 16,0-2 52-16,0 4-24 16,0 0-17-16,0 0 25 15,-3 3-23-15,3 0-16 16,-1 0 0-16,1 0-32 15,0 9 22-15,0 20-5 16,0 20 15-16,0 18-5 16,7 12 12-16,-4 9-7 15,-1 7 0-15,-2 9-1 16,0 7-3-16,0 1 4 16,0-3 0-16,0-10 0 0,0-10 0 15,0-11 0 1,0-15 0-16,0-9 0 0,0-12-5 15,0-8 5-15,0-5 0 16,0-12 0-16,0-7 5 16,-2 0-10-16,2-7-14 15,0-1-88-15,0-2 11 16,0 0-112-16,-1-12 4 16</inkml:trace>
  <inkml:trace contextRef="#ctx0" brushRef="#br0" timeOffset="-77762.153">31642 7735 467 0,'0'0'94'0,"0"0"-94"16,0 0 84-16,0 0 10 15,0 0-78-15,0 0-2 16,-21-33-14-16,27 24 9 15,21-3-23-15,16-4 14 16,20-4 0-16,20-2 0 16,16-5-40-16,8 1-31 15,5-5-14-15,-4 4 55 16,-10 1-25-16,-10 4 8 16,-15-1 47-16,-16 6 12 15,-10 1 10-15,-11 3 19 16,-9 4-7-16,-8 3-26 15,-8 3 24-15,-6 1 47 0,-4 2-56 16,-1 0 13 0,0 0-30-16,0 0-10 0,2 0 4 15,-1 5-23-15,5 13 20 16,3 12 6-16,1 12 3 16,3 12 7-16,-5 9-5 15,1 10-8-15,-1 5 0 16,-3 8 11-16,1 1-5 15,-4 5-6-15,1-2 3 16,1-5 19-16,1-1-17 16,0-5-5-16,2-3 16 15,-4-4 0-15,1-4 3 16,4-2-19-16,1-6 0 16,1-3 12-16,1-6-8 15,-1-3-4-15,2-6 0 0,-3-3 21 16,-1-3-23-16,-1-9 2 15,-3-4 0-15,-1-7-5 16,0 1 12-16,-1-7-7 16,-2-3 0-16,0 2 8 15,0-4-18-15,0 0 10 16,0-1 0-16,0-1 21 16,-6 2-21-16,-15-3 0 15,-6 1-1-15,-9-2 17 16,-7-1-16-16,-3 0 0 15,-2 0 8-15,-1 0-21 16,0 0 19-16,-1 1-6 0,-2 2 0 16,-4-1 10-1,-3 3-12-15,4 0 2 0,6 0 0 16,6-2 5 0,8-1-2-16,7 2-3 0,3-4 0 15,7 1-73-15,0-1 4 16,4 0-110-16,1-1-122 15</inkml:trace>
  <inkml:trace contextRef="#ctx0" brushRef="#br0" timeOffset="-77229.941">31966 8643 59 0,'0'0'406'15,"0"0"-375"-15,0 0 22 16,0 0 68-16,0 0-22 16,0 0-42-16,-5 1-48 15,23-1 26-15,21-15-35 16,16-7 8-16,9-3-9 16,5-1 6-16,-2 1-5 0,2 5 0 15,-4 1 9-15,-5 2-41 16,-8 1 30-16,-9 4-45 15,-11 1 21-15,-11 5-94 16,-11 0-82-16,-10 1 9 16</inkml:trace>
  <inkml:trace contextRef="#ctx0" brushRef="#br0" timeOffset="-76907.158">31997 8356 610 0,'0'0'49'16,"0"0"-34"-16,0 0 13 15,0 0 46-15,0 0-61 16,0 0-6-16,72-102-7 16,-26 62-2-16,0 2-3 15,3 3 5-15,0 1-18 16,-2 8 15-16,-6-1-31 0,-8 8-12 16,-10 2-90-1,-7 2-18-15,-11 1-140 0</inkml:trace>
  <inkml:trace contextRef="#ctx0" brushRef="#br0" timeOffset="-76709.879">31960 7969 663 0,'0'0'11'15,"0"0"-11"-15,0 0-2 0,92-72-3 16,-44 52-2 0,7-1 7-16,5 1-98 0,-2-2-75 15</inkml:trace>
  <inkml:trace contextRef="#ctx0" brushRef="#br0" timeOffset="-70491.116">25517 8972 3 0,'0'0'133'0,"0"0"-109"0,0 0-2 16,0 0 56-16,0 0-52 15,0 0 6-15,0 0 8 16,0 0-34-16,0 0 19 15,0 0-18-15,0 0-3 16,0 0 23-16,0 0-18 16,0 0-2-16,0 0 28 15,0 0-32-15,0 0 24 16,0 0-1-16,0 0-15 16,0 0 20-16,0 0-4 15,0 0-24-15,0 0 21 0,0 0-22 16,0 0 5-16,0 0-7 15,0 0 6-15,2 0 21 16,2-2-22-16,-1-1-3 16,2 0-1-16,3 0 4 15,2-2-6-15,2 1 1 16,4-1 0-16,1 0-7 16,2-1 10-16,-1 1-3 15,3-3 8-15,-3 2-8 16,0-1-1-16,-1-2-2 15,2 2 3-15,1-3 1 16,3 0-1-16,0 0 2 0,0-1-4 16,1 1 2-16,0 2 0 15,-2-2-1-15,-2 3 2 16,-1-2-1-16,0 2 0 16,-2 2 4-16,0-4-15 15,-1 3 21-15,-2 1-10 16,-3-2 0-16,-4 2-4 15,2 1 4-15,0 0 0 16,2-2 0-16,3 1-11 16,0-1 13-16,4-1-2 15,0 0 0-15,1-1-19 16,2 1 7-16,-3-1 11 16,0 3-4-16,-2 0-2 0,-1-2-41 15,0 3 27 1,1-2-10-16,-2 1 19 15,1-1 12-15,-2 2 0 0,2 0 6 16,-4-1-10-16,2 0 7 16,-1 1-3-16,0-3 0 15,4-2 3-15,1 0-3 16,4-3 0-16,1-1 0 16,0 4-9-16,-1-1 12 15,2 1-3-15,-1 1 3 16,-1-1 7-16,0 1-17 15,1 2 7-15,-1 0-3 0,-2-2-3 16,2 2 3 0,1-5 3-16,1 2-10 0,2 0 13 15,2 1-9 1,1-1 4-16,1-1 2 0,-1 1-5 16,0 1 5-16,-5-1 0 15,-5 2-6-15,0 1-4 16,-2-2-2-16,3 2 12 15,-3-4 0-15,1 3 1 16,-2-3 0-16,0 3 3 16,-1-3-4-16,-1 4 6 15,-1 0-16-15,1 1 10 16,-1 0-1-16,3-1-5 0,0 0 11 16,3-3-5-1,3 1 0-15,1-1 11 0,2 2-13 16,0-1 2-16,-4 4-7 15,0-2 1-15,1-1 12 16,-3 1-5-16,1 0-1 16,1-2 10-16,-5 2-11 15,1-2 1-15,-1 2-3 16,-3 1-11-16,1 0 22 16,-2 2-8-16,-1 0 3 15,1-2-3-15,2-2 0 16,5 0-3-16,3 0 9 15,0-3-9-15,3 1 3 16,0-1 0-16,-1 3 0 0,0-4 3 16,-1 2-3-16,4-1 0 15,2-1-7-15,3-1 7 16,4 2 1-16,0 0 2 16,4-1-3-16,-5 1 0 15,-1 0 0-15,-5 2 0 16,-3 1-11-16,-5 3 1 15,-2 1-19-15,-4 1-73 16,-7-1-146-16</inkml:trace>
  <inkml:trace contextRef="#ctx0" brushRef="#br0" timeOffset="-69032.117">26882 8129 170 0,'0'0'10'0,"0"0"7"15,0 0 17-15,0 0-18 16,0 0 31-16,0 0-41 16,12 22 27-16,-9-19-23 15,0 3-1-15,-1-5 7 16,1 3-6-16,-2-4 3 15,-1 0 13-15,2 0-24 16,-2 0 26-16,0 0-5 16,0 0 7-16,0 0 15 0,0 0-14 15,1 0-19 1,-1 0 35-16,0 0-20 0,0 0 21 16,0 0 22-16,0 0-39 15,0 0 41-15,0-12-19 16,0-8-40-16,-7-3 8 15,-1-9-14-15,2 1-7 16,-4-7 8-16,-4-6 3 16,-3-4-11-16,-9-9 0 15,-2-6 10-15,-5-2-25 16,3-5 18-16,-1 1-3 16,5-4 0-16,3 0 8 15,2 3-12-15,4 4 4 16,0 11 0-16,3 2 3 15,1 4-3-15,2 2 0 0,2 1 0 16,-3 0 11-16,5 6-13 16,-2 3 2-16,0 2-3 15,2 4-7-15,-1 3 20 16,0-1-9-16,1 7 1 16,1-4 2-16,2 1-6 15,-1 1 2-15,-1 0 0 16,3 3-6-16,-2 4 10 15,1 2-4-15,3 3 0 16,-1 2 0-16,2 3 0 16,0 2 0-16,0 5 3 0,0-3-13 15,0 3 10-15,0 0-36 16,0 0 0-16,7 0-131 16,10 13 130-16,-2 8-75 15,2 6-127-15</inkml:trace>
  <inkml:trace contextRef="#ctx0" brushRef="#br0" timeOffset="-68200.262">26675 7981 362 0,'0'0'87'0,"0"0"-21"16,0 0 50-16,0 0-31 16,0 0-83-16,0 0-1 15,-5-6-1-15,5 6-7 16,8 0 7-16,10 0 0 0,7 2 3 15,2 7-8-15,8 5 12 16,3 1-7-16,1 5 0 16,-2-2 6-16,-5 0-10 15,-6-2 6-15,-8-3-2 16,-4-6 2-16,-10 0 1 16,-1-6-3-16,-3-1 0 15,0 0 0-15,0 0 104 16,0-5-13-16,0-15 10 15,0-12-82-15,0-4 8 16,2-7-27-16,1-5 0 0,-2-8-6 16,-1-5-3-1,0 1 9-15,0 1 0 0,0 2 1 16,0 8 16 0,0 6-17-16,-1 8 0 0,-2 11 1 15,1 8-1-15,1 9 9 16,-1 4-5-16,1 3-5 15,1 0 1-15,0 0-8 16,-6 0-14-16,-10 17-94 16,-10 9 67-16,-8 9-57 15,-6-4-136-15,-7-5-299 16</inkml:trace>
  <inkml:trace contextRef="#ctx0" brushRef="#br0" timeOffset="-66911.958">26647 5721 414 0,'0'0'71'0,"0"0"103"16,0 0-114-16,0 0 5 15,0 0 40-15,0 0-91 16,-26-41-1-16,26 41-13 16,0 8-20-16,8 14 20 0,10 6 0 15,1 6 0-15,2 2-6 16,-2-2 8-1,-1 1-2-15,-1-4 0 0,-5-5 4 16,-1-6-4 0,-3-6 0-16,-3-4 1 0,-2-4-4 15,-2-3 9-15,-1-3-6 16,0 0 17-16,0-16-5 16,-6-11-2-16,-8-14-10 15,0-3 0-15,0-6-10 16,-1 1 10-16,0-1-9 15,1 6 7-15,3 5-5 16,-1 5 7-16,6 11 0 0,2 4 7 16,1 8-7-16,1 5 4 15,2 3 1-15,0 3 5 16,0 0-10-16,0 3-17 16,6 11 13-1,9 8 4-15,3-4-11 0,4-2 17 16,2-3-6-16,4-7 1 15,2-6 11-15,2 0-15 16,0-3 3-16,1-17-4 16,-4-9-12-16,-4-2-2 15,-7-5-18-15,-8-1 6 16,-7 1-27-16,-3 5 43 16,0 6 12-16,0 6 2 15,-1 9 23-15,-2 6 32 0,-1 4 2 16,4 0-33-16,0 0-24 15,0 16-9-15,10 8 3 16,6 3 11-16,4 0-16 16,0 1 11-16,3-6 0 15,-1-2 4-15,4-3 4 16,-4-3-14-16,1-6 6 16,-3-3-120-16,0-5 5 15,-10-2-257-15</inkml:trace>
  <inkml:trace contextRef="#ctx0" brushRef="#br0" timeOffset="-66669.085">27185 5179 384 0,'0'0'290'15,"0"0"-269"-15,0 0-12 16,0 0-5-16,48 95 20 15,-20-58-4-15,4 1-1 16,-1-1 12-16,-1-4-23 16,-2-2-7-16,-3-5 7 15,1-2-7-15,-5-4-1 16,-2-3 0-16,-4-6-23 16,-5-7-43-16,-10-4-269 15</inkml:trace>
  <inkml:trace contextRef="#ctx0" brushRef="#br0" timeOffset="-65758.116">27657 5378 346 0,'0'0'75'0,"0"0"22"16,0 0 84-16,0 0-103 15,0 0-54-15,0 0 14 16,-39-19-34-16,22 1 8 16,1-6 26-16,-2-5-22 15,0-2-16-15,-1-5 12 16,1-1-2-16,3-6-10 15,2 4 0-15,5 5 7 16,5 6-9-16,3 8 6 0,0 3-4 16,0 6 3-16,0 3 1 15,2 2-4-15,11 3 0 16,3 3-4-16,8 0-11 16,4 11 15-16,5 6 0 15,0 3-6-15,-1 2 16 16,-3-1-11-16,-2-3 1 15,-2-3-1-15,-3-3-9 16,-2-8 10-16,0-4 0 16,-5 0 6-16,-1-6 1 15,-1-13-11-15,-6-8 4 16,-5-7-17-16,-2-2 11 16,0-1 6-16,-3-2 0 15,-6 3-3-15,-2 5 12 16,2 8-9-16,5 9 0 0,2 7 15 15,2 6 18-15,0 1-25 16,0 0 2-16,0 5-20 16,5 18-8-16,9 5 18 15,0 0 0-15,1-1 11 16,0-3-16-16,1-3 5 16,2-1 0-16,1-5-10 15,2-3 10-15,0-5-21 16,3-5-41-16,0-2-116 15,-5 0-145-15</inkml:trace>
  <inkml:trace contextRef="#ctx0" brushRef="#br0" timeOffset="-59838.747">27191 5036 315 0,'0'0'75'16,"0"0"-58"-16,0 0 77 15,0 0-29-15,0 0-4 16,0 0 9-16,0 0-49 0,-61-7 21 16,56 7 6-16,0 0-43 15,2 0 2-15,3 0 28 16,0-1-30-16,0 1 21 15,0-2-26-15,0-2 4 16,4-6-3-16,17-7-1 16,9-5 0-16,3-4 0 15,0 2 3-15,-4 1-6 16,-3 3 13-16,-4-2-10 16,0 2 0-16,-2 3 4 15,2 1-17-15,-3 3 13 16,-2 1-46-16,-4 6 35 15,-5 1-52-15,-5 4 10 16,-3 1-4-16,0 0-136 0,0 3 132 16,-8 8 24-16,-5-1-74 15,1-3 48-15,-1-2 25 16,4-4 38-16,1-1 85 16,0 0-68-16,1 0 69 15,4 0-33-15,2 0 32 16,-1 0 52-16,1 0-86 15,1 0-7-15,0 4-44 16,0 11-2-16,1 11 2 16,11 6 2-16,3 6 15 15,6 1 5-15,4 2 0 16,2 2-14-16,2-1 14 0,-3-2-18 16,-2-5-4-16,-6-2 0 15,-4-3 5-15,0-4-5 16,-3-1 0-16,-2-5 1 15,1-1-10-15,-1-3 9 16,-1-4-33-16,-1-3-39 16,0-1-158-16,-4-5 18 15</inkml:trace>
  <inkml:trace contextRef="#ctx0" brushRef="#br0" timeOffset="-58689.695">27950 5095 208 0,'0'0'183'15,"0"0"-178"-15,0 0 13 16,0 0 74-16,0 0-24 16,0 0 40-16,-13 14-57 15,13-14 18-15,-3 0 47 16,-1-10-83-16,-4-11-9 16,-5-7-24-16,1-5 11 15,-2 0 13-15,-2-2-24 16,-2-1 0-16,1 4 9 15,3 1 5-15,3 5-14 16,2 6 0-16,3 7 4 16,2 2 16-16,2 9-17 15,2 1-3-15,0 1 5 0,0 0-5 16,0 0-10-16,2 3-11 16,11 6 21-16,2 1 1 15,5-2-1-15,2-4 0 16,6-4-20-16,8 0 22 15,3-5-2-15,1-14 0 16,0-5-31-16,-4-2 25 16,-6-4-17-16,-6 2 17 15,-11-3-25-15,-5 3 38 16,-8 4-7-16,0 2 0 16,0 7 18-16,0 6-18 15,-5 2 19-15,4 6 2 16,1 1 32-16,0 0-53 0,0 0-28 15,0 8 27-15,16 12-6 16,9 3 0-16,8 2 7 16,5 0 0-16,8 0 6 15,6 2-6-15,0-2-52 16,-8-6-193-16</inkml:trace>
  <inkml:trace contextRef="#ctx0" brushRef="#br0" timeOffset="-58179.942">27482 6082 453 0,'0'0'115'16,"0"0"-46"-16,0 0 50 15,0 0 16-15,0 0-116 16,113-155 18-16,7 41-28 16,21-8 9-16,14 2 38 15,2 7-54-15,3-3 25 16,-6 3-18-16,-13 8-2 15,-13 7-14-15,-17 17 3 16,-23 17 4-16,-20 16-22 16,-21 19 17-16,-17 13-49 0,-13 16 19 15,-12 0-86-15,-5 22-29 16,-14 12-8-16,-22 8-46 16</inkml:trace>
  <inkml:trace contextRef="#ctx0" brushRef="#br0" timeOffset="-56019.995">26933 8053 338 0,'0'0'20'16,"0"0"17"-16,0 0 53 16,0 0-20-16,0 0-8 0,0 0-2 15,-37-22-12-15,26 16-23 16,-2-1-22-16,-2 0 32 15,-3-1-28-15,0 0 29 16,-3 2 8-16,1-1-21 16,3 2-23-16,1 0 0 15,-1 0 2-15,4 0-3 16,-2 1 7-16,-1 0-6 16,0 0 0-16,-1-1 8 15,3 2-8-15,-1 0 0 16,3-1 2-16,2 1-5 15,1-1 4-15,1 1-1 16,1-3 13-16,-2 1-12 0,2-4-1 16,-2 3 0-16,-1-1 8 15,2 1-3-15,0-1 9 16,1 2-9-16,1-1 2 16,3 2 14-16,0 1-21 15,3 2 0-15,-1-1 11 16,1 2-8-16,0-1-3 15,0 1 0-15,0 0-8 16,0 0 8-16,0 0-11 16,0-1 8-16,0-5-8 15,10 2 11-15,6-6 0 16,4-2 0-16,-1-1 6 16,2-1-6-16,0-1 0 15,0-2 0-15,4 1 8 0,4-1-11 16,2 3 3-16,2 0 0 15,0 3-6-15,-2 3 10 16,-7 1-4-16,-7 3 0 16,-7 1 8-16,-7 3-26 15,-2 0 18-15,-1 0-30 16,0 0 30-16,0 0-58 16,0 0 5-16,0 0 7 15,-4 0-110-15,-13 11-35 16,-4 0-19-16</inkml:trace>
  <inkml:trace contextRef="#ctx0" brushRef="#br0" timeOffset="-53098.389">27027 8118 132 0,'0'0'103'0,"0"0"-90"15,0 0-7-15,0 0 16 16,0 0 0-16,0 0-22 15,0 0 0-15,-18 13 3 16,18-12 2-16,-1 0 13 16,-1 1-2-16,2-2 0 15,0 0 18-15,0 0-28 16,0 1 7-16,-2-1 50 0,1 0-21 16,-3 0 19-1,1 0-60-15,0-4 17 16,0 0 32-16,0-4-50 0,-2-2 0 15,2-3-6-15,0-2 12 16,0 1 7-16,-1-1 4 16,1-1-17-16,0 1 13 15,-1-4-6-15,-1-1-14 16,-1-1 0-16,-3-1 7 16,2-2 2-16,-1 0 3 15,-1-1 1-15,0-1-4 16,0 1 2-16,-1 1-4 15,0 1 0-15,1 3 8 16,-1 3 3-16,3 3 1 16,-2 3 2-16,0-1-2 0,0 2-3 15,0-1-9-15,0 1 0 16,0-2-5-16,-1 0-1 16,0 0 7-16,-1-3-1 15,-1-2 5-15,-1-2-3 16,1 2-2-16,-2-1 0 15,1 3 3-15,1-4-10 16,3 3 7-16,-2 2 0 16,3-3 3-16,-1 5 13 15,0-1-16-15,3 2 0 16,0 1 2-16,3 1-2 16,0-2 0-16,-2-3 0 0,2-1 5 15,0-6 8-15,2 4-13 16,-1-3 0-16,2 0 0 15,0 2 0-15,-1-2 0 16,-1 2 0-16,2 1 3 16,-4-2-2-16,3 2-1 15,-1-1 0-15,-1-2 3 16,2-1 3-16,-2 0-6 16,1-4 0-16,-1 4 9 15,0-4-9-15,1 5 0 16,-1-4-5-16,2 5 19 15,-5 1-7-15,2-1-7 16,-1 2 0-16,2 3 12 0,0-3-7 16,2-2-5-1,-1 7 0-15,1-5 8 0,1-1-13 16,0 1 5-16,-2-3 0 16,-1 0 4-16,0 3-4 15,-1-3 0-15,-1 3 3 16,1-2 4-16,-1 0-7 15,1 3 0-15,1-1 10 16,0-1-9-16,0 2-1 16,0 0 9-16,2 2-9 15,-1 2 11-15,2 3-10 16,-1 1 4-16,-1 1-4 0,2 1 35 16,-1 0-36-16,1 3 0 15,0 1 0-15,-2 2 3 16,2 0-7-1,0 0-9-15,0 0-56 0,0 0-22 16,5 0-60-16,8 5 59 16,-3 1-59-16</inkml:trace>
  <inkml:trace contextRef="#ctx0" brushRef="#br0" timeOffset="-45566.781">26574 6491 312 0,'0'0'50'0,"0"0"-49"0,0 0 37 15,0 0 33-15,0 0-68 16,0 0 28-16,0 0-5 15,0 0-17-15,0-7 19 16,1 7-22-16,-1 0 0 16,0 0 9-16,0 0-8 15,0 0-7-15,0 0 33 16,0-1-21-16,0 1 2 16,0 0-14-16,0 0 0 15,0 0 4-15,0 0 2 16,0 0-11-16,0 0 5 15,3 0-40-15,0 0 38 16,3 5 2-16,0 3 0 16,2 1 4-16,0-1-2 15,0 2-2-15,-1 1 0 0,1-2 1 16,2 1-6-16,-1-2 5 16,-1-1 0-16,2 3 8 15,-4-6-8-15,0 2 0 16,0 1-3-16,0-3 7 15,0 1-6-15,-2-2 2 16,2 4 0-16,-1-3 3 16,2 2 2-16,4 1-5 15,-4 0 0-15,5 1 0 16,1 0-4-16,3 0 4 16,1 0 0-16,1-1-11 15,2 0 25-15,-4 2-14 16,1-3 0-16,-1-1-7 0,-4 1 1 15,1-1 7-15,-1 0-1 16,-1 0 24-16,2 0-21 16,-1 3-3-16,4-1 0 15,-1 2 7-15,5-1-7 16,-4 0 0-16,2 1 3 16,0 0-14-16,0-1 21 15,-1-2-10-15,-3 0 0 16,2-1-7-16,-2-1 7 15,-3 1 0-15,2-2-9 0,-4 4 1 16,1-3-4-16,4 2 12 16,-2 1 1-16,2-3-1 15,2 4 0-15,1 1 0 16,0-1 2-16,2 4-10 16,-3-2 14-16,1-1-6 15,-2 2 0-15,-2-4-3 16,2 2 3-16,-1-1 0 15,-1 1 3-15,0 3-1 16,1-2-2-16,-1 1 3 16,1 0-13-16,0 3 15 15,0-2-5-15,-1-2 0 0,1 2 0 16,0-3-6 0,0 1 7-16,-2 0-1 0,1-2 0 15,0-1 6-15,-2 3-9 16,0-2 3-16,-2 2 0 15,3-1-5 1,-2 2 6-16,1-2-1 0,3 5 1 16,0-1 3-16,2-1-6 15,-1 3 2-15,2-2 0 16,-4 1 2-16,3-1-2 16,0 0 3-16,0-1-10 15,0 1 23-15,2 0-18 16,0 0 2-16,-3 1-9 15,1 0 3-15,-2-1 12 16,-1-2-1-16,4 2-5 0,0-2-1 16,0 0-2-16,4 1 3 15,-3-2 0-15,1-1-7 16,-1-2 7-16,-3 0 0 16,1 1 4-16,-2-2 4 15,-1 2-10-15,1 0 2 16,-1 1-2-16,3 0-8 15,2 2 10-15,0 1 0 16,2 0 12-16,-1-2-5 16,2 1-9-16,1-1 2 15,0 0-11-15,0 0 8 16,0-4 3-16,-3 0 0 16,-1-2 5-16,-1-1-5 15,-5 0 0-15,-1-2 0 0,-2 1 0 16,0-1 0-16,-1-1 0 15,1 0 4-15,1 3-11 16,1-3 7-16,4 3 0 16,0-2-2-16,5-1 8 15,1 1-10-15,0-1 4 16,2 2 0-16,0-1-6 16,-2-1 19-16,-1 0-13 15,-2 1 0-15,-5 1-4 16,-1-1 1-16,-2 1 3 15,1-2 0-15,1 1 1 16,1 0 5-16,0 2-6 16,1 0 0-16,1 1 2 15,-3 2-10-15,4-1 10 16,1 4-2-16,2-2 4 0,1 1-4 16,0-2 0-16,3-1-7 15,0 2 12-15,0-3-5 16,2-3 0-16,-1 1 5 15,-3-2-10-15,-1 0 2 16,-1 0 3-16,-3 0 21 16,1 0-15-16,-4 0-7 15,-1 0 1-15,-1 0-4 0,-4 0-3 16,3 0 1 0,1 0 6-16,2 1-7 0,4 3 11 15,2 1-4-15,-1-1 0 16,3 0-1-16,-2 0 1 15,-1-1 0-15,0 0 1 16,-3-1-7-16,-2 1 16 16,-2-1-12-16,-2-2 2 15,-2 2 0-15,-2-2 0 16,-2 2 0-16,-2-2 0 16,-1 0-6-16,2 1 16 15,-1-1-8-15,4 0-2 16,-4 0 5-16,1 0-5 15,-2 0 3-15,0 0 5 16,0 0-8-16,0 0-3 0,0 0 0 16,0 2-14-16,0 3-8 15,0-2-23-15,0 0-72 16,0-3 4-16</inkml:trace>
  <inkml:trace contextRef="#ctx0" brushRef="#br0" timeOffset="-44012.46">29130 7525 299 0,'0'0'76'16,"0"0"-44"-16,0 0 10 15,0 0 57-15,0 0-66 16,0 0 56-16,0 0-69 16,-51-25-7-16,47 24 46 15,2 1-28-15,2-2-10 0,0 2 5 16,0 0-18-16,0 0-8 16,0 0 0-16,0 0-4 15,0 0-14-15,0 0 17 16,8 0 1-16,8 0-16 15,2 7 16-15,3 3 0 16,1 3 0-16,0-1 5 16,0-1-5-16,0-1 0 15,-2 0 0-15,-3-3-2 0,-6-2 2 16,-2-1 0-16,-6-3-3 16,-3-1-11-1,0 0 14-15,0 2 0 0,0-2 0 16,0 0 8-16,-10 1-8 15,-4 2 0-15,-2 0 0 16,1 0 1-16,-3 4-1 16,0 0 0-16,-2 1 4 15,0 0-16-15,2 3 19 16,-3-2-7-16,-1-1 0 16,0 1 7-16,2-1-7 15,0-3 0-15,4-1 0 16,0-1 6-16,3 0 4 15,0-2-10-15,3-1 4 16,1 1 12-16,-3-1-17 16,4 0 1-16,2 0 0 0,0 2 2 15,2-2-2-15,-2 2 0 16,2-2-1-16,-1 0 7 16,4 0-6-16,-1 1 0 15,-1 1-1-15,-2-1-6 16,-1 2 9-16,-1-1-2 15,3 2 0-15,-1-1 0 16,1 1 0-16,-1-1 0 16,2-3-2-16,0 2-2 15,1-1 8-15,2-1-2 16,0 0 8-16,0 0-10 0,0 0 0 16,0 0 15-16,-4 0-9 15,1 0 29-15,-3 0-30 16,3-3-5-16,-1 0 2 15,1 1 7-15,1 0-12 16,-3 1 3-16,2-2 0 16,-2 2-5-16,1-1 6 15,-1 0-1-15,2 2 10 16,1-2-3-16,1 1-12 16,-1 0 5-16,1 1-7 15,1-2 7-15,-2 2 0 16,2 0 4-16,0 0-9 15,0 0 10-15,0 0-8 16,0-1 3-16,0 1 0 16,0-2 5-16,0 2 3 0,0 0-8 15,0 0 23-15,0-2-23 16,0 2 0-16,0-1-3 16,0-4-5-16,5-6-3 15,7-1 12-15,6-5-1 16,0-1 14-16,1-2-12 15,0 0-2-15,-2-2 0 16,-4 6 1-16,-2 0-1 16,-4 3 0-16,-4 1 3 15,0 4-3-15,-3 0 20 16,2 2-31-16,-2-2 11 16,0 1 0-16,0 0 0 15,0 1 0-15,0 0 2 16,0-1-9-16,0 3 14 0,0-1-7 15,0 2 0-15,0 2 1 16,0 1-7-16,0 0 6 16,0-1 0-16,0 1-1 15,0 0 5-15,0 0-4 16,0 0 0-16,0 0 0 16,0 0-4-16,0 0 4 15,0 0 0-15,0 0-1 16,0 0 1-16,0 0 0 15,0 0 0-15,0 0 5 16,0 0-10-16,0 0 5 0,0 0 0 16,0 0-12-1,0 0 12-15,0 0-3 16,0 0 1-16,0 0-30 0,0 0 22 16,0 0-15-16,0 0-26 15,0 11 22-15,-5 3-71 16,-1-1-71-16,-4-1-16 15</inkml:trace>
  <inkml:trace contextRef="#ctx0" brushRef="#br0" timeOffset="-41878.464">31207 8448 220 0,'0'0'110'16,"0"0"-87"-16,0 0-12 16,0 0 99-16,0 0 52 0,0 0-77 15,-8 1 8-15,6-8-37 16,1-3-20-16,1-2 25 15,0-1-49-15,0-1 4 16,4-3-16-16,9-1 9 16,1-2-11-16,4 2 2 15,5-1-13-15,0 1 2 16,0 0-28-16,-2 3 20 16,-2 3 14-16,-7 3-55 15,0 4 15-15,-5-1-18 16,0 6-68-16,-3 0-18 15,-2 0 13-15</inkml:trace>
  <inkml:trace contextRef="#ctx0" brushRef="#br0" timeOffset="-41641.097">31219 8577 585 0,'0'0'104'0,"0"0"-91"15,0 0 53-15,0 0 4 16,0 0-27-16,0 0-34 16,62-91-5-16,-32 69-8 15,2-1-42-15,-6 4-74 0,-2 2-77 16,-8 1-53-16</inkml:trace>
  <inkml:trace contextRef="#ctx0" brushRef="#br0" timeOffset="-39362.636">26861 6218 402 0,'0'0'80'16,"0"0"4"-16,0 0-58 15,0 0 107-15,0 0-41 16,0 0-89-16,36-49 20 16,-15 28-7-16,4-2 2 15,1-3-18-15,4-3 16 16,0 2-11-16,-2 2-5 0,-3 7 0 16,-2 5-8-1,0 4 2-15,-1 9-18 0,-2 0-44 16,-2 0-83-16,-7 17-40 15,-10 8 105-15,-1 5-278 16</inkml:trace>
  <inkml:trace contextRef="#ctx0" brushRef="#br0" timeOffset="-39213.486">27051 6296 508 0,'0'0'116'15,"0"0"-31"-15,0 0 48 16,0 0-125-16,0 0 32 15,0 0-40-15,74-91 0 16,-8 60-18-16,9-1-90 16,2 3-189-16</inkml:trace>
  <inkml:trace contextRef="#ctx0" brushRef="#br0" timeOffset="-35146.643">23795 8336 415 0,'0'0'0'16,"0"0"-361"-16</inkml:trace>
  <inkml:trace contextRef="#ctx0" brushRef="#br0" timeOffset="-32874.383">20525 7872 252 0,'0'0'236'16,"0"0"-165"0,-100 120-48-16,76-62 61 0,9 6-58 15,5 1-23-15,6-1 35 16,4-4-24-16,0-8 8 15,0-9 13-15,10-2-30 16,9-10-5-16,4 0 0 16,2-4 7-16,3-8-11 15,5-4 4-15,3-6 0 16,4-9 0-16,8 0 17 16,6-20-17-16,1-11 0 15,3-8-21-15,-3-6 2 0,-7 1-47 16,-14-1-40-16,-10-2-58 15,-16 0 29 1</inkml:trace>
  <inkml:trace contextRef="#ctx0" brushRef="#br0" timeOffset="-32540.182">20867 7957 302 0,'0'0'66'16,"0"0"5"-16,0 0-15 15,0 0-13-15,0 0-43 16,0 0 0-16,93-22 9 15,-43 39-9-15,-1 3 0 0,-4 4-9 16,-5 0 22-16,-10 1-19 16,-9-3 12-16,-6-2-2 15,-11 0 83-15,-4-5-79 16,0 3 22-16,-6-2 34 16,-10-4-59-16,-1 2 67 15,-3-9-27-15,-1-5-22 16,-1 0 60-16,-1-16-74 15,1-11 19-15,1-10-28 16,6-3 9-16,2-2-1 16,5 0-8-16,5 4 1 15,3 4-7-15,0 4 1 16,8 6-21-16,14 0-33 0,5 5-83 16,4 2 33-1,-1 5-116-15</inkml:trace>
  <inkml:trace contextRef="#ctx0" brushRef="#br0" timeOffset="-31591.718">21360 7671 287 0,'0'0'369'16,"0"0"-360"-16,0 0-7 15,-14 107 30-15,14-71-32 16,0-1 7-16,11-5-7 16,6-4 0-16,5-6 5 0,-1-9-5 15,0-5 0-15,0-6-21 16,-4 0-31-16,-4-10-17 16,-7-8 3-16,-6-1 66 15,0-2 42-15,-11 0-41 16,-11-1 22-16,-3 1 5 15,-2 3-16-15,2 3 36 16,0 2-32-16,5 1-9 16,3 4 27-16,7-1-3 15,7-1 8-15,3-5-10 16,0-6-29-16,22-11-8 16,11-4-1-16,4-3 6 15,1 0 3-15,-2 4 4 16,-7 8 0-16,-5 7-4 0,-9 9 2 15,-9 11-9 1,-5 0 3-16,1 0-20 0,-2 19 19 16,0 7 6-16,-2 12-1 15,-11 4 17-15,0-6-6 16,5-2-19-16,8-11 8 16,0-8-1-16,3-3-11 15,19-9 12-15,8-3 0 16,8 0 7-16,4 0 2 15,-1-7-11-15,-2 6 2 0,-8 1-2 16,-5 0-18 0,-8 12 18-16,-7 7 2 0,-6 4 10 15,-5 4 4 1,0 1-14-16,-15 0 0 0,-4-5 8 16,1-5 7-16,7-7-15 15,5-7 3-15,5-4 16 16,1 0-2-16,0-25 1 15,0-17-18-15,4-13-13 16,8-10-14-16,-4-4 27 16,-3-5 0-16,-5 2-16 15,0 4 5-15,0 9 11 16,0 16 0-16,0 17 15 0,0 11 35 16,0 10-21-1,-1 5 21-15,-2 0-34 0,3 0-16 16,0 13-4-16,11 8-9 15,12 4 11-15,7-4-6 16,11-3 8-16,4-3 0 16,2-2 1-16,2-1-1 15,-9 0 0-15,-8 0-10 16,-11-2-4-16,-11 2 2 16,-10 3 12-16,0 4 0 15,-10 5 15-15,-16 5-15 16,-2 0 0-16,1-2-1 15,6-6 23-15,9-6-28 16,6-7 6-16,6-6-82 0,0-2-82 16,12-17-176-16</inkml:trace>
  <inkml:trace contextRef="#ctx0" brushRef="#br0" timeOffset="-31355.344">22366 7271 672 0,'0'0'119'0,"0"0"-98"0,0 0 58 15,0 0-16 1,0 0-63-16,0 0-30 0,76-101-3 15,-24 55-36-15,-6 4-42 16,-10 5-101-16,-13 9-76 16</inkml:trace>
  <inkml:trace contextRef="#ctx0" brushRef="#br0" timeOffset="-29575.858">23735 5937 677 0,'0'0'117'15,"0"0"-71"-15,0 0 17 16,0 0-63-16,0 0-22 16,0 0 21-16,87-30-118 15,-55 30-52-15,-3 1-120 16</inkml:trace>
  <inkml:trace contextRef="#ctx0" brushRef="#br0" timeOffset="-28441.37">24466 5293 623 0,'0'0'132'15,"0"0"-123"-15,0 0 24 16,0 0-29-16,86-70 3 16,-47 68-14-16,7 2 1 15,2 4-27-15,0 11-81 16,-8 2-208-16</inkml:trace>
  <inkml:trace contextRef="#ctx0" brushRef="#br0" timeOffset="-23614.955">23261 6439 340 0,'0'0'97'0,"0"0"-42"0,0 0 122 16,0 0-98-16,0 0 28 15,0 0-33-15,-51-61-68 16,26 89 5-16,-8 13-7 16,-6 5-4-16,7 0 10 15,2-7-2-15,8-8-8 16,5-6 0-16,9-9-7 16,8-6-1-16,0-3 8 15,11-3 0-15,23-4-7 16,18 0-11-16,9-6 18 15,8-10-6-15,-3 3-1 16,-7 5-1-16,-8 6 8 16,-6 2 0-16,-14 2-10 0,-8 11 4 15,-9 6 6 1,-8 3-9-16,-6 4 17 0,0 4-8 16,-17 1 13-16,-6-3-10 15,-2-5 3-15,-1-8 10 16,3-5-16-16,1-10 0 15,5-6-54-15,2-26-104 16,4-15-265-16</inkml:trace>
  <inkml:trace contextRef="#ctx0" brushRef="#br0" timeOffset="-23415.491">23415 6341 461 0,'0'0'190'0,"0"0"-182"16,0 0 5-16,0 0-8 15,83 38 56-15,-52-9-39 16,4 3-7-16,1 0-1 16,-1 1-12-16,-4-1-1 15,-1-2 4-15,-7-2 10 16,-4-2-30-16,-10-2-3 16,-9-9-159-16,0-7-67 15</inkml:trace>
  <inkml:trace contextRef="#ctx0" brushRef="#br0" timeOffset="-23111.295">23262 6202 649 0,'0'0'72'0,"0"0"1"0,0 0-48 15,4-91-4-15,21 66-17 16,11-2 2-16,5 4-8 15,1 3 2-15,3 8-4 16,0 11-9-16,1 1 16 16,2 21-3-16,4 15 0 15,0 10-17-15,-1 2 16 16,-4 3-5-16,-6-4 6 16,-10-6-1-16,-4-7 1 15,-6-8 0-15,-5-7 2 0,-3-7 9 16,-2-4-17-1,-2-6 6-15,-3-2-32 0,-5 0-40 16,-1-15-191-16</inkml:trace>
  <inkml:trace contextRef="#ctx0" brushRef="#br0" timeOffset="-22922.807">23808 6255 675 0,'0'0'81'0,"0"0"-74"15,48-87-7-15,-14 46-10 16,5 0-6-16,3 0-131 16,-5 7-187-16</inkml:trace>
  <inkml:trace contextRef="#ctx0" brushRef="#br0" timeOffset="-22681.937">24230 6048 496 0,'0'0'184'15,"0"0"-72"-15,0 0-35 0,0 0-3 16,0 0-43 0,0 0-15-16,-51-89-28 0,43 64 17 15,3 8-5-15,4 11 0 16,-1 6 14-16,2 0-31 15,0 0 8-15,0 16 6 16,14 4-20-16,10 6 25 16,8-4-2-16,5-10 0 15,7-7-28-15,2-5-70 16,0-15-51-16,-5-18-256 16</inkml:trace>
  <inkml:trace contextRef="#ctx0" brushRef="#br0" timeOffset="-22241.011">24796 5152 561 0,'0'0'47'15,"0"0"26"-15,-96 75-20 16,59-28-19-16,7-3 26 16,14-3-58-16,13-8 5 15,3-8-7-15,10-6-1 16,26-10-4-16,18-8-10 0,14-1 15 15,8 0-13-15,-7-5 18 16,-12 0-5-16,-15 5 0 16,-17 0-32-16,-11 8 28 15,-7 3-7-15,-7 4 11 16,-2 7 0-16,-20 3 1 16,-10 5 24-16,-3 2 12 15,-4 1-22-15,-3-4-11 16,9-4-4-16,8-6-3 15,11-9-18-15,10-9-30 0,4-1-256 16</inkml:trace>
  <inkml:trace contextRef="#ctx0" brushRef="#br0" timeOffset="-21650.561">25124 5170 671 0,'0'0'47'16,"0"0"-43"-16,-32 73 31 15,25-39-14-15,7 0 35 16,0-4-56-16,13-5 0 16,13-4 1-16,6-11-1 0,6-8 0 15,-1-2-5-15,-2-7-42 16,-9-13 13-16,-11-3-11 15,-12-6 45-15,-3 0-18 16,0-8 19-16,-13-1-1 16,-1-10 0-16,4 1 3 15,3 4 1-15,7 4 4 16,0 10 9-16,11 11 10 16,11 7-21-16,6 6-6 15,10 5 0-15,7 0-12 16,6 19 12-16,-2 3 0 15,-3 1 1-15,-8-3-13 16,-13-5 12-16,-11-3 0 0,-7-7-2 16,-7-2 14-16,0-3-1 15,0 0 65-15,-10-11 15 16,-10-14-75-16,-2-9-16 16,2-7-22-16,8-3-16 15,9 3-4-15,3 6 12 16,0 9 15-16,14 12 14 15,5 9-3-15,3 5 4 16,4 0 0-16,7 11 8 16,2 6 14-16,1 3-20 15,0-1-2-15,-3-3 0 16,-5-2 14-16,-5-2-14 16,-5 0 0-16,-2 2-1 15,-5 1-1-15,-7-5-123 0,-4 2-170 16</inkml:trace>
  <inkml:trace contextRef="#ctx0" brushRef="#br0" timeOffset="-21468.05">25492 4579 382 0,'0'0'260'15,"-31"-87"-177"-15,31 54-59 16,0 6 2-16,16 6 5 15,20 2-31-15,12 8 0 16,7 7-14-16,-3 4-54 16,-5 2-132-16,-9 16-95 15</inkml:trace>
  <inkml:trace contextRef="#ctx0" brushRef="#br0" timeOffset="-21088.066">26080 4604 280 0,'0'0'66'0,"0"0"-17"15,0 0 6-15,76 91 50 16,-67-73-50-16,-3-6-6 16,-5-5-49-16,-1-2 1 15,0-5 35-15,0 0 37 16,-3 0 36-16,-16-8-39 16,-7-13-54-16,-5-4-16 0,0-7 0 15,2-8 2-15,7-8-21 16,8-4 19-1,9-3 0-15,5 4-2 0,6 7-44 16,21 11 38-16,7 4-6 16,6 10-21-16,-1 6 35 15,-5 8 0-15,-4 5 4 16,-4 0-13-16,-9 20 9 16,-6 4-3-16,-8 6 2 15,-3 5 1-15,-6 2 9 16,-18 1-3-16,-4-3 3 15,-5-4 8-15,-1-5-17 16,-4-5 0-16,-2-10-2 0,-2-8-15 16,-1-3-83-16,-3-20-259 15</inkml:trace>
  <inkml:trace contextRef="#ctx0" brushRef="#br0" timeOffset="-20865.887">26013 3918 515 0,'0'0'92'0,"0"0"-74"15,103 53-16-15,-62-12 38 16,4 6-11-16,4 4-17 16,2-1 4-16,4-3-10 0,2-5 3 15,-2-7-9-15,-4-6 0 16,-12-9 0-16,-17-3 0 15,-16-4-82-15,-6-6-143 16</inkml:trace>
  <inkml:trace contextRef="#ctx0" brushRef="#br0" timeOffset="-20620.55">26262 4271 299 0,'0'0'153'15,"5"-72"-93"-15,20 36 20 16,6 7 30-16,2 0-93 15,0 8 11-15,0 4 23 0,-3 7-51 16,-1 7 26 0,3 3-26-16,2 3 13 0,-2 15-15 15,1 6 9 1,0 1-7-16,-2 1 22 0,-4-3-15 16,-1-4-12-16,-10-4 5 15,-4-4 0-15,-5-5-16 16,-7-4 16-16,-7-2-83 15,-21-2-6-15,-14-18-566 16</inkml:trace>
  <inkml:trace contextRef="#ctx0" brushRef="#br0" timeOffset="-19968.907">26405 3846 460 0,'0'0'106'15,"0"0"-36"-15,0 0-36 16,93-69-23-16,-48 63-7 15,4 6 3-15,0 0-14 16,-6 20-82-16,-7 6-64 16,-5 9 53-16,-5 0 65 15,-9-1 35-15,-3-2 51 16,-5-7-21-16,-8-8 31 16,-1-8 42-16,0-4-49 15,0-5 41-15,0 0 17 16,0 0-5-16,-4-13 32 15,-10-11-132-15,0-6-9 16,5-3 2-16,2-1-10 0,3 5 6 16,4 0 4-1,0 12 0-15,0 8 0 0,1 3-4 16,15 5-5 0,7 1 6-16,10 0 3 0,3 0-4 15,4 0 4-15,4 0 0 16,8-3-4-16,7-19 10 15,5-10-6-15,-4-4 0 16,-12-5-8-16,-14 0-10 16,-22-1 18-16,-12 6 0 15,-4 10-4-15,-26 6 10 16,-9 11-6-16,-6 9 0 0,0 4 7 16,4 26-6-1,8 17-1-15,12 12 2 0,18 7-8 16,3 4 6-16,37-6 0 15,23-5-3-15,18-9 1 16,16-5 2-16,4-5 0 16,-3-2 7-16,-14-1-19 15,-21-2 16-15,-24-2-4 16,-25-1 0-16,-11 1-16 16,-37 4 16-16,-24 4 0 15,-20 5 4-15,-8-2-4 16,-1-2 0-16,10-3 0 15,17-5 1-15,20-7-1 16,15-7-58-16,10-11-103 16,7-9-96-16,8 0-204 0</inkml:trace>
  <inkml:trace contextRef="#ctx0" brushRef="#br0" timeOffset="-19449.917">22788 8433 377 0,'-93'107'17'16,"8"-10"36"-16,8-21-1 15,16-32 42-15,17-27 31 16,22-21-3-16,22-59 19 0,24-41-140 16,46-58 8-16,42-41 21 15,54-29-18-15,59-32 1 16,55-17-8 0,47-15 16-16,47-6-5 0,45-2-8 15,30 2 2-15,47 4 3 16,8 5 7-16,-8 19-40 15,-14 23 6-15,-58 29-88 16,-62 32 2-16,-65 37-23 16,-69 33 1-16,-49 31-81 15,-44 23 55-15,-46 18 53 16</inkml:trace>
  <inkml:trace contextRef="#ctx0" brushRef="#br0" timeOffset="-33.507">25565 8078 461 0,'0'0'31'15,"-55"-80"-29"-15,24 43 57 16,-5 1 12-16,-1-2-38 16,-4 4 10-16,-3 5-35 15,-7 0 2-15,-4 3-10 16,-5 2 3-16,-3 4 31 16,-2 5-31-16,-2 4 8 15,-5 3 8-15,-7 8-15 16,-3 0-1-16,-12 2-3 15,-4 15-1-15,-10 5 1 16,-1 10 2-16,3 4 0 0,5 8-2 16,6 2-5-16,1 6 0 15,0 4 5-15,-2 7 0 16,-5 12-2-16,-1 7 2 16,4 3 0-16,-1 4 8 15,7 2-2-15,1 7-12 16,1 3 3-16,7 2 3 15,6 3-6-15,8 0 9 16,8 8-3-16,4 10 0 16,9 6 4-16,8 11-11 0,10 2 7 15,5-1 0 1,8-1 7-16,8-8-7 0,8-5 0 16,1 0-3-16,7-2 5 15,11 2-4-15,5 0 2 16,0-12-6-16,1-5 0 15,1-13 7-15,7-16-1 16,7-13 0-16,9-10 8 16,13-5-22-16,13-9 13 15,19-4 1-15,8-8-10 16,11-2 10-16,9-8 0 16,1-5 1-16,4-1 12 15,0-7-21-15,-2-1 8 16,-3-2-3-16,0-2 3 15,4-2 3-15,3-3-2 0,5 0-2 16,4-8-9-16,-3-14 10 16,5-2 0-16,-5-8-11 15,-1-5 10-15,-2-2 2 16,4-6 0-16,0-6 13 16,3-4 3-16,3-6-17 15,-6-6 0-15,-4-4 6 16,-9-8 14-16,-11-4-19 15,-9-4 11-15,-12-9-1 16,-11-9 6-16,-10-10-3 16,-11-9-14-16,-9-10 15 15,-12-5-8-15,-13-14-7 0,-16-11 0 16,-8-20 3-16,-24-7-3 16,-26-3-19-16,-14-4 13 15,-21 4-19-15,-16 0 16 16,-20 1-8-16,-25 14 4 15,-22 21 4-15,-21 31-19 16,-12 35 23-16,-2 25-7 16,-3 30-13-16,-1 26 23 15,-2 11-41-15,-7 37 15 16,1 26-28-16,3 27-61 16,4 25 70-16,9 12-4 15,7 6-205-15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FF40-488F-153B-19EB-877ABF2A3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93D54-04FF-E96B-1A4B-F0630582A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7E41D-C95F-1359-E1E6-7968C1C8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F7D58-677A-1439-B08D-FD962F3C3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12794-6744-3C1D-22CE-6F3302DF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AFAEB3-6993-417E-06AF-308C15B5D0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60EE7D-53E9-F1D0-BE4E-30C2EB3AAB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C8557A-C4C0-F65D-58A7-65DD059CB6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7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5A6D1-4A64-F098-608E-B0ADF44A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44CEF-7C88-6832-2FDF-638F6304F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7C217-4183-2235-543E-81575046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6CD87-CF89-E787-56FD-C9D107771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62148-F355-1632-22ED-4AA8F10A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A166F-D2D5-A36C-F203-FC1FDBD4D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39E2D3-039B-9D84-2243-130A983B74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3EA208-2427-962F-5DE3-A5C9A292B4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68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3C30-C583-D454-BFF0-E822BC88D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F2424-A14D-339A-85FA-9DAECE619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4AD6C-9468-873D-9DCB-1304B18E2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24AD8-27D5-6B55-3098-DE576F1B7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CB02D-C255-7534-6E72-3B435880F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E7431-5672-AA1E-8A6F-3896B16189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58ACC7-DE04-E54F-C623-2FB2EDCC6B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C0E5D9-DD5C-6A60-5F06-DB9471EC97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759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038D-5D4C-0E94-47AB-BE9B0681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B496B-4917-7259-E010-F4B53CD27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62CB1-3AC4-22B1-DCE7-A5893C5C7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01C14-06F9-F459-ED47-A434C969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74982-25D1-3E6C-8050-8B8CD537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F0BCB-8C9A-3467-D5E7-2EE6C7ECD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60EAFD-1A01-2480-7D26-DE7E97FF4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01461B-2F98-2033-8BED-3AA6D5C0AD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D84F06-D6C0-6410-0CCD-A77C371370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06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1E41-9104-12CA-1E97-FFB92A0A5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AB8B0-06F2-DB52-04AB-F02DA7B11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8DEEA-DA8B-FC52-FDD9-8200159A8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4519B-3D99-83B0-5B61-E8A4427B7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91CA51-F1D4-6F06-ECEF-B59DFF563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F6BFAF-CFA5-24F2-E8FB-03BC14CEE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04055-AA3A-1F91-6FAB-BD52D736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AB7D3-B715-9C10-CD4C-35FFF94A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CD3CED-3855-7AF7-0B7E-F919A17123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68D5EA-20FA-8E15-5EDA-6497BF780C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5B57C5-1740-C272-7DC5-DC75E71C17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0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B6043-9FD3-79AB-711E-9CCBAF23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EEC18B-8502-02C1-48EF-636736B3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A7E37-2088-BBDA-86E7-E38ADB2C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ADDFA-D259-19DF-D997-370EC0CC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93E5A-E0FC-0F83-9FAB-415FD27BC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48B976-C71F-C284-33CC-ABD7FEC62D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B7FB41-D1AB-64D0-14CE-4B6AAB86C1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69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FDAFE-F911-F799-0C03-60684C73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C69565-0FA3-D759-2D22-E42D3CEA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3E60E-B654-02CF-8DCE-24C6BC709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CBD71-9EAF-626E-8E00-81EECD2C93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FAE93-798E-D1BC-3B0C-002151112B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8D5145-711C-8DDC-0672-56C5FC1FEF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0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9905-C5A8-2388-9834-0E5D30C5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3978F-A35A-072F-BC14-58E3399FC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6A228-1C46-A1C6-8406-23E4CF225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A2E27-2D20-59E5-2F69-47686E04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76262-E79B-4A6F-8D25-436A93180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A6A75-194C-3893-FE55-9E25FB15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F7202C-7493-9162-9501-A00659AFA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66ED86-2755-EEB0-BD1B-9499D483DB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FA9F84-F580-8ED8-C356-9D5455F65B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2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E144-BCF8-98B5-30B3-4652C9FD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32A319-5759-F04D-144A-D418722C3D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92E1D-C028-D38F-77B5-65D5A6BC1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E43C1-14C2-9F5A-26BA-7CB79E89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0B85A-BB57-0541-2EBD-4E53FC15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B162D-794F-C3D1-CF87-BAB558CD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7C5B4-1E79-2485-3620-5A418952F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A9EE8C-6F93-C887-7220-5698DB5255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A01933-AEE3-02CF-17F7-FE2AE258FE1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58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C2BA-B50E-DF40-BCEF-2C405D8B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EDE40-0B31-8B91-A055-9495E9D03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87E89-A9E8-4655-E40F-9AE338D30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8540C-DEBA-333D-5BFB-B0503B00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8D7E4-B646-EAD3-3B0C-682D7C2C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28A771-100D-0DBD-5735-E6CFE6CFF3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360BCF-B9A7-C4D6-2FDE-B10227D467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1C9499-BA55-CD71-BF22-C8DD9A624C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36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944CCD-A81A-3B41-F73A-690AF3994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ABC06-3980-9FF0-27FB-E9A984F5E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A80E4-5EA5-B25C-781A-34856E0C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5EEBC-11FC-4EF9-6B8D-FA7D3097B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4E6A1-4720-7B48-8565-15AC9D88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9B5DDD-33AE-16F3-0908-9315F286E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966678-650C-5102-97B5-AD230F927A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027087-1752-352F-6AC2-50F570BF14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3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6CF0A1-CD6B-0F10-249E-E813E5A6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AA00C-5F55-01DB-743E-662E68F5A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7A045-FF6A-DB99-1731-FC67FE769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A1143-19AB-3B74-6461-318B9F017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2373-932A-F0B1-EDA4-BF630CC73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mycompany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C741D-84B5-81DC-0A47-408BB53B6C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Summer’25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0163D-A614-52F7-ADAF-DBF8AD52E5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33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4943-AB60-4399-84E0-0F988DC37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EE13F-D34F-4AB2-8D7E-D5A4DAFDD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8335"/>
            <a:ext cx="10515600" cy="3488627"/>
          </a:xfrm>
        </p:spPr>
        <p:txBody>
          <a:bodyPr/>
          <a:lstStyle/>
          <a:p>
            <a:pPr marL="571500" indent="-571500">
              <a:buAutoNum type="romanUcParenR"/>
            </a:pPr>
            <a:r>
              <a:rPr lang="en-IN" dirty="0"/>
              <a:t>Transport layer</a:t>
            </a:r>
          </a:p>
          <a:p>
            <a:pPr marL="571500" indent="-571500">
              <a:buAutoNum type="romanUcParenR"/>
            </a:pPr>
            <a:r>
              <a:rPr lang="en-IN" dirty="0"/>
              <a:t>Application layer</a:t>
            </a:r>
          </a:p>
          <a:p>
            <a:pPr marL="571500" indent="-571500">
              <a:buAutoNum type="romanUcParenR"/>
            </a:pPr>
            <a:r>
              <a:rPr lang="en-IN" dirty="0"/>
              <a:t>Presentation Layer</a:t>
            </a:r>
          </a:p>
          <a:p>
            <a:pPr marL="571500" indent="-571500">
              <a:buAutoNum type="romanUcParenR"/>
            </a:pPr>
            <a:r>
              <a:rPr lang="en-IN" dirty="0"/>
              <a:t>Physical 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457F1-3431-4F35-8263-0AE9507FF14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7019" y="93345"/>
            <a:ext cx="10715625" cy="21907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3CA7D4-6901-460C-B17E-25A588B0E7C8}"/>
                  </a:ext>
                </a:extLst>
              </p14:cNvPr>
              <p14:cNvContentPartPr/>
              <p14:nvPr/>
            </p14:nvContentPartPr>
            <p14:xfrm>
              <a:off x="1826640" y="381240"/>
              <a:ext cx="8951040" cy="4222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3CA7D4-6901-460C-B17E-25A588B0E7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7280" y="371880"/>
                <a:ext cx="8969760" cy="424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863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D2B8-A561-4A39-B8DD-D6D473753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3936F-B1A4-4F78-8399-59EEF5430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I) Head</a:t>
            </a:r>
          </a:p>
          <a:p>
            <a:r>
              <a:rPr lang="en-IN" dirty="0"/>
              <a:t>404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2D7D1-45E9-4C39-A05F-319815F1161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5394" y="365125"/>
            <a:ext cx="10782300" cy="14859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873793-8BB3-4E82-8E9E-D3ECFDD622BF}"/>
                  </a:ext>
                </a:extLst>
              </p14:cNvPr>
              <p14:cNvContentPartPr/>
              <p14:nvPr/>
            </p14:nvContentPartPr>
            <p14:xfrm>
              <a:off x="995400" y="238320"/>
              <a:ext cx="10279080" cy="3729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873793-8BB3-4E82-8E9E-D3ECFDD622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6040" y="228960"/>
                <a:ext cx="10297800" cy="374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061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63218-5178-44DE-BD4E-CB90ED140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7584-CA31-4D5B-A339-ABC410F55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571500" indent="-571500">
              <a:buAutoNum type="romanUcParenR"/>
            </a:pPr>
            <a:r>
              <a:rPr lang="en-IN" dirty="0"/>
              <a:t>Cookies</a:t>
            </a:r>
          </a:p>
          <a:p>
            <a:pPr marL="571500" indent="-571500">
              <a:buAutoNum type="romanUcParenR"/>
            </a:pPr>
            <a:r>
              <a:rPr lang="en-IN" dirty="0"/>
              <a:t>No. </a:t>
            </a:r>
          </a:p>
          <a:p>
            <a:pPr marL="0" indent="0">
              <a:buNone/>
            </a:pPr>
            <a:r>
              <a:rPr lang="en-IN" dirty="0"/>
              <a:t>      a) Device lost</a:t>
            </a:r>
          </a:p>
          <a:p>
            <a:pPr marL="0" indent="0">
              <a:buNone/>
            </a:pPr>
            <a:r>
              <a:rPr lang="en-IN" dirty="0"/>
              <a:t>     b) Some attacks (such as cross-site scripting (XSS) can steal the cookie (especially session token) and hijack session.</a:t>
            </a:r>
          </a:p>
          <a:p>
            <a:pPr marL="571500" indent="-571500">
              <a:buAutoNum type="romanUcParenR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83006-6F66-47FC-BB4F-6A358B438C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1673" y="161131"/>
            <a:ext cx="10725150" cy="17335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7FE8FF-D201-4A2C-8A25-5EE9B454E5B7}"/>
                  </a:ext>
                </a:extLst>
              </p14:cNvPr>
              <p14:cNvContentPartPr/>
              <p14:nvPr/>
            </p14:nvContentPartPr>
            <p14:xfrm>
              <a:off x="2229480" y="526680"/>
              <a:ext cx="9703440" cy="4148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7FE8FF-D201-4A2C-8A25-5EE9B454E5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0120" y="517320"/>
                <a:ext cx="9722160" cy="416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85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E42AC-98EF-425B-BE50-EBC91167E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098D5-665D-40BD-B032-A52A737EB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pPr marL="571500" indent="-571500">
              <a:buAutoNum type="romanUcParenR"/>
            </a:pPr>
            <a:r>
              <a:rPr lang="en-IN" dirty="0"/>
              <a:t>Type A  (</a:t>
            </a:r>
            <a:r>
              <a:rPr lang="en-IN" dirty="0">
                <a:hlinkClick r:id="rId2"/>
              </a:rPr>
              <a:t>www.mycompany.com</a:t>
            </a:r>
            <a:r>
              <a:rPr lang="en-IN" dirty="0"/>
              <a:t>, 203.0.113.75, A)</a:t>
            </a:r>
          </a:p>
          <a:p>
            <a:pPr marL="571500" indent="-571500">
              <a:buAutoNum type="romanUcParenR"/>
            </a:pPr>
            <a:r>
              <a:rPr lang="en-IN" dirty="0"/>
              <a:t>They are still using the old IP address from their cache as TTL has not expired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B6388-785F-4B67-A29B-EA897D7E78C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0951" y="251079"/>
            <a:ext cx="103060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5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7768-AB4A-4B94-9774-52191F2D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43795-2B8C-40F5-A159-1077C7D94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pPr marL="571500" indent="-571500">
              <a:buAutoNum type="romanUcParenR"/>
            </a:pPr>
            <a:r>
              <a:rPr lang="en-IN" dirty="0"/>
              <a:t>For outgoing connection, it is OK as the ports are private/dynamic</a:t>
            </a:r>
          </a:p>
          <a:p>
            <a:pPr marL="571500" indent="-571500">
              <a:buAutoNum type="romanUcParenR"/>
            </a:pPr>
            <a:r>
              <a:rPr lang="en-IN" dirty="0"/>
              <a:t>No. They have to register it for long time use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3563A-4A9A-4108-9F36-3F4C51CACED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2638" y="154686"/>
            <a:ext cx="107061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8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402A-6C4C-468E-BD6C-CD12B12A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7FF74-1E79-4CB1-91D0-20979B227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571500" indent="-571500">
              <a:buAutoNum type="romanUcParenR"/>
            </a:pPr>
            <a:r>
              <a:rPr lang="en-IN" sz="2000" dirty="0"/>
              <a:t>Total RTT: 1 TCP RTT+ </a:t>
            </a:r>
            <a:r>
              <a:rPr lang="en-IN" sz="2000" dirty="0" err="1"/>
              <a:t>N_obj</a:t>
            </a:r>
            <a:r>
              <a:rPr lang="en-IN" sz="2000" dirty="0"/>
              <a:t>*HTTP RTT </a:t>
            </a:r>
          </a:p>
          <a:p>
            <a:pPr marL="0" indent="0">
              <a:buNone/>
            </a:pPr>
            <a:r>
              <a:rPr lang="en-IN" sz="2000" dirty="0"/>
              <a:t>                         =(SYN+SYN-ACK)+</a:t>
            </a:r>
            <a:r>
              <a:rPr lang="en-IN" sz="2000" dirty="0" err="1"/>
              <a:t>N_obj</a:t>
            </a:r>
            <a:r>
              <a:rPr lang="en-IN" sz="2000" dirty="0"/>
              <a:t>*(ACK-HTTP </a:t>
            </a:r>
            <a:r>
              <a:rPr lang="en-IN" sz="2000" dirty="0" err="1"/>
              <a:t>Req+HTTP</a:t>
            </a:r>
            <a:r>
              <a:rPr lang="en-IN" sz="2000" dirty="0"/>
              <a:t> response)</a:t>
            </a:r>
          </a:p>
          <a:p>
            <a:pPr marL="0" indent="0">
              <a:buNone/>
            </a:pPr>
            <a:r>
              <a:rPr lang="en-IN" sz="2000" dirty="0"/>
              <a:t>                         =(48+48)+9*(48+64)=1104 </a:t>
            </a:r>
            <a:r>
              <a:rPr lang="en-IN" sz="2000" dirty="0" err="1"/>
              <a:t>ms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II) Total time=Total </a:t>
            </a:r>
            <a:r>
              <a:rPr lang="en-IN" sz="2000" dirty="0" err="1"/>
              <a:t>RTT+Total</a:t>
            </a:r>
            <a:r>
              <a:rPr lang="en-IN" sz="2000" dirty="0"/>
              <a:t> OTT=1104+(123+3*520+5*333) =4452 </a:t>
            </a:r>
            <a:r>
              <a:rPr lang="en-IN" sz="2000" dirty="0" err="1"/>
              <a:t>ms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III) Total time=Total </a:t>
            </a:r>
            <a:r>
              <a:rPr lang="en-IN" sz="2000" dirty="0" err="1"/>
              <a:t>RTT+Total</a:t>
            </a:r>
            <a:r>
              <a:rPr lang="en-IN" sz="2000" dirty="0"/>
              <a:t> OTT/2=1104+(123+3*520+5*333)/2=2778 </a:t>
            </a:r>
            <a:r>
              <a:rPr lang="en-IN" sz="2000" dirty="0" err="1"/>
              <a:t>ms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50639-7E1D-48D1-8B5D-2DAD80BB77C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04303" y="0"/>
            <a:ext cx="9629585" cy="376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4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C0AFC-2A17-44D6-8A49-3B1F6405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BAA79-3B2F-4AB8-A855-254FEFEC8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2181"/>
            <a:ext cx="10515600" cy="4351338"/>
          </a:xfrm>
        </p:spPr>
        <p:txBody>
          <a:bodyPr>
            <a:normAutofit fontScale="62500" lnSpcReduction="2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571500" indent="-571500">
              <a:lnSpc>
                <a:spcPct val="160000"/>
              </a:lnSpc>
              <a:buAutoNum type="romanUcParenR"/>
            </a:pPr>
            <a:r>
              <a:rPr lang="en-IN" sz="2600" dirty="0"/>
              <a:t>S1_seq=S_ISN+1=6214+1=6215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600" dirty="0"/>
              <a:t>        S1_seq+S1_size=S2_seq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600" dirty="0"/>
              <a:t>         6215+S1_size=7000, S1_size=785</a:t>
            </a:r>
          </a:p>
          <a:p>
            <a:pPr marL="571500" indent="-571500">
              <a:lnSpc>
                <a:spcPct val="160000"/>
              </a:lnSpc>
              <a:buAutoNum type="romanUcParenR" startAt="2"/>
            </a:pPr>
            <a:r>
              <a:rPr lang="en-IN" sz="2600" dirty="0"/>
              <a:t>C2_seq=C_ISN+1+C1=6729+1+1421=8151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600" dirty="0"/>
              <a:t>        C2_ACK=S_ISN+1+S1+S2+0 (S3 lost)=6214+1+785+443=7443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600" dirty="0"/>
              <a:t>III) </a:t>
            </a:r>
            <a:r>
              <a:rPr lang="en-IN" sz="2600" dirty="0" err="1"/>
              <a:t>C_rewnd</a:t>
            </a:r>
            <a:r>
              <a:rPr lang="en-IN" sz="2600" dirty="0"/>
              <a:t>=</a:t>
            </a:r>
            <a:r>
              <a:rPr lang="en-IN" sz="2600" dirty="0" err="1"/>
              <a:t>C_initial_rwnd</a:t>
            </a:r>
            <a:r>
              <a:rPr lang="en-IN" sz="2600" dirty="0"/>
              <a:t>-data received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600" dirty="0"/>
              <a:t>                      =3200-785-443-122-220=1630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3F7BB-3D8B-46F4-9ADC-42D30BC4D62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1233" y="-99218"/>
            <a:ext cx="5957057" cy="32721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A0C695-9E7C-4005-BECA-8212A11B31B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61919" y="542163"/>
            <a:ext cx="1952625" cy="3981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9CBC6F-22A4-41C9-BCA8-F9F4EF1DEF2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75007" y="294481"/>
            <a:ext cx="390525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948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255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Summer’25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Summer’25</dc:title>
  <dc:creator>BRACU</dc:creator>
  <cp:lastModifiedBy>Admin</cp:lastModifiedBy>
  <cp:revision>8</cp:revision>
  <dcterms:created xsi:type="dcterms:W3CDTF">2024-12-29T05:51:07Z</dcterms:created>
  <dcterms:modified xsi:type="dcterms:W3CDTF">2025-11-11T16:34:48Z</dcterms:modified>
</cp:coreProperties>
</file>